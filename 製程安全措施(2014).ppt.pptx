
<file path=[Content_Types].xml><?xml version="1.0" encoding="utf-8"?>
<Types xmlns="http://schemas.openxmlformats.org/package/2006/content-types">
  <Default Extension="bin" ContentType="application/vnd.openxmlformats-officedocument.oleObject"/>
  <Default Extension="jpeg" ContentType="image/jpeg"/>
  <Default Extension="wmf" ContentType="image/x-wmf"/>
  <Default Extension="emf" ContentType="image/x-e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tags/tag1.xml" ContentType="application/vnd.openxmlformats-officedocument.presentationml.tags+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12"/>
  </p:notesMasterIdLst>
  <p:sldIdLst>
    <p:sldId id="256" r:id="rId3"/>
    <p:sldId id="260" r:id="rId4"/>
    <p:sldId id="261" r:id="rId5"/>
    <p:sldId id="262" r:id="rId6"/>
    <p:sldId id="263" r:id="rId7"/>
    <p:sldId id="264" r:id="rId8"/>
    <p:sldId id="265" r:id="rId9"/>
    <p:sldId id="266" r:id="rId10"/>
    <p:sldId id="267" r:id="rId11"/>
  </p:sldIdLst>
  <p:sldSz cx="9144000" cy="6858000" type="screen4x3"/>
  <p:notesSz cx="6877050" cy="9656763"/>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90" d="100"/>
          <a:sy n="90" d="100"/>
        </p:scale>
        <p:origin x="-516" y="-276"/>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presProps" Target="presProp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theme" Target="theme/theme1.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viewProps" Target="viewProp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80055" cy="482838"/>
          </a:xfrm>
          <a:prstGeom prst="rect">
            <a:avLst/>
          </a:prstGeom>
        </p:spPr>
        <p:txBody>
          <a:bodyPr vert="horz" lIns="94476" tIns="47238" rIns="94476" bIns="47238" rtlCol="0"/>
          <a:lstStyle>
            <a:lvl1pPr algn="l">
              <a:defRPr sz="1200"/>
            </a:lvl1pPr>
          </a:lstStyle>
          <a:p>
            <a:endParaRPr lang="zh-TW" altLang="en-US"/>
          </a:p>
        </p:txBody>
      </p:sp>
      <p:sp>
        <p:nvSpPr>
          <p:cNvPr id="3" name="日期版面配置區 2"/>
          <p:cNvSpPr>
            <a:spLocks noGrp="1"/>
          </p:cNvSpPr>
          <p:nvPr>
            <p:ph type="dt" idx="1"/>
          </p:nvPr>
        </p:nvSpPr>
        <p:spPr>
          <a:xfrm>
            <a:off x="3895404" y="0"/>
            <a:ext cx="2980055" cy="482838"/>
          </a:xfrm>
          <a:prstGeom prst="rect">
            <a:avLst/>
          </a:prstGeom>
        </p:spPr>
        <p:txBody>
          <a:bodyPr vert="horz" lIns="94476" tIns="47238" rIns="94476" bIns="47238" rtlCol="0"/>
          <a:lstStyle>
            <a:lvl1pPr algn="r">
              <a:defRPr sz="1200"/>
            </a:lvl1pPr>
          </a:lstStyle>
          <a:p>
            <a:fld id="{47DA83E9-2108-4C7B-BA82-8AE25805E150}" type="datetimeFigureOut">
              <a:rPr lang="zh-TW" altLang="en-US" smtClean="0"/>
              <a:t>2014/5/7</a:t>
            </a:fld>
            <a:endParaRPr lang="zh-TW" altLang="en-US"/>
          </a:p>
        </p:txBody>
      </p:sp>
      <p:sp>
        <p:nvSpPr>
          <p:cNvPr id="4" name="投影片圖像版面配置區 3"/>
          <p:cNvSpPr>
            <a:spLocks noGrp="1" noRot="1" noChangeAspect="1"/>
          </p:cNvSpPr>
          <p:nvPr>
            <p:ph type="sldImg" idx="2"/>
          </p:nvPr>
        </p:nvSpPr>
        <p:spPr>
          <a:xfrm>
            <a:off x="1025525" y="723900"/>
            <a:ext cx="4826000" cy="3621088"/>
          </a:xfrm>
          <a:prstGeom prst="rect">
            <a:avLst/>
          </a:prstGeom>
          <a:noFill/>
          <a:ln w="12700">
            <a:solidFill>
              <a:prstClr val="black"/>
            </a:solidFill>
          </a:ln>
        </p:spPr>
        <p:txBody>
          <a:bodyPr vert="horz" lIns="94476" tIns="47238" rIns="94476" bIns="47238" rtlCol="0" anchor="ctr"/>
          <a:lstStyle/>
          <a:p>
            <a:endParaRPr lang="zh-TW" altLang="en-US"/>
          </a:p>
        </p:txBody>
      </p:sp>
      <p:sp>
        <p:nvSpPr>
          <p:cNvPr id="5" name="備忘稿版面配置區 4"/>
          <p:cNvSpPr>
            <a:spLocks noGrp="1"/>
          </p:cNvSpPr>
          <p:nvPr>
            <p:ph type="body" sz="quarter" idx="3"/>
          </p:nvPr>
        </p:nvSpPr>
        <p:spPr>
          <a:xfrm>
            <a:off x="687705" y="4586963"/>
            <a:ext cx="5501640" cy="4345543"/>
          </a:xfrm>
          <a:prstGeom prst="rect">
            <a:avLst/>
          </a:prstGeom>
        </p:spPr>
        <p:txBody>
          <a:bodyPr vert="horz" lIns="94476" tIns="47238" rIns="94476" bIns="47238" rtlCol="0">
            <a:normAutofit/>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6" name="頁尾版面配置區 5"/>
          <p:cNvSpPr>
            <a:spLocks noGrp="1"/>
          </p:cNvSpPr>
          <p:nvPr>
            <p:ph type="ftr" sz="quarter" idx="4"/>
          </p:nvPr>
        </p:nvSpPr>
        <p:spPr>
          <a:xfrm>
            <a:off x="0" y="9172249"/>
            <a:ext cx="2980055" cy="482838"/>
          </a:xfrm>
          <a:prstGeom prst="rect">
            <a:avLst/>
          </a:prstGeom>
        </p:spPr>
        <p:txBody>
          <a:bodyPr vert="horz" lIns="94476" tIns="47238" rIns="94476" bIns="47238"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95404" y="9172249"/>
            <a:ext cx="2980055" cy="482838"/>
          </a:xfrm>
          <a:prstGeom prst="rect">
            <a:avLst/>
          </a:prstGeom>
        </p:spPr>
        <p:txBody>
          <a:bodyPr vert="horz" lIns="94476" tIns="47238" rIns="94476" bIns="47238" rtlCol="0" anchor="b"/>
          <a:lstStyle>
            <a:lvl1pPr algn="r">
              <a:defRPr sz="1200"/>
            </a:lvl1pPr>
          </a:lstStyle>
          <a:p>
            <a:fld id="{8763B3C3-F4FA-4D0E-B4CA-45799AE0E56D}" type="slidenum">
              <a:rPr lang="zh-TW" altLang="en-US" smtClean="0"/>
              <a:t>‹#›</a:t>
            </a:fld>
            <a:endParaRPr lang="zh-TW" altLang="en-US"/>
          </a:p>
        </p:txBody>
      </p:sp>
    </p:spTree>
    <p:extLst>
      <p:ext uri="{BB962C8B-B14F-4D97-AF65-F5344CB8AC3E}">
        <p14:creationId xmlns:p14="http://schemas.microsoft.com/office/powerpoint/2010/main" val="501689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a:spLocks noGrp="1" noChangeArrowheads="1"/>
          </p:cNvSpPr>
          <p:nvPr>
            <p:ph type="sldNum" sz="quarter" idx="5"/>
          </p:nvPr>
        </p:nvSpPr>
        <p:spPr>
          <a:noFill/>
        </p:spPr>
        <p:txBody>
          <a:bodyPr/>
          <a:lstStyle>
            <a:lvl1pPr eaLnBrk="0" hangingPunct="0">
              <a:defRPr kumimoji="1">
                <a:solidFill>
                  <a:schemeClr val="tx1"/>
                </a:solidFill>
                <a:latin typeface="Verdana" pitchFamily="34" charset="0"/>
                <a:ea typeface="新細明體" charset="-120"/>
              </a:defRPr>
            </a:lvl1pPr>
            <a:lvl2pPr marL="742950" indent="-285750" eaLnBrk="0" hangingPunct="0">
              <a:defRPr kumimoji="1">
                <a:solidFill>
                  <a:schemeClr val="tx1"/>
                </a:solidFill>
                <a:latin typeface="Verdana" pitchFamily="34" charset="0"/>
                <a:ea typeface="新細明體" charset="-120"/>
              </a:defRPr>
            </a:lvl2pPr>
            <a:lvl3pPr marL="1143000" indent="-228600" eaLnBrk="0" hangingPunct="0">
              <a:defRPr kumimoji="1">
                <a:solidFill>
                  <a:schemeClr val="tx1"/>
                </a:solidFill>
                <a:latin typeface="Verdana" pitchFamily="34" charset="0"/>
                <a:ea typeface="新細明體" charset="-120"/>
              </a:defRPr>
            </a:lvl3pPr>
            <a:lvl4pPr marL="1600200" indent="-228600" eaLnBrk="0" hangingPunct="0">
              <a:defRPr kumimoji="1">
                <a:solidFill>
                  <a:schemeClr val="tx1"/>
                </a:solidFill>
                <a:latin typeface="Verdana" pitchFamily="34" charset="0"/>
                <a:ea typeface="新細明體" charset="-120"/>
              </a:defRPr>
            </a:lvl4pPr>
            <a:lvl5pPr marL="2057400" indent="-228600" eaLnBrk="0" hangingPunct="0">
              <a:defRPr kumimoji="1">
                <a:solidFill>
                  <a:schemeClr val="tx1"/>
                </a:solidFill>
                <a:latin typeface="Verdana" pitchFamily="34" charset="0"/>
                <a:ea typeface="新細明體" charset="-120"/>
              </a:defRPr>
            </a:lvl5pPr>
            <a:lvl6pPr marL="2514600" indent="-228600" eaLnBrk="0" fontAlgn="base" hangingPunct="0">
              <a:spcBef>
                <a:spcPct val="0"/>
              </a:spcBef>
              <a:spcAft>
                <a:spcPct val="0"/>
              </a:spcAft>
              <a:defRPr kumimoji="1">
                <a:solidFill>
                  <a:schemeClr val="tx1"/>
                </a:solidFill>
                <a:latin typeface="Verdana" pitchFamily="34" charset="0"/>
                <a:ea typeface="新細明體" charset="-120"/>
              </a:defRPr>
            </a:lvl6pPr>
            <a:lvl7pPr marL="2971800" indent="-228600" eaLnBrk="0" fontAlgn="base" hangingPunct="0">
              <a:spcBef>
                <a:spcPct val="0"/>
              </a:spcBef>
              <a:spcAft>
                <a:spcPct val="0"/>
              </a:spcAft>
              <a:defRPr kumimoji="1">
                <a:solidFill>
                  <a:schemeClr val="tx1"/>
                </a:solidFill>
                <a:latin typeface="Verdana" pitchFamily="34" charset="0"/>
                <a:ea typeface="新細明體" charset="-120"/>
              </a:defRPr>
            </a:lvl7pPr>
            <a:lvl8pPr marL="3429000" indent="-228600" eaLnBrk="0" fontAlgn="base" hangingPunct="0">
              <a:spcBef>
                <a:spcPct val="0"/>
              </a:spcBef>
              <a:spcAft>
                <a:spcPct val="0"/>
              </a:spcAft>
              <a:defRPr kumimoji="1">
                <a:solidFill>
                  <a:schemeClr val="tx1"/>
                </a:solidFill>
                <a:latin typeface="Verdana" pitchFamily="34" charset="0"/>
                <a:ea typeface="新細明體" charset="-120"/>
              </a:defRPr>
            </a:lvl8pPr>
            <a:lvl9pPr marL="3886200" indent="-228600" eaLnBrk="0" fontAlgn="base" hangingPunct="0">
              <a:spcBef>
                <a:spcPct val="0"/>
              </a:spcBef>
              <a:spcAft>
                <a:spcPct val="0"/>
              </a:spcAft>
              <a:defRPr kumimoji="1">
                <a:solidFill>
                  <a:schemeClr val="tx1"/>
                </a:solidFill>
                <a:latin typeface="Verdana" pitchFamily="34" charset="0"/>
                <a:ea typeface="新細明體" charset="-120"/>
              </a:defRPr>
            </a:lvl9pPr>
          </a:lstStyle>
          <a:p>
            <a:pPr eaLnBrk="1" hangingPunct="1"/>
            <a:fld id="{ECB48339-38A7-4A44-A875-86C00591E352}" type="slidenum">
              <a:rPr lang="en-US" altLang="zh-TW">
                <a:latin typeface="Arial" charset="0"/>
              </a:rPr>
              <a:pPr eaLnBrk="1" hangingPunct="1"/>
              <a:t>3</a:t>
            </a:fld>
            <a:endParaRPr lang="en-US" altLang="zh-TW">
              <a:latin typeface="Arial" charset="0"/>
            </a:endParaRPr>
          </a:p>
        </p:txBody>
      </p:sp>
      <p:sp>
        <p:nvSpPr>
          <p:cNvPr id="24579" name="Rectangle 7"/>
          <p:cNvSpPr txBox="1">
            <a:spLocks noGrp="1" noChangeArrowheads="1"/>
          </p:cNvSpPr>
          <p:nvPr/>
        </p:nvSpPr>
        <p:spPr bwMode="auto">
          <a:xfrm>
            <a:off x="3895801" y="9173926"/>
            <a:ext cx="2980055" cy="4806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5448" tIns="47724" rIns="95448" bIns="47724" anchor="b"/>
          <a:lstStyle>
            <a:lvl1pPr defTabSz="955675" eaLnBrk="0" hangingPunct="0">
              <a:defRPr kumimoji="1">
                <a:solidFill>
                  <a:schemeClr val="tx1"/>
                </a:solidFill>
                <a:latin typeface="Verdana" pitchFamily="34" charset="0"/>
                <a:ea typeface="新細明體" charset="-120"/>
              </a:defRPr>
            </a:lvl1pPr>
            <a:lvl2pPr marL="742950" indent="-285750" defTabSz="955675" eaLnBrk="0" hangingPunct="0">
              <a:defRPr kumimoji="1">
                <a:solidFill>
                  <a:schemeClr val="tx1"/>
                </a:solidFill>
                <a:latin typeface="Verdana" pitchFamily="34" charset="0"/>
                <a:ea typeface="新細明體" charset="-120"/>
              </a:defRPr>
            </a:lvl2pPr>
            <a:lvl3pPr marL="1143000" indent="-228600" defTabSz="955675" eaLnBrk="0" hangingPunct="0">
              <a:defRPr kumimoji="1">
                <a:solidFill>
                  <a:schemeClr val="tx1"/>
                </a:solidFill>
                <a:latin typeface="Verdana" pitchFamily="34" charset="0"/>
                <a:ea typeface="新細明體" charset="-120"/>
              </a:defRPr>
            </a:lvl3pPr>
            <a:lvl4pPr marL="1600200" indent="-228600" defTabSz="955675" eaLnBrk="0" hangingPunct="0">
              <a:defRPr kumimoji="1">
                <a:solidFill>
                  <a:schemeClr val="tx1"/>
                </a:solidFill>
                <a:latin typeface="Verdana" pitchFamily="34" charset="0"/>
                <a:ea typeface="新細明體" charset="-120"/>
              </a:defRPr>
            </a:lvl4pPr>
            <a:lvl5pPr marL="2057400" indent="-228600" defTabSz="955675" eaLnBrk="0" hangingPunct="0">
              <a:defRPr kumimoji="1">
                <a:solidFill>
                  <a:schemeClr val="tx1"/>
                </a:solidFill>
                <a:latin typeface="Verdana" pitchFamily="34" charset="0"/>
                <a:ea typeface="新細明體" charset="-120"/>
              </a:defRPr>
            </a:lvl5pPr>
            <a:lvl6pPr marL="2514600" indent="-228600" defTabSz="955675" eaLnBrk="0" fontAlgn="base" hangingPunct="0">
              <a:spcBef>
                <a:spcPct val="0"/>
              </a:spcBef>
              <a:spcAft>
                <a:spcPct val="0"/>
              </a:spcAft>
              <a:defRPr kumimoji="1">
                <a:solidFill>
                  <a:schemeClr val="tx1"/>
                </a:solidFill>
                <a:latin typeface="Verdana" pitchFamily="34" charset="0"/>
                <a:ea typeface="新細明體" charset="-120"/>
              </a:defRPr>
            </a:lvl6pPr>
            <a:lvl7pPr marL="2971800" indent="-228600" defTabSz="955675" eaLnBrk="0" fontAlgn="base" hangingPunct="0">
              <a:spcBef>
                <a:spcPct val="0"/>
              </a:spcBef>
              <a:spcAft>
                <a:spcPct val="0"/>
              </a:spcAft>
              <a:defRPr kumimoji="1">
                <a:solidFill>
                  <a:schemeClr val="tx1"/>
                </a:solidFill>
                <a:latin typeface="Verdana" pitchFamily="34" charset="0"/>
                <a:ea typeface="新細明體" charset="-120"/>
              </a:defRPr>
            </a:lvl7pPr>
            <a:lvl8pPr marL="3429000" indent="-228600" defTabSz="955675" eaLnBrk="0" fontAlgn="base" hangingPunct="0">
              <a:spcBef>
                <a:spcPct val="0"/>
              </a:spcBef>
              <a:spcAft>
                <a:spcPct val="0"/>
              </a:spcAft>
              <a:defRPr kumimoji="1">
                <a:solidFill>
                  <a:schemeClr val="tx1"/>
                </a:solidFill>
                <a:latin typeface="Verdana" pitchFamily="34" charset="0"/>
                <a:ea typeface="新細明體" charset="-120"/>
              </a:defRPr>
            </a:lvl8pPr>
            <a:lvl9pPr marL="3886200" indent="-228600" defTabSz="955675" eaLnBrk="0" fontAlgn="base" hangingPunct="0">
              <a:spcBef>
                <a:spcPct val="0"/>
              </a:spcBef>
              <a:spcAft>
                <a:spcPct val="0"/>
              </a:spcAft>
              <a:defRPr kumimoji="1">
                <a:solidFill>
                  <a:schemeClr val="tx1"/>
                </a:solidFill>
                <a:latin typeface="Verdana" pitchFamily="34" charset="0"/>
                <a:ea typeface="新細明體" charset="-120"/>
              </a:defRPr>
            </a:lvl9pPr>
          </a:lstStyle>
          <a:p>
            <a:pPr algn="r" eaLnBrk="1" hangingPunct="1"/>
            <a:fld id="{FEF6C1AC-2837-4D12-881E-8261BECB2BBF}" type="slidenum">
              <a:rPr lang="en-US" altLang="zh-TW" sz="1200">
                <a:latin typeface="Arial" charset="0"/>
              </a:rPr>
              <a:pPr algn="r" eaLnBrk="1" hangingPunct="1"/>
              <a:t>3</a:t>
            </a:fld>
            <a:endParaRPr lang="en-US" altLang="zh-TW" sz="1200">
              <a:latin typeface="Arial" charset="0"/>
            </a:endParaRPr>
          </a:p>
        </p:txBody>
      </p:sp>
      <p:sp>
        <p:nvSpPr>
          <p:cNvPr id="24580" name="Rectangle 7"/>
          <p:cNvSpPr txBox="1">
            <a:spLocks noGrp="1" noChangeArrowheads="1"/>
          </p:cNvSpPr>
          <p:nvPr/>
        </p:nvSpPr>
        <p:spPr bwMode="auto">
          <a:xfrm>
            <a:off x="3896996" y="9173926"/>
            <a:ext cx="2978861" cy="4806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166" tIns="48084" rIns="96166" bIns="48084" anchor="b"/>
          <a:lstStyle>
            <a:lvl1pPr defTabSz="962025" eaLnBrk="0" hangingPunct="0">
              <a:defRPr kumimoji="1">
                <a:solidFill>
                  <a:schemeClr val="tx1"/>
                </a:solidFill>
                <a:latin typeface="Verdana" pitchFamily="34" charset="0"/>
                <a:ea typeface="新細明體" charset="-120"/>
              </a:defRPr>
            </a:lvl1pPr>
            <a:lvl2pPr marL="742950" indent="-285750" defTabSz="962025" eaLnBrk="0" hangingPunct="0">
              <a:defRPr kumimoji="1">
                <a:solidFill>
                  <a:schemeClr val="tx1"/>
                </a:solidFill>
                <a:latin typeface="Verdana" pitchFamily="34" charset="0"/>
                <a:ea typeface="新細明體" charset="-120"/>
              </a:defRPr>
            </a:lvl2pPr>
            <a:lvl3pPr marL="1143000" indent="-228600" defTabSz="962025" eaLnBrk="0" hangingPunct="0">
              <a:defRPr kumimoji="1">
                <a:solidFill>
                  <a:schemeClr val="tx1"/>
                </a:solidFill>
                <a:latin typeface="Verdana" pitchFamily="34" charset="0"/>
                <a:ea typeface="新細明體" charset="-120"/>
              </a:defRPr>
            </a:lvl3pPr>
            <a:lvl4pPr marL="1600200" indent="-228600" defTabSz="962025" eaLnBrk="0" hangingPunct="0">
              <a:defRPr kumimoji="1">
                <a:solidFill>
                  <a:schemeClr val="tx1"/>
                </a:solidFill>
                <a:latin typeface="Verdana" pitchFamily="34" charset="0"/>
                <a:ea typeface="新細明體" charset="-120"/>
              </a:defRPr>
            </a:lvl4pPr>
            <a:lvl5pPr marL="2057400" indent="-228600" defTabSz="962025" eaLnBrk="0" hangingPunct="0">
              <a:defRPr kumimoji="1">
                <a:solidFill>
                  <a:schemeClr val="tx1"/>
                </a:solidFill>
                <a:latin typeface="Verdana" pitchFamily="34" charset="0"/>
                <a:ea typeface="新細明體" charset="-120"/>
              </a:defRPr>
            </a:lvl5pPr>
            <a:lvl6pPr marL="2514600" indent="-228600" defTabSz="962025" eaLnBrk="0" fontAlgn="base" hangingPunct="0">
              <a:spcBef>
                <a:spcPct val="0"/>
              </a:spcBef>
              <a:spcAft>
                <a:spcPct val="0"/>
              </a:spcAft>
              <a:defRPr kumimoji="1">
                <a:solidFill>
                  <a:schemeClr val="tx1"/>
                </a:solidFill>
                <a:latin typeface="Verdana" pitchFamily="34" charset="0"/>
                <a:ea typeface="新細明體" charset="-120"/>
              </a:defRPr>
            </a:lvl6pPr>
            <a:lvl7pPr marL="2971800" indent="-228600" defTabSz="962025" eaLnBrk="0" fontAlgn="base" hangingPunct="0">
              <a:spcBef>
                <a:spcPct val="0"/>
              </a:spcBef>
              <a:spcAft>
                <a:spcPct val="0"/>
              </a:spcAft>
              <a:defRPr kumimoji="1">
                <a:solidFill>
                  <a:schemeClr val="tx1"/>
                </a:solidFill>
                <a:latin typeface="Verdana" pitchFamily="34" charset="0"/>
                <a:ea typeface="新細明體" charset="-120"/>
              </a:defRPr>
            </a:lvl7pPr>
            <a:lvl8pPr marL="3429000" indent="-228600" defTabSz="962025" eaLnBrk="0" fontAlgn="base" hangingPunct="0">
              <a:spcBef>
                <a:spcPct val="0"/>
              </a:spcBef>
              <a:spcAft>
                <a:spcPct val="0"/>
              </a:spcAft>
              <a:defRPr kumimoji="1">
                <a:solidFill>
                  <a:schemeClr val="tx1"/>
                </a:solidFill>
                <a:latin typeface="Verdana" pitchFamily="34" charset="0"/>
                <a:ea typeface="新細明體" charset="-120"/>
              </a:defRPr>
            </a:lvl8pPr>
            <a:lvl9pPr marL="3886200" indent="-228600" defTabSz="962025" eaLnBrk="0" fontAlgn="base" hangingPunct="0">
              <a:spcBef>
                <a:spcPct val="0"/>
              </a:spcBef>
              <a:spcAft>
                <a:spcPct val="0"/>
              </a:spcAft>
              <a:defRPr kumimoji="1">
                <a:solidFill>
                  <a:schemeClr val="tx1"/>
                </a:solidFill>
                <a:latin typeface="Verdana" pitchFamily="34" charset="0"/>
                <a:ea typeface="新細明體" charset="-120"/>
              </a:defRPr>
            </a:lvl9pPr>
          </a:lstStyle>
          <a:p>
            <a:pPr algn="r" eaLnBrk="1" hangingPunct="1"/>
            <a:fld id="{C6760034-2A9D-4E5D-B19A-DACF49B9C8BE}" type="slidenum">
              <a:rPr lang="en-US" altLang="zh-TW" sz="1200">
                <a:latin typeface="Arial" charset="0"/>
              </a:rPr>
              <a:pPr algn="r" eaLnBrk="1" hangingPunct="1"/>
              <a:t>3</a:t>
            </a:fld>
            <a:endParaRPr lang="en-US" altLang="zh-TW" sz="1200">
              <a:latin typeface="Arial" charset="0"/>
            </a:endParaRPr>
          </a:p>
        </p:txBody>
      </p:sp>
      <p:sp>
        <p:nvSpPr>
          <p:cNvPr id="24581" name="Rectangle 2"/>
          <p:cNvSpPr>
            <a:spLocks noGrp="1" noRot="1" noChangeAspect="1" noChangeArrowheads="1" noTextEdit="1"/>
          </p:cNvSpPr>
          <p:nvPr>
            <p:ph type="sldImg"/>
          </p:nvPr>
        </p:nvSpPr>
        <p:spPr>
          <a:xfrm>
            <a:off x="1027113" y="722313"/>
            <a:ext cx="4827587" cy="3622675"/>
          </a:xfrm>
          <a:ln/>
        </p:spPr>
      </p:sp>
      <p:sp>
        <p:nvSpPr>
          <p:cNvPr id="24582" name="Rectangle 3"/>
          <p:cNvSpPr>
            <a:spLocks noGrp="1" noChangeArrowheads="1"/>
          </p:cNvSpPr>
          <p:nvPr>
            <p:ph type="body" idx="1"/>
          </p:nvPr>
        </p:nvSpPr>
        <p:spPr>
          <a:xfrm>
            <a:off x="688900" y="4586963"/>
            <a:ext cx="5499252" cy="4347779"/>
          </a:xfrm>
          <a:noFill/>
        </p:spPr>
        <p:txBody>
          <a:bodyPr lIns="96166" tIns="48084" rIns="96166" bIns="48084"/>
          <a:lstStyle/>
          <a:p>
            <a:pPr eaLnBrk="1" hangingPunct="1"/>
            <a:endParaRPr lang="zh-TW" altLang="zh-TW" smtClean="0">
              <a:ea typeface="新細明體" charset="-12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7"/>
          <p:cNvSpPr>
            <a:spLocks noGrp="1" noChangeArrowheads="1"/>
          </p:cNvSpPr>
          <p:nvPr>
            <p:ph type="sldNum" sz="quarter" idx="5"/>
          </p:nvPr>
        </p:nvSpPr>
        <p:spPr>
          <a:noFill/>
        </p:spPr>
        <p:txBody>
          <a:bodyPr/>
          <a:lstStyle>
            <a:lvl1pPr eaLnBrk="0" hangingPunct="0">
              <a:defRPr kumimoji="1">
                <a:solidFill>
                  <a:schemeClr val="tx1"/>
                </a:solidFill>
                <a:latin typeface="Verdana" pitchFamily="34" charset="0"/>
                <a:ea typeface="新細明體" charset="-120"/>
              </a:defRPr>
            </a:lvl1pPr>
            <a:lvl2pPr marL="742950" indent="-285750" eaLnBrk="0" hangingPunct="0">
              <a:defRPr kumimoji="1">
                <a:solidFill>
                  <a:schemeClr val="tx1"/>
                </a:solidFill>
                <a:latin typeface="Verdana" pitchFamily="34" charset="0"/>
                <a:ea typeface="新細明體" charset="-120"/>
              </a:defRPr>
            </a:lvl2pPr>
            <a:lvl3pPr marL="1143000" indent="-228600" eaLnBrk="0" hangingPunct="0">
              <a:defRPr kumimoji="1">
                <a:solidFill>
                  <a:schemeClr val="tx1"/>
                </a:solidFill>
                <a:latin typeface="Verdana" pitchFamily="34" charset="0"/>
                <a:ea typeface="新細明體" charset="-120"/>
              </a:defRPr>
            </a:lvl3pPr>
            <a:lvl4pPr marL="1600200" indent="-228600" eaLnBrk="0" hangingPunct="0">
              <a:defRPr kumimoji="1">
                <a:solidFill>
                  <a:schemeClr val="tx1"/>
                </a:solidFill>
                <a:latin typeface="Verdana" pitchFamily="34" charset="0"/>
                <a:ea typeface="新細明體" charset="-120"/>
              </a:defRPr>
            </a:lvl4pPr>
            <a:lvl5pPr marL="2057400" indent="-228600" eaLnBrk="0" hangingPunct="0">
              <a:defRPr kumimoji="1">
                <a:solidFill>
                  <a:schemeClr val="tx1"/>
                </a:solidFill>
                <a:latin typeface="Verdana" pitchFamily="34" charset="0"/>
                <a:ea typeface="新細明體" charset="-120"/>
              </a:defRPr>
            </a:lvl5pPr>
            <a:lvl6pPr marL="2514600" indent="-228600" eaLnBrk="0" fontAlgn="base" hangingPunct="0">
              <a:spcBef>
                <a:spcPct val="0"/>
              </a:spcBef>
              <a:spcAft>
                <a:spcPct val="0"/>
              </a:spcAft>
              <a:defRPr kumimoji="1">
                <a:solidFill>
                  <a:schemeClr val="tx1"/>
                </a:solidFill>
                <a:latin typeface="Verdana" pitchFamily="34" charset="0"/>
                <a:ea typeface="新細明體" charset="-120"/>
              </a:defRPr>
            </a:lvl6pPr>
            <a:lvl7pPr marL="2971800" indent="-228600" eaLnBrk="0" fontAlgn="base" hangingPunct="0">
              <a:spcBef>
                <a:spcPct val="0"/>
              </a:spcBef>
              <a:spcAft>
                <a:spcPct val="0"/>
              </a:spcAft>
              <a:defRPr kumimoji="1">
                <a:solidFill>
                  <a:schemeClr val="tx1"/>
                </a:solidFill>
                <a:latin typeface="Verdana" pitchFamily="34" charset="0"/>
                <a:ea typeface="新細明體" charset="-120"/>
              </a:defRPr>
            </a:lvl7pPr>
            <a:lvl8pPr marL="3429000" indent="-228600" eaLnBrk="0" fontAlgn="base" hangingPunct="0">
              <a:spcBef>
                <a:spcPct val="0"/>
              </a:spcBef>
              <a:spcAft>
                <a:spcPct val="0"/>
              </a:spcAft>
              <a:defRPr kumimoji="1">
                <a:solidFill>
                  <a:schemeClr val="tx1"/>
                </a:solidFill>
                <a:latin typeface="Verdana" pitchFamily="34" charset="0"/>
                <a:ea typeface="新細明體" charset="-120"/>
              </a:defRPr>
            </a:lvl8pPr>
            <a:lvl9pPr marL="3886200" indent="-228600" eaLnBrk="0" fontAlgn="base" hangingPunct="0">
              <a:spcBef>
                <a:spcPct val="0"/>
              </a:spcBef>
              <a:spcAft>
                <a:spcPct val="0"/>
              </a:spcAft>
              <a:defRPr kumimoji="1">
                <a:solidFill>
                  <a:schemeClr val="tx1"/>
                </a:solidFill>
                <a:latin typeface="Verdana" pitchFamily="34" charset="0"/>
                <a:ea typeface="新細明體" charset="-120"/>
              </a:defRPr>
            </a:lvl9pPr>
          </a:lstStyle>
          <a:p>
            <a:pPr eaLnBrk="1" hangingPunct="1"/>
            <a:fld id="{24990CA5-7F62-4C30-A70E-710AC5C42A9E}" type="slidenum">
              <a:rPr lang="en-US" altLang="zh-TW">
                <a:latin typeface="Arial" charset="0"/>
              </a:rPr>
              <a:pPr eaLnBrk="1" hangingPunct="1"/>
              <a:t>4</a:t>
            </a:fld>
            <a:endParaRPr lang="en-US" altLang="zh-TW">
              <a:latin typeface="Arial" charset="0"/>
            </a:endParaRPr>
          </a:p>
        </p:txBody>
      </p:sp>
      <p:sp>
        <p:nvSpPr>
          <p:cNvPr id="25603" name="Rectangle 7"/>
          <p:cNvSpPr txBox="1">
            <a:spLocks noGrp="1" noChangeArrowheads="1"/>
          </p:cNvSpPr>
          <p:nvPr/>
        </p:nvSpPr>
        <p:spPr bwMode="auto">
          <a:xfrm>
            <a:off x="3895801" y="9173926"/>
            <a:ext cx="2980055" cy="4806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5448" tIns="47724" rIns="95448" bIns="47724" anchor="b"/>
          <a:lstStyle>
            <a:lvl1pPr defTabSz="955675" eaLnBrk="0" hangingPunct="0">
              <a:defRPr kumimoji="1">
                <a:solidFill>
                  <a:schemeClr val="tx1"/>
                </a:solidFill>
                <a:latin typeface="Verdana" pitchFamily="34" charset="0"/>
                <a:ea typeface="新細明體" charset="-120"/>
              </a:defRPr>
            </a:lvl1pPr>
            <a:lvl2pPr marL="742950" indent="-285750" defTabSz="955675" eaLnBrk="0" hangingPunct="0">
              <a:defRPr kumimoji="1">
                <a:solidFill>
                  <a:schemeClr val="tx1"/>
                </a:solidFill>
                <a:latin typeface="Verdana" pitchFamily="34" charset="0"/>
                <a:ea typeface="新細明體" charset="-120"/>
              </a:defRPr>
            </a:lvl2pPr>
            <a:lvl3pPr marL="1143000" indent="-228600" defTabSz="955675" eaLnBrk="0" hangingPunct="0">
              <a:defRPr kumimoji="1">
                <a:solidFill>
                  <a:schemeClr val="tx1"/>
                </a:solidFill>
                <a:latin typeface="Verdana" pitchFamily="34" charset="0"/>
                <a:ea typeface="新細明體" charset="-120"/>
              </a:defRPr>
            </a:lvl3pPr>
            <a:lvl4pPr marL="1600200" indent="-228600" defTabSz="955675" eaLnBrk="0" hangingPunct="0">
              <a:defRPr kumimoji="1">
                <a:solidFill>
                  <a:schemeClr val="tx1"/>
                </a:solidFill>
                <a:latin typeface="Verdana" pitchFamily="34" charset="0"/>
                <a:ea typeface="新細明體" charset="-120"/>
              </a:defRPr>
            </a:lvl4pPr>
            <a:lvl5pPr marL="2057400" indent="-228600" defTabSz="955675" eaLnBrk="0" hangingPunct="0">
              <a:defRPr kumimoji="1">
                <a:solidFill>
                  <a:schemeClr val="tx1"/>
                </a:solidFill>
                <a:latin typeface="Verdana" pitchFamily="34" charset="0"/>
                <a:ea typeface="新細明體" charset="-120"/>
              </a:defRPr>
            </a:lvl5pPr>
            <a:lvl6pPr marL="2514600" indent="-228600" defTabSz="955675" eaLnBrk="0" fontAlgn="base" hangingPunct="0">
              <a:spcBef>
                <a:spcPct val="0"/>
              </a:spcBef>
              <a:spcAft>
                <a:spcPct val="0"/>
              </a:spcAft>
              <a:defRPr kumimoji="1">
                <a:solidFill>
                  <a:schemeClr val="tx1"/>
                </a:solidFill>
                <a:latin typeface="Verdana" pitchFamily="34" charset="0"/>
                <a:ea typeface="新細明體" charset="-120"/>
              </a:defRPr>
            </a:lvl6pPr>
            <a:lvl7pPr marL="2971800" indent="-228600" defTabSz="955675" eaLnBrk="0" fontAlgn="base" hangingPunct="0">
              <a:spcBef>
                <a:spcPct val="0"/>
              </a:spcBef>
              <a:spcAft>
                <a:spcPct val="0"/>
              </a:spcAft>
              <a:defRPr kumimoji="1">
                <a:solidFill>
                  <a:schemeClr val="tx1"/>
                </a:solidFill>
                <a:latin typeface="Verdana" pitchFamily="34" charset="0"/>
                <a:ea typeface="新細明體" charset="-120"/>
              </a:defRPr>
            </a:lvl7pPr>
            <a:lvl8pPr marL="3429000" indent="-228600" defTabSz="955675" eaLnBrk="0" fontAlgn="base" hangingPunct="0">
              <a:spcBef>
                <a:spcPct val="0"/>
              </a:spcBef>
              <a:spcAft>
                <a:spcPct val="0"/>
              </a:spcAft>
              <a:defRPr kumimoji="1">
                <a:solidFill>
                  <a:schemeClr val="tx1"/>
                </a:solidFill>
                <a:latin typeface="Verdana" pitchFamily="34" charset="0"/>
                <a:ea typeface="新細明體" charset="-120"/>
              </a:defRPr>
            </a:lvl8pPr>
            <a:lvl9pPr marL="3886200" indent="-228600" defTabSz="955675" eaLnBrk="0" fontAlgn="base" hangingPunct="0">
              <a:spcBef>
                <a:spcPct val="0"/>
              </a:spcBef>
              <a:spcAft>
                <a:spcPct val="0"/>
              </a:spcAft>
              <a:defRPr kumimoji="1">
                <a:solidFill>
                  <a:schemeClr val="tx1"/>
                </a:solidFill>
                <a:latin typeface="Verdana" pitchFamily="34" charset="0"/>
                <a:ea typeface="新細明體" charset="-120"/>
              </a:defRPr>
            </a:lvl9pPr>
          </a:lstStyle>
          <a:p>
            <a:pPr algn="r" eaLnBrk="1" hangingPunct="1"/>
            <a:fld id="{6BF8C1E1-2C80-448A-9AD3-9DEF7EAD1970}" type="slidenum">
              <a:rPr lang="en-US" altLang="zh-TW" sz="1200">
                <a:latin typeface="Arial" charset="0"/>
              </a:rPr>
              <a:pPr algn="r" eaLnBrk="1" hangingPunct="1"/>
              <a:t>4</a:t>
            </a:fld>
            <a:endParaRPr lang="en-US" altLang="zh-TW" sz="1200">
              <a:latin typeface="Arial" charset="0"/>
            </a:endParaRPr>
          </a:p>
        </p:txBody>
      </p:sp>
      <p:sp>
        <p:nvSpPr>
          <p:cNvPr id="25604" name="Rectangle 7"/>
          <p:cNvSpPr txBox="1">
            <a:spLocks noGrp="1" noChangeArrowheads="1"/>
          </p:cNvSpPr>
          <p:nvPr/>
        </p:nvSpPr>
        <p:spPr bwMode="auto">
          <a:xfrm>
            <a:off x="3896996" y="9173926"/>
            <a:ext cx="2978861" cy="4806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166" tIns="48084" rIns="96166" bIns="48084" anchor="b"/>
          <a:lstStyle>
            <a:lvl1pPr defTabSz="962025" eaLnBrk="0" hangingPunct="0">
              <a:defRPr kumimoji="1">
                <a:solidFill>
                  <a:schemeClr val="tx1"/>
                </a:solidFill>
                <a:latin typeface="Verdana" pitchFamily="34" charset="0"/>
                <a:ea typeface="新細明體" charset="-120"/>
              </a:defRPr>
            </a:lvl1pPr>
            <a:lvl2pPr marL="742950" indent="-285750" defTabSz="962025" eaLnBrk="0" hangingPunct="0">
              <a:defRPr kumimoji="1">
                <a:solidFill>
                  <a:schemeClr val="tx1"/>
                </a:solidFill>
                <a:latin typeface="Verdana" pitchFamily="34" charset="0"/>
                <a:ea typeface="新細明體" charset="-120"/>
              </a:defRPr>
            </a:lvl2pPr>
            <a:lvl3pPr marL="1143000" indent="-228600" defTabSz="962025" eaLnBrk="0" hangingPunct="0">
              <a:defRPr kumimoji="1">
                <a:solidFill>
                  <a:schemeClr val="tx1"/>
                </a:solidFill>
                <a:latin typeface="Verdana" pitchFamily="34" charset="0"/>
                <a:ea typeface="新細明體" charset="-120"/>
              </a:defRPr>
            </a:lvl3pPr>
            <a:lvl4pPr marL="1600200" indent="-228600" defTabSz="962025" eaLnBrk="0" hangingPunct="0">
              <a:defRPr kumimoji="1">
                <a:solidFill>
                  <a:schemeClr val="tx1"/>
                </a:solidFill>
                <a:latin typeface="Verdana" pitchFamily="34" charset="0"/>
                <a:ea typeface="新細明體" charset="-120"/>
              </a:defRPr>
            </a:lvl4pPr>
            <a:lvl5pPr marL="2057400" indent="-228600" defTabSz="962025" eaLnBrk="0" hangingPunct="0">
              <a:defRPr kumimoji="1">
                <a:solidFill>
                  <a:schemeClr val="tx1"/>
                </a:solidFill>
                <a:latin typeface="Verdana" pitchFamily="34" charset="0"/>
                <a:ea typeface="新細明體" charset="-120"/>
              </a:defRPr>
            </a:lvl5pPr>
            <a:lvl6pPr marL="2514600" indent="-228600" defTabSz="962025" eaLnBrk="0" fontAlgn="base" hangingPunct="0">
              <a:spcBef>
                <a:spcPct val="0"/>
              </a:spcBef>
              <a:spcAft>
                <a:spcPct val="0"/>
              </a:spcAft>
              <a:defRPr kumimoji="1">
                <a:solidFill>
                  <a:schemeClr val="tx1"/>
                </a:solidFill>
                <a:latin typeface="Verdana" pitchFamily="34" charset="0"/>
                <a:ea typeface="新細明體" charset="-120"/>
              </a:defRPr>
            </a:lvl6pPr>
            <a:lvl7pPr marL="2971800" indent="-228600" defTabSz="962025" eaLnBrk="0" fontAlgn="base" hangingPunct="0">
              <a:spcBef>
                <a:spcPct val="0"/>
              </a:spcBef>
              <a:spcAft>
                <a:spcPct val="0"/>
              </a:spcAft>
              <a:defRPr kumimoji="1">
                <a:solidFill>
                  <a:schemeClr val="tx1"/>
                </a:solidFill>
                <a:latin typeface="Verdana" pitchFamily="34" charset="0"/>
                <a:ea typeface="新細明體" charset="-120"/>
              </a:defRPr>
            </a:lvl7pPr>
            <a:lvl8pPr marL="3429000" indent="-228600" defTabSz="962025" eaLnBrk="0" fontAlgn="base" hangingPunct="0">
              <a:spcBef>
                <a:spcPct val="0"/>
              </a:spcBef>
              <a:spcAft>
                <a:spcPct val="0"/>
              </a:spcAft>
              <a:defRPr kumimoji="1">
                <a:solidFill>
                  <a:schemeClr val="tx1"/>
                </a:solidFill>
                <a:latin typeface="Verdana" pitchFamily="34" charset="0"/>
                <a:ea typeface="新細明體" charset="-120"/>
              </a:defRPr>
            </a:lvl8pPr>
            <a:lvl9pPr marL="3886200" indent="-228600" defTabSz="962025" eaLnBrk="0" fontAlgn="base" hangingPunct="0">
              <a:spcBef>
                <a:spcPct val="0"/>
              </a:spcBef>
              <a:spcAft>
                <a:spcPct val="0"/>
              </a:spcAft>
              <a:defRPr kumimoji="1">
                <a:solidFill>
                  <a:schemeClr val="tx1"/>
                </a:solidFill>
                <a:latin typeface="Verdana" pitchFamily="34" charset="0"/>
                <a:ea typeface="新細明體" charset="-120"/>
              </a:defRPr>
            </a:lvl9pPr>
          </a:lstStyle>
          <a:p>
            <a:pPr algn="r" eaLnBrk="1" hangingPunct="1"/>
            <a:fld id="{E56B4222-E0F5-47C5-AD7C-187A33618162}" type="slidenum">
              <a:rPr lang="en-US" altLang="zh-TW" sz="1200">
                <a:latin typeface="Arial" charset="0"/>
              </a:rPr>
              <a:pPr algn="r" eaLnBrk="1" hangingPunct="1"/>
              <a:t>4</a:t>
            </a:fld>
            <a:endParaRPr lang="en-US" altLang="zh-TW" sz="1200">
              <a:latin typeface="Arial" charset="0"/>
            </a:endParaRPr>
          </a:p>
        </p:txBody>
      </p:sp>
      <p:sp>
        <p:nvSpPr>
          <p:cNvPr id="25605" name="Rectangle 2"/>
          <p:cNvSpPr>
            <a:spLocks noGrp="1" noRot="1" noChangeAspect="1" noChangeArrowheads="1" noTextEdit="1"/>
          </p:cNvSpPr>
          <p:nvPr>
            <p:ph type="sldImg"/>
          </p:nvPr>
        </p:nvSpPr>
        <p:spPr>
          <a:xfrm>
            <a:off x="1027113" y="722313"/>
            <a:ext cx="4827587" cy="3622675"/>
          </a:xfrm>
          <a:ln/>
        </p:spPr>
      </p:sp>
      <p:sp>
        <p:nvSpPr>
          <p:cNvPr id="25606" name="Rectangle 3"/>
          <p:cNvSpPr>
            <a:spLocks noGrp="1" noChangeArrowheads="1"/>
          </p:cNvSpPr>
          <p:nvPr>
            <p:ph type="body" idx="1"/>
          </p:nvPr>
        </p:nvSpPr>
        <p:spPr>
          <a:xfrm>
            <a:off x="688900" y="4586963"/>
            <a:ext cx="5499252" cy="4347779"/>
          </a:xfrm>
          <a:noFill/>
        </p:spPr>
        <p:txBody>
          <a:bodyPr lIns="96166" tIns="48084" rIns="96166" bIns="48084"/>
          <a:lstStyle/>
          <a:p>
            <a:pPr eaLnBrk="1" hangingPunct="1"/>
            <a:endParaRPr lang="zh-TW" altLang="zh-TW" smtClean="0">
              <a:ea typeface="新細明體" charset="-12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7"/>
          <p:cNvSpPr>
            <a:spLocks noGrp="1" noChangeArrowheads="1"/>
          </p:cNvSpPr>
          <p:nvPr>
            <p:ph type="sldNum" sz="quarter" idx="5"/>
          </p:nvPr>
        </p:nvSpPr>
        <p:spPr>
          <a:noFill/>
        </p:spPr>
        <p:txBody>
          <a:bodyPr/>
          <a:lstStyle>
            <a:lvl1pPr eaLnBrk="0" hangingPunct="0">
              <a:defRPr kumimoji="1">
                <a:solidFill>
                  <a:schemeClr val="tx1"/>
                </a:solidFill>
                <a:latin typeface="Verdana" pitchFamily="34" charset="0"/>
                <a:ea typeface="新細明體" charset="-120"/>
              </a:defRPr>
            </a:lvl1pPr>
            <a:lvl2pPr marL="742950" indent="-285750" eaLnBrk="0" hangingPunct="0">
              <a:defRPr kumimoji="1">
                <a:solidFill>
                  <a:schemeClr val="tx1"/>
                </a:solidFill>
                <a:latin typeface="Verdana" pitchFamily="34" charset="0"/>
                <a:ea typeface="新細明體" charset="-120"/>
              </a:defRPr>
            </a:lvl2pPr>
            <a:lvl3pPr marL="1143000" indent="-228600" eaLnBrk="0" hangingPunct="0">
              <a:defRPr kumimoji="1">
                <a:solidFill>
                  <a:schemeClr val="tx1"/>
                </a:solidFill>
                <a:latin typeface="Verdana" pitchFamily="34" charset="0"/>
                <a:ea typeface="新細明體" charset="-120"/>
              </a:defRPr>
            </a:lvl3pPr>
            <a:lvl4pPr marL="1600200" indent="-228600" eaLnBrk="0" hangingPunct="0">
              <a:defRPr kumimoji="1">
                <a:solidFill>
                  <a:schemeClr val="tx1"/>
                </a:solidFill>
                <a:latin typeface="Verdana" pitchFamily="34" charset="0"/>
                <a:ea typeface="新細明體" charset="-120"/>
              </a:defRPr>
            </a:lvl4pPr>
            <a:lvl5pPr marL="2057400" indent="-228600" eaLnBrk="0" hangingPunct="0">
              <a:defRPr kumimoji="1">
                <a:solidFill>
                  <a:schemeClr val="tx1"/>
                </a:solidFill>
                <a:latin typeface="Verdana" pitchFamily="34" charset="0"/>
                <a:ea typeface="新細明體" charset="-120"/>
              </a:defRPr>
            </a:lvl5pPr>
            <a:lvl6pPr marL="2514600" indent="-228600" eaLnBrk="0" fontAlgn="base" hangingPunct="0">
              <a:spcBef>
                <a:spcPct val="0"/>
              </a:spcBef>
              <a:spcAft>
                <a:spcPct val="0"/>
              </a:spcAft>
              <a:defRPr kumimoji="1">
                <a:solidFill>
                  <a:schemeClr val="tx1"/>
                </a:solidFill>
                <a:latin typeface="Verdana" pitchFamily="34" charset="0"/>
                <a:ea typeface="新細明體" charset="-120"/>
              </a:defRPr>
            </a:lvl6pPr>
            <a:lvl7pPr marL="2971800" indent="-228600" eaLnBrk="0" fontAlgn="base" hangingPunct="0">
              <a:spcBef>
                <a:spcPct val="0"/>
              </a:spcBef>
              <a:spcAft>
                <a:spcPct val="0"/>
              </a:spcAft>
              <a:defRPr kumimoji="1">
                <a:solidFill>
                  <a:schemeClr val="tx1"/>
                </a:solidFill>
                <a:latin typeface="Verdana" pitchFamily="34" charset="0"/>
                <a:ea typeface="新細明體" charset="-120"/>
              </a:defRPr>
            </a:lvl7pPr>
            <a:lvl8pPr marL="3429000" indent="-228600" eaLnBrk="0" fontAlgn="base" hangingPunct="0">
              <a:spcBef>
                <a:spcPct val="0"/>
              </a:spcBef>
              <a:spcAft>
                <a:spcPct val="0"/>
              </a:spcAft>
              <a:defRPr kumimoji="1">
                <a:solidFill>
                  <a:schemeClr val="tx1"/>
                </a:solidFill>
                <a:latin typeface="Verdana" pitchFamily="34" charset="0"/>
                <a:ea typeface="新細明體" charset="-120"/>
              </a:defRPr>
            </a:lvl8pPr>
            <a:lvl9pPr marL="3886200" indent="-228600" eaLnBrk="0" fontAlgn="base" hangingPunct="0">
              <a:spcBef>
                <a:spcPct val="0"/>
              </a:spcBef>
              <a:spcAft>
                <a:spcPct val="0"/>
              </a:spcAft>
              <a:defRPr kumimoji="1">
                <a:solidFill>
                  <a:schemeClr val="tx1"/>
                </a:solidFill>
                <a:latin typeface="Verdana" pitchFamily="34" charset="0"/>
                <a:ea typeface="新細明體" charset="-120"/>
              </a:defRPr>
            </a:lvl9pPr>
          </a:lstStyle>
          <a:p>
            <a:pPr eaLnBrk="1" hangingPunct="1"/>
            <a:fld id="{0DA53779-1525-460B-A43C-474E4B2991EF}" type="slidenum">
              <a:rPr lang="en-US" altLang="zh-TW">
                <a:latin typeface="Arial" charset="0"/>
              </a:rPr>
              <a:pPr eaLnBrk="1" hangingPunct="1"/>
              <a:t>5</a:t>
            </a:fld>
            <a:endParaRPr lang="en-US" altLang="zh-TW">
              <a:latin typeface="Arial" charset="0"/>
            </a:endParaRPr>
          </a:p>
        </p:txBody>
      </p:sp>
      <p:sp>
        <p:nvSpPr>
          <p:cNvPr id="26627" name="Rectangle 7"/>
          <p:cNvSpPr txBox="1">
            <a:spLocks noGrp="1" noChangeArrowheads="1"/>
          </p:cNvSpPr>
          <p:nvPr/>
        </p:nvSpPr>
        <p:spPr bwMode="auto">
          <a:xfrm>
            <a:off x="3895801" y="9173926"/>
            <a:ext cx="2980055" cy="4806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5448" tIns="47724" rIns="95448" bIns="47724" anchor="b"/>
          <a:lstStyle>
            <a:lvl1pPr defTabSz="955675" eaLnBrk="0" hangingPunct="0">
              <a:defRPr kumimoji="1">
                <a:solidFill>
                  <a:schemeClr val="tx1"/>
                </a:solidFill>
                <a:latin typeface="Verdana" pitchFamily="34" charset="0"/>
                <a:ea typeface="新細明體" charset="-120"/>
              </a:defRPr>
            </a:lvl1pPr>
            <a:lvl2pPr marL="742950" indent="-285750" defTabSz="955675" eaLnBrk="0" hangingPunct="0">
              <a:defRPr kumimoji="1">
                <a:solidFill>
                  <a:schemeClr val="tx1"/>
                </a:solidFill>
                <a:latin typeface="Verdana" pitchFamily="34" charset="0"/>
                <a:ea typeface="新細明體" charset="-120"/>
              </a:defRPr>
            </a:lvl2pPr>
            <a:lvl3pPr marL="1143000" indent="-228600" defTabSz="955675" eaLnBrk="0" hangingPunct="0">
              <a:defRPr kumimoji="1">
                <a:solidFill>
                  <a:schemeClr val="tx1"/>
                </a:solidFill>
                <a:latin typeface="Verdana" pitchFamily="34" charset="0"/>
                <a:ea typeface="新細明體" charset="-120"/>
              </a:defRPr>
            </a:lvl3pPr>
            <a:lvl4pPr marL="1600200" indent="-228600" defTabSz="955675" eaLnBrk="0" hangingPunct="0">
              <a:defRPr kumimoji="1">
                <a:solidFill>
                  <a:schemeClr val="tx1"/>
                </a:solidFill>
                <a:latin typeface="Verdana" pitchFamily="34" charset="0"/>
                <a:ea typeface="新細明體" charset="-120"/>
              </a:defRPr>
            </a:lvl4pPr>
            <a:lvl5pPr marL="2057400" indent="-228600" defTabSz="955675" eaLnBrk="0" hangingPunct="0">
              <a:defRPr kumimoji="1">
                <a:solidFill>
                  <a:schemeClr val="tx1"/>
                </a:solidFill>
                <a:latin typeface="Verdana" pitchFamily="34" charset="0"/>
                <a:ea typeface="新細明體" charset="-120"/>
              </a:defRPr>
            </a:lvl5pPr>
            <a:lvl6pPr marL="2514600" indent="-228600" defTabSz="955675" eaLnBrk="0" fontAlgn="base" hangingPunct="0">
              <a:spcBef>
                <a:spcPct val="0"/>
              </a:spcBef>
              <a:spcAft>
                <a:spcPct val="0"/>
              </a:spcAft>
              <a:defRPr kumimoji="1">
                <a:solidFill>
                  <a:schemeClr val="tx1"/>
                </a:solidFill>
                <a:latin typeface="Verdana" pitchFamily="34" charset="0"/>
                <a:ea typeface="新細明體" charset="-120"/>
              </a:defRPr>
            </a:lvl6pPr>
            <a:lvl7pPr marL="2971800" indent="-228600" defTabSz="955675" eaLnBrk="0" fontAlgn="base" hangingPunct="0">
              <a:spcBef>
                <a:spcPct val="0"/>
              </a:spcBef>
              <a:spcAft>
                <a:spcPct val="0"/>
              </a:spcAft>
              <a:defRPr kumimoji="1">
                <a:solidFill>
                  <a:schemeClr val="tx1"/>
                </a:solidFill>
                <a:latin typeface="Verdana" pitchFamily="34" charset="0"/>
                <a:ea typeface="新細明體" charset="-120"/>
              </a:defRPr>
            </a:lvl7pPr>
            <a:lvl8pPr marL="3429000" indent="-228600" defTabSz="955675" eaLnBrk="0" fontAlgn="base" hangingPunct="0">
              <a:spcBef>
                <a:spcPct val="0"/>
              </a:spcBef>
              <a:spcAft>
                <a:spcPct val="0"/>
              </a:spcAft>
              <a:defRPr kumimoji="1">
                <a:solidFill>
                  <a:schemeClr val="tx1"/>
                </a:solidFill>
                <a:latin typeface="Verdana" pitchFamily="34" charset="0"/>
                <a:ea typeface="新細明體" charset="-120"/>
              </a:defRPr>
            </a:lvl8pPr>
            <a:lvl9pPr marL="3886200" indent="-228600" defTabSz="955675" eaLnBrk="0" fontAlgn="base" hangingPunct="0">
              <a:spcBef>
                <a:spcPct val="0"/>
              </a:spcBef>
              <a:spcAft>
                <a:spcPct val="0"/>
              </a:spcAft>
              <a:defRPr kumimoji="1">
                <a:solidFill>
                  <a:schemeClr val="tx1"/>
                </a:solidFill>
                <a:latin typeface="Verdana" pitchFamily="34" charset="0"/>
                <a:ea typeface="新細明體" charset="-120"/>
              </a:defRPr>
            </a:lvl9pPr>
          </a:lstStyle>
          <a:p>
            <a:pPr algn="r" eaLnBrk="1" hangingPunct="1"/>
            <a:fld id="{88381580-CF89-4B21-A341-C549B6BC4341}" type="slidenum">
              <a:rPr lang="en-US" altLang="zh-TW" sz="1200">
                <a:latin typeface="Arial" charset="0"/>
              </a:rPr>
              <a:pPr algn="r" eaLnBrk="1" hangingPunct="1"/>
              <a:t>5</a:t>
            </a:fld>
            <a:endParaRPr lang="en-US" altLang="zh-TW" sz="1200">
              <a:latin typeface="Arial" charset="0"/>
            </a:endParaRPr>
          </a:p>
        </p:txBody>
      </p:sp>
      <p:sp>
        <p:nvSpPr>
          <p:cNvPr id="26628" name="Rectangle 7"/>
          <p:cNvSpPr txBox="1">
            <a:spLocks noGrp="1" noChangeArrowheads="1"/>
          </p:cNvSpPr>
          <p:nvPr/>
        </p:nvSpPr>
        <p:spPr bwMode="auto">
          <a:xfrm>
            <a:off x="3896996" y="9173926"/>
            <a:ext cx="2978861" cy="4806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166" tIns="48084" rIns="96166" bIns="48084" anchor="b"/>
          <a:lstStyle>
            <a:lvl1pPr defTabSz="962025" eaLnBrk="0" hangingPunct="0">
              <a:defRPr kumimoji="1">
                <a:solidFill>
                  <a:schemeClr val="tx1"/>
                </a:solidFill>
                <a:latin typeface="Verdana" pitchFamily="34" charset="0"/>
                <a:ea typeface="新細明體" charset="-120"/>
              </a:defRPr>
            </a:lvl1pPr>
            <a:lvl2pPr marL="742950" indent="-285750" defTabSz="962025" eaLnBrk="0" hangingPunct="0">
              <a:defRPr kumimoji="1">
                <a:solidFill>
                  <a:schemeClr val="tx1"/>
                </a:solidFill>
                <a:latin typeface="Verdana" pitchFamily="34" charset="0"/>
                <a:ea typeface="新細明體" charset="-120"/>
              </a:defRPr>
            </a:lvl2pPr>
            <a:lvl3pPr marL="1143000" indent="-228600" defTabSz="962025" eaLnBrk="0" hangingPunct="0">
              <a:defRPr kumimoji="1">
                <a:solidFill>
                  <a:schemeClr val="tx1"/>
                </a:solidFill>
                <a:latin typeface="Verdana" pitchFamily="34" charset="0"/>
                <a:ea typeface="新細明體" charset="-120"/>
              </a:defRPr>
            </a:lvl3pPr>
            <a:lvl4pPr marL="1600200" indent="-228600" defTabSz="962025" eaLnBrk="0" hangingPunct="0">
              <a:defRPr kumimoji="1">
                <a:solidFill>
                  <a:schemeClr val="tx1"/>
                </a:solidFill>
                <a:latin typeface="Verdana" pitchFamily="34" charset="0"/>
                <a:ea typeface="新細明體" charset="-120"/>
              </a:defRPr>
            </a:lvl4pPr>
            <a:lvl5pPr marL="2057400" indent="-228600" defTabSz="962025" eaLnBrk="0" hangingPunct="0">
              <a:defRPr kumimoji="1">
                <a:solidFill>
                  <a:schemeClr val="tx1"/>
                </a:solidFill>
                <a:latin typeface="Verdana" pitchFamily="34" charset="0"/>
                <a:ea typeface="新細明體" charset="-120"/>
              </a:defRPr>
            </a:lvl5pPr>
            <a:lvl6pPr marL="2514600" indent="-228600" defTabSz="962025" eaLnBrk="0" fontAlgn="base" hangingPunct="0">
              <a:spcBef>
                <a:spcPct val="0"/>
              </a:spcBef>
              <a:spcAft>
                <a:spcPct val="0"/>
              </a:spcAft>
              <a:defRPr kumimoji="1">
                <a:solidFill>
                  <a:schemeClr val="tx1"/>
                </a:solidFill>
                <a:latin typeface="Verdana" pitchFamily="34" charset="0"/>
                <a:ea typeface="新細明體" charset="-120"/>
              </a:defRPr>
            </a:lvl6pPr>
            <a:lvl7pPr marL="2971800" indent="-228600" defTabSz="962025" eaLnBrk="0" fontAlgn="base" hangingPunct="0">
              <a:spcBef>
                <a:spcPct val="0"/>
              </a:spcBef>
              <a:spcAft>
                <a:spcPct val="0"/>
              </a:spcAft>
              <a:defRPr kumimoji="1">
                <a:solidFill>
                  <a:schemeClr val="tx1"/>
                </a:solidFill>
                <a:latin typeface="Verdana" pitchFamily="34" charset="0"/>
                <a:ea typeface="新細明體" charset="-120"/>
              </a:defRPr>
            </a:lvl7pPr>
            <a:lvl8pPr marL="3429000" indent="-228600" defTabSz="962025" eaLnBrk="0" fontAlgn="base" hangingPunct="0">
              <a:spcBef>
                <a:spcPct val="0"/>
              </a:spcBef>
              <a:spcAft>
                <a:spcPct val="0"/>
              </a:spcAft>
              <a:defRPr kumimoji="1">
                <a:solidFill>
                  <a:schemeClr val="tx1"/>
                </a:solidFill>
                <a:latin typeface="Verdana" pitchFamily="34" charset="0"/>
                <a:ea typeface="新細明體" charset="-120"/>
              </a:defRPr>
            </a:lvl8pPr>
            <a:lvl9pPr marL="3886200" indent="-228600" defTabSz="962025" eaLnBrk="0" fontAlgn="base" hangingPunct="0">
              <a:spcBef>
                <a:spcPct val="0"/>
              </a:spcBef>
              <a:spcAft>
                <a:spcPct val="0"/>
              </a:spcAft>
              <a:defRPr kumimoji="1">
                <a:solidFill>
                  <a:schemeClr val="tx1"/>
                </a:solidFill>
                <a:latin typeface="Verdana" pitchFamily="34" charset="0"/>
                <a:ea typeface="新細明體" charset="-120"/>
              </a:defRPr>
            </a:lvl9pPr>
          </a:lstStyle>
          <a:p>
            <a:pPr algn="r" eaLnBrk="1" hangingPunct="1"/>
            <a:fld id="{6DC1ED47-02CC-49A0-B48E-2973042E2934}" type="slidenum">
              <a:rPr lang="en-US" altLang="zh-TW" sz="1200">
                <a:latin typeface="Arial" charset="0"/>
              </a:rPr>
              <a:pPr algn="r" eaLnBrk="1" hangingPunct="1"/>
              <a:t>5</a:t>
            </a:fld>
            <a:endParaRPr lang="en-US" altLang="zh-TW" sz="1200">
              <a:latin typeface="Arial" charset="0"/>
            </a:endParaRPr>
          </a:p>
        </p:txBody>
      </p:sp>
      <p:sp>
        <p:nvSpPr>
          <p:cNvPr id="26629" name="Rectangle 2"/>
          <p:cNvSpPr>
            <a:spLocks noGrp="1" noRot="1" noChangeAspect="1" noChangeArrowheads="1" noTextEdit="1"/>
          </p:cNvSpPr>
          <p:nvPr>
            <p:ph type="sldImg"/>
          </p:nvPr>
        </p:nvSpPr>
        <p:spPr>
          <a:xfrm>
            <a:off x="1027113" y="722313"/>
            <a:ext cx="4827587" cy="3622675"/>
          </a:xfrm>
          <a:ln/>
        </p:spPr>
      </p:sp>
      <p:sp>
        <p:nvSpPr>
          <p:cNvPr id="26630" name="Rectangle 3"/>
          <p:cNvSpPr>
            <a:spLocks noGrp="1" noChangeArrowheads="1"/>
          </p:cNvSpPr>
          <p:nvPr>
            <p:ph type="body" idx="1"/>
          </p:nvPr>
        </p:nvSpPr>
        <p:spPr>
          <a:xfrm>
            <a:off x="688900" y="4586963"/>
            <a:ext cx="5499252" cy="4347779"/>
          </a:xfrm>
          <a:noFill/>
        </p:spPr>
        <p:txBody>
          <a:bodyPr lIns="96166" tIns="48084" rIns="96166" bIns="48084"/>
          <a:lstStyle/>
          <a:p>
            <a:pPr eaLnBrk="1" hangingPunct="1"/>
            <a:endParaRPr lang="zh-TW" altLang="zh-TW" smtClean="0">
              <a:ea typeface="新細明體" charset="-12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7"/>
          <p:cNvSpPr>
            <a:spLocks noGrp="1" noChangeArrowheads="1"/>
          </p:cNvSpPr>
          <p:nvPr>
            <p:ph type="sldNum" sz="quarter" idx="5"/>
          </p:nvPr>
        </p:nvSpPr>
        <p:spPr>
          <a:noFill/>
        </p:spPr>
        <p:txBody>
          <a:bodyPr/>
          <a:lstStyle>
            <a:lvl1pPr eaLnBrk="0" hangingPunct="0">
              <a:defRPr kumimoji="1">
                <a:solidFill>
                  <a:schemeClr val="tx1"/>
                </a:solidFill>
                <a:latin typeface="Verdana" pitchFamily="34" charset="0"/>
                <a:ea typeface="新細明體" charset="-120"/>
              </a:defRPr>
            </a:lvl1pPr>
            <a:lvl2pPr marL="742950" indent="-285750" eaLnBrk="0" hangingPunct="0">
              <a:defRPr kumimoji="1">
                <a:solidFill>
                  <a:schemeClr val="tx1"/>
                </a:solidFill>
                <a:latin typeface="Verdana" pitchFamily="34" charset="0"/>
                <a:ea typeface="新細明體" charset="-120"/>
              </a:defRPr>
            </a:lvl2pPr>
            <a:lvl3pPr marL="1143000" indent="-228600" eaLnBrk="0" hangingPunct="0">
              <a:defRPr kumimoji="1">
                <a:solidFill>
                  <a:schemeClr val="tx1"/>
                </a:solidFill>
                <a:latin typeface="Verdana" pitchFamily="34" charset="0"/>
                <a:ea typeface="新細明體" charset="-120"/>
              </a:defRPr>
            </a:lvl3pPr>
            <a:lvl4pPr marL="1600200" indent="-228600" eaLnBrk="0" hangingPunct="0">
              <a:defRPr kumimoji="1">
                <a:solidFill>
                  <a:schemeClr val="tx1"/>
                </a:solidFill>
                <a:latin typeface="Verdana" pitchFamily="34" charset="0"/>
                <a:ea typeface="新細明體" charset="-120"/>
              </a:defRPr>
            </a:lvl4pPr>
            <a:lvl5pPr marL="2057400" indent="-228600" eaLnBrk="0" hangingPunct="0">
              <a:defRPr kumimoji="1">
                <a:solidFill>
                  <a:schemeClr val="tx1"/>
                </a:solidFill>
                <a:latin typeface="Verdana" pitchFamily="34" charset="0"/>
                <a:ea typeface="新細明體" charset="-120"/>
              </a:defRPr>
            </a:lvl5pPr>
            <a:lvl6pPr marL="2514600" indent="-228600" eaLnBrk="0" fontAlgn="base" hangingPunct="0">
              <a:spcBef>
                <a:spcPct val="0"/>
              </a:spcBef>
              <a:spcAft>
                <a:spcPct val="0"/>
              </a:spcAft>
              <a:defRPr kumimoji="1">
                <a:solidFill>
                  <a:schemeClr val="tx1"/>
                </a:solidFill>
                <a:latin typeface="Verdana" pitchFamily="34" charset="0"/>
                <a:ea typeface="新細明體" charset="-120"/>
              </a:defRPr>
            </a:lvl6pPr>
            <a:lvl7pPr marL="2971800" indent="-228600" eaLnBrk="0" fontAlgn="base" hangingPunct="0">
              <a:spcBef>
                <a:spcPct val="0"/>
              </a:spcBef>
              <a:spcAft>
                <a:spcPct val="0"/>
              </a:spcAft>
              <a:defRPr kumimoji="1">
                <a:solidFill>
                  <a:schemeClr val="tx1"/>
                </a:solidFill>
                <a:latin typeface="Verdana" pitchFamily="34" charset="0"/>
                <a:ea typeface="新細明體" charset="-120"/>
              </a:defRPr>
            </a:lvl7pPr>
            <a:lvl8pPr marL="3429000" indent="-228600" eaLnBrk="0" fontAlgn="base" hangingPunct="0">
              <a:spcBef>
                <a:spcPct val="0"/>
              </a:spcBef>
              <a:spcAft>
                <a:spcPct val="0"/>
              </a:spcAft>
              <a:defRPr kumimoji="1">
                <a:solidFill>
                  <a:schemeClr val="tx1"/>
                </a:solidFill>
                <a:latin typeface="Verdana" pitchFamily="34" charset="0"/>
                <a:ea typeface="新細明體" charset="-120"/>
              </a:defRPr>
            </a:lvl8pPr>
            <a:lvl9pPr marL="3886200" indent="-228600" eaLnBrk="0" fontAlgn="base" hangingPunct="0">
              <a:spcBef>
                <a:spcPct val="0"/>
              </a:spcBef>
              <a:spcAft>
                <a:spcPct val="0"/>
              </a:spcAft>
              <a:defRPr kumimoji="1">
                <a:solidFill>
                  <a:schemeClr val="tx1"/>
                </a:solidFill>
                <a:latin typeface="Verdana" pitchFamily="34" charset="0"/>
                <a:ea typeface="新細明體" charset="-120"/>
              </a:defRPr>
            </a:lvl9pPr>
          </a:lstStyle>
          <a:p>
            <a:pPr eaLnBrk="1" hangingPunct="1"/>
            <a:fld id="{7D5B52D7-2919-46C0-84F4-963C3C44CE7B}" type="slidenum">
              <a:rPr lang="en-US" altLang="zh-TW">
                <a:latin typeface="Arial" charset="0"/>
              </a:rPr>
              <a:pPr eaLnBrk="1" hangingPunct="1"/>
              <a:t>6</a:t>
            </a:fld>
            <a:endParaRPr lang="en-US" altLang="zh-TW">
              <a:latin typeface="Arial" charset="0"/>
            </a:endParaRPr>
          </a:p>
        </p:txBody>
      </p:sp>
      <p:sp>
        <p:nvSpPr>
          <p:cNvPr id="27651" name="Rectangle 7"/>
          <p:cNvSpPr txBox="1">
            <a:spLocks noGrp="1" noChangeArrowheads="1"/>
          </p:cNvSpPr>
          <p:nvPr/>
        </p:nvSpPr>
        <p:spPr bwMode="auto">
          <a:xfrm>
            <a:off x="3895801" y="9173926"/>
            <a:ext cx="2980055" cy="4806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5448" tIns="47724" rIns="95448" bIns="47724" anchor="b"/>
          <a:lstStyle>
            <a:lvl1pPr defTabSz="955675" eaLnBrk="0" hangingPunct="0">
              <a:defRPr kumimoji="1">
                <a:solidFill>
                  <a:schemeClr val="tx1"/>
                </a:solidFill>
                <a:latin typeface="Verdana" pitchFamily="34" charset="0"/>
                <a:ea typeface="新細明體" charset="-120"/>
              </a:defRPr>
            </a:lvl1pPr>
            <a:lvl2pPr marL="742950" indent="-285750" defTabSz="955675" eaLnBrk="0" hangingPunct="0">
              <a:defRPr kumimoji="1">
                <a:solidFill>
                  <a:schemeClr val="tx1"/>
                </a:solidFill>
                <a:latin typeface="Verdana" pitchFamily="34" charset="0"/>
                <a:ea typeface="新細明體" charset="-120"/>
              </a:defRPr>
            </a:lvl2pPr>
            <a:lvl3pPr marL="1143000" indent="-228600" defTabSz="955675" eaLnBrk="0" hangingPunct="0">
              <a:defRPr kumimoji="1">
                <a:solidFill>
                  <a:schemeClr val="tx1"/>
                </a:solidFill>
                <a:latin typeface="Verdana" pitchFamily="34" charset="0"/>
                <a:ea typeface="新細明體" charset="-120"/>
              </a:defRPr>
            </a:lvl3pPr>
            <a:lvl4pPr marL="1600200" indent="-228600" defTabSz="955675" eaLnBrk="0" hangingPunct="0">
              <a:defRPr kumimoji="1">
                <a:solidFill>
                  <a:schemeClr val="tx1"/>
                </a:solidFill>
                <a:latin typeface="Verdana" pitchFamily="34" charset="0"/>
                <a:ea typeface="新細明體" charset="-120"/>
              </a:defRPr>
            </a:lvl4pPr>
            <a:lvl5pPr marL="2057400" indent="-228600" defTabSz="955675" eaLnBrk="0" hangingPunct="0">
              <a:defRPr kumimoji="1">
                <a:solidFill>
                  <a:schemeClr val="tx1"/>
                </a:solidFill>
                <a:latin typeface="Verdana" pitchFamily="34" charset="0"/>
                <a:ea typeface="新細明體" charset="-120"/>
              </a:defRPr>
            </a:lvl5pPr>
            <a:lvl6pPr marL="2514600" indent="-228600" defTabSz="955675" eaLnBrk="0" fontAlgn="base" hangingPunct="0">
              <a:spcBef>
                <a:spcPct val="0"/>
              </a:spcBef>
              <a:spcAft>
                <a:spcPct val="0"/>
              </a:spcAft>
              <a:defRPr kumimoji="1">
                <a:solidFill>
                  <a:schemeClr val="tx1"/>
                </a:solidFill>
                <a:latin typeface="Verdana" pitchFamily="34" charset="0"/>
                <a:ea typeface="新細明體" charset="-120"/>
              </a:defRPr>
            </a:lvl6pPr>
            <a:lvl7pPr marL="2971800" indent="-228600" defTabSz="955675" eaLnBrk="0" fontAlgn="base" hangingPunct="0">
              <a:spcBef>
                <a:spcPct val="0"/>
              </a:spcBef>
              <a:spcAft>
                <a:spcPct val="0"/>
              </a:spcAft>
              <a:defRPr kumimoji="1">
                <a:solidFill>
                  <a:schemeClr val="tx1"/>
                </a:solidFill>
                <a:latin typeface="Verdana" pitchFamily="34" charset="0"/>
                <a:ea typeface="新細明體" charset="-120"/>
              </a:defRPr>
            </a:lvl7pPr>
            <a:lvl8pPr marL="3429000" indent="-228600" defTabSz="955675" eaLnBrk="0" fontAlgn="base" hangingPunct="0">
              <a:spcBef>
                <a:spcPct val="0"/>
              </a:spcBef>
              <a:spcAft>
                <a:spcPct val="0"/>
              </a:spcAft>
              <a:defRPr kumimoji="1">
                <a:solidFill>
                  <a:schemeClr val="tx1"/>
                </a:solidFill>
                <a:latin typeface="Verdana" pitchFamily="34" charset="0"/>
                <a:ea typeface="新細明體" charset="-120"/>
              </a:defRPr>
            </a:lvl8pPr>
            <a:lvl9pPr marL="3886200" indent="-228600" defTabSz="955675" eaLnBrk="0" fontAlgn="base" hangingPunct="0">
              <a:spcBef>
                <a:spcPct val="0"/>
              </a:spcBef>
              <a:spcAft>
                <a:spcPct val="0"/>
              </a:spcAft>
              <a:defRPr kumimoji="1">
                <a:solidFill>
                  <a:schemeClr val="tx1"/>
                </a:solidFill>
                <a:latin typeface="Verdana" pitchFamily="34" charset="0"/>
                <a:ea typeface="新細明體" charset="-120"/>
              </a:defRPr>
            </a:lvl9pPr>
          </a:lstStyle>
          <a:p>
            <a:pPr algn="r" eaLnBrk="1" hangingPunct="1"/>
            <a:fld id="{0BBE706F-BC3E-46AE-ABF1-533CE615251B}" type="slidenum">
              <a:rPr lang="en-US" altLang="zh-TW" sz="1200">
                <a:latin typeface="Arial" charset="0"/>
              </a:rPr>
              <a:pPr algn="r" eaLnBrk="1" hangingPunct="1"/>
              <a:t>6</a:t>
            </a:fld>
            <a:endParaRPr lang="en-US" altLang="zh-TW" sz="1200">
              <a:latin typeface="Arial" charset="0"/>
            </a:endParaRPr>
          </a:p>
        </p:txBody>
      </p:sp>
      <p:sp>
        <p:nvSpPr>
          <p:cNvPr id="27652" name="Rectangle 7"/>
          <p:cNvSpPr txBox="1">
            <a:spLocks noGrp="1" noChangeArrowheads="1"/>
          </p:cNvSpPr>
          <p:nvPr/>
        </p:nvSpPr>
        <p:spPr bwMode="auto">
          <a:xfrm>
            <a:off x="3896996" y="9173926"/>
            <a:ext cx="2978861" cy="4806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166" tIns="48084" rIns="96166" bIns="48084" anchor="b"/>
          <a:lstStyle>
            <a:lvl1pPr defTabSz="962025" eaLnBrk="0" hangingPunct="0">
              <a:defRPr kumimoji="1">
                <a:solidFill>
                  <a:schemeClr val="tx1"/>
                </a:solidFill>
                <a:latin typeface="Verdana" pitchFamily="34" charset="0"/>
                <a:ea typeface="新細明體" charset="-120"/>
              </a:defRPr>
            </a:lvl1pPr>
            <a:lvl2pPr marL="742950" indent="-285750" defTabSz="962025" eaLnBrk="0" hangingPunct="0">
              <a:defRPr kumimoji="1">
                <a:solidFill>
                  <a:schemeClr val="tx1"/>
                </a:solidFill>
                <a:latin typeface="Verdana" pitchFamily="34" charset="0"/>
                <a:ea typeface="新細明體" charset="-120"/>
              </a:defRPr>
            </a:lvl2pPr>
            <a:lvl3pPr marL="1143000" indent="-228600" defTabSz="962025" eaLnBrk="0" hangingPunct="0">
              <a:defRPr kumimoji="1">
                <a:solidFill>
                  <a:schemeClr val="tx1"/>
                </a:solidFill>
                <a:latin typeface="Verdana" pitchFamily="34" charset="0"/>
                <a:ea typeface="新細明體" charset="-120"/>
              </a:defRPr>
            </a:lvl3pPr>
            <a:lvl4pPr marL="1600200" indent="-228600" defTabSz="962025" eaLnBrk="0" hangingPunct="0">
              <a:defRPr kumimoji="1">
                <a:solidFill>
                  <a:schemeClr val="tx1"/>
                </a:solidFill>
                <a:latin typeface="Verdana" pitchFamily="34" charset="0"/>
                <a:ea typeface="新細明體" charset="-120"/>
              </a:defRPr>
            </a:lvl4pPr>
            <a:lvl5pPr marL="2057400" indent="-228600" defTabSz="962025" eaLnBrk="0" hangingPunct="0">
              <a:defRPr kumimoji="1">
                <a:solidFill>
                  <a:schemeClr val="tx1"/>
                </a:solidFill>
                <a:latin typeface="Verdana" pitchFamily="34" charset="0"/>
                <a:ea typeface="新細明體" charset="-120"/>
              </a:defRPr>
            </a:lvl5pPr>
            <a:lvl6pPr marL="2514600" indent="-228600" defTabSz="962025" eaLnBrk="0" fontAlgn="base" hangingPunct="0">
              <a:spcBef>
                <a:spcPct val="0"/>
              </a:spcBef>
              <a:spcAft>
                <a:spcPct val="0"/>
              </a:spcAft>
              <a:defRPr kumimoji="1">
                <a:solidFill>
                  <a:schemeClr val="tx1"/>
                </a:solidFill>
                <a:latin typeface="Verdana" pitchFamily="34" charset="0"/>
                <a:ea typeface="新細明體" charset="-120"/>
              </a:defRPr>
            </a:lvl6pPr>
            <a:lvl7pPr marL="2971800" indent="-228600" defTabSz="962025" eaLnBrk="0" fontAlgn="base" hangingPunct="0">
              <a:spcBef>
                <a:spcPct val="0"/>
              </a:spcBef>
              <a:spcAft>
                <a:spcPct val="0"/>
              </a:spcAft>
              <a:defRPr kumimoji="1">
                <a:solidFill>
                  <a:schemeClr val="tx1"/>
                </a:solidFill>
                <a:latin typeface="Verdana" pitchFamily="34" charset="0"/>
                <a:ea typeface="新細明體" charset="-120"/>
              </a:defRPr>
            </a:lvl7pPr>
            <a:lvl8pPr marL="3429000" indent="-228600" defTabSz="962025" eaLnBrk="0" fontAlgn="base" hangingPunct="0">
              <a:spcBef>
                <a:spcPct val="0"/>
              </a:spcBef>
              <a:spcAft>
                <a:spcPct val="0"/>
              </a:spcAft>
              <a:defRPr kumimoji="1">
                <a:solidFill>
                  <a:schemeClr val="tx1"/>
                </a:solidFill>
                <a:latin typeface="Verdana" pitchFamily="34" charset="0"/>
                <a:ea typeface="新細明體" charset="-120"/>
              </a:defRPr>
            </a:lvl8pPr>
            <a:lvl9pPr marL="3886200" indent="-228600" defTabSz="962025" eaLnBrk="0" fontAlgn="base" hangingPunct="0">
              <a:spcBef>
                <a:spcPct val="0"/>
              </a:spcBef>
              <a:spcAft>
                <a:spcPct val="0"/>
              </a:spcAft>
              <a:defRPr kumimoji="1">
                <a:solidFill>
                  <a:schemeClr val="tx1"/>
                </a:solidFill>
                <a:latin typeface="Verdana" pitchFamily="34" charset="0"/>
                <a:ea typeface="新細明體" charset="-120"/>
              </a:defRPr>
            </a:lvl9pPr>
          </a:lstStyle>
          <a:p>
            <a:pPr algn="r" eaLnBrk="1" hangingPunct="1"/>
            <a:fld id="{2F9D503D-1C46-47E8-8BF3-B93A93690CEC}" type="slidenum">
              <a:rPr lang="en-US" altLang="zh-TW" sz="1200">
                <a:latin typeface="Arial" charset="0"/>
              </a:rPr>
              <a:pPr algn="r" eaLnBrk="1" hangingPunct="1"/>
              <a:t>6</a:t>
            </a:fld>
            <a:endParaRPr lang="en-US" altLang="zh-TW" sz="1200">
              <a:latin typeface="Arial" charset="0"/>
            </a:endParaRPr>
          </a:p>
        </p:txBody>
      </p:sp>
      <p:sp>
        <p:nvSpPr>
          <p:cNvPr id="27653" name="Rectangle 2"/>
          <p:cNvSpPr>
            <a:spLocks noGrp="1" noRot="1" noChangeAspect="1" noChangeArrowheads="1" noTextEdit="1"/>
          </p:cNvSpPr>
          <p:nvPr>
            <p:ph type="sldImg"/>
          </p:nvPr>
        </p:nvSpPr>
        <p:spPr>
          <a:xfrm>
            <a:off x="1027113" y="722313"/>
            <a:ext cx="4827587" cy="3622675"/>
          </a:xfrm>
          <a:ln/>
        </p:spPr>
      </p:sp>
      <p:sp>
        <p:nvSpPr>
          <p:cNvPr id="27654" name="Rectangle 3"/>
          <p:cNvSpPr>
            <a:spLocks noGrp="1" noChangeArrowheads="1"/>
          </p:cNvSpPr>
          <p:nvPr>
            <p:ph type="body" idx="1"/>
          </p:nvPr>
        </p:nvSpPr>
        <p:spPr>
          <a:xfrm>
            <a:off x="688900" y="4586963"/>
            <a:ext cx="5499252" cy="4347779"/>
          </a:xfrm>
          <a:noFill/>
        </p:spPr>
        <p:txBody>
          <a:bodyPr lIns="96166" tIns="48084" rIns="96166" bIns="48084"/>
          <a:lstStyle/>
          <a:p>
            <a:pPr eaLnBrk="1" hangingPunct="1"/>
            <a:endParaRPr lang="zh-TW" altLang="zh-TW" smtClean="0">
              <a:ea typeface="新細明體" charset="-12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7"/>
          <p:cNvSpPr>
            <a:spLocks noGrp="1" noChangeArrowheads="1"/>
          </p:cNvSpPr>
          <p:nvPr>
            <p:ph type="sldNum" sz="quarter" idx="5"/>
          </p:nvPr>
        </p:nvSpPr>
        <p:spPr>
          <a:noFill/>
        </p:spPr>
        <p:txBody>
          <a:bodyPr/>
          <a:lstStyle>
            <a:lvl1pPr algn="l" defTabSz="912813" eaLnBrk="0" hangingPunct="0">
              <a:spcBef>
                <a:spcPct val="30000"/>
              </a:spcBef>
              <a:defRPr kumimoji="1" sz="1200">
                <a:solidFill>
                  <a:schemeClr val="tx1"/>
                </a:solidFill>
                <a:latin typeface="Times New Roman" pitchFamily="18" charset="0"/>
                <a:ea typeface="新細明體" charset="-120"/>
              </a:defRPr>
            </a:lvl1pPr>
            <a:lvl2pPr marL="742950" indent="-285750" algn="l" defTabSz="912813" eaLnBrk="0" hangingPunct="0">
              <a:spcBef>
                <a:spcPct val="30000"/>
              </a:spcBef>
              <a:defRPr kumimoji="1" sz="1200">
                <a:solidFill>
                  <a:schemeClr val="tx1"/>
                </a:solidFill>
                <a:latin typeface="Times New Roman" pitchFamily="18" charset="0"/>
                <a:ea typeface="新細明體" charset="-120"/>
              </a:defRPr>
            </a:lvl2pPr>
            <a:lvl3pPr marL="1143000" indent="-228600" algn="l" defTabSz="912813" eaLnBrk="0" hangingPunct="0">
              <a:spcBef>
                <a:spcPct val="30000"/>
              </a:spcBef>
              <a:defRPr kumimoji="1" sz="1200">
                <a:solidFill>
                  <a:schemeClr val="tx1"/>
                </a:solidFill>
                <a:latin typeface="Times New Roman" pitchFamily="18" charset="0"/>
                <a:ea typeface="新細明體" charset="-120"/>
              </a:defRPr>
            </a:lvl3pPr>
            <a:lvl4pPr marL="1600200" indent="-228600" algn="l" defTabSz="912813" eaLnBrk="0" hangingPunct="0">
              <a:spcBef>
                <a:spcPct val="30000"/>
              </a:spcBef>
              <a:defRPr kumimoji="1" sz="1200">
                <a:solidFill>
                  <a:schemeClr val="tx1"/>
                </a:solidFill>
                <a:latin typeface="Times New Roman" pitchFamily="18" charset="0"/>
                <a:ea typeface="新細明體" charset="-120"/>
              </a:defRPr>
            </a:lvl4pPr>
            <a:lvl5pPr marL="2057400" indent="-228600" algn="l" defTabSz="912813" eaLnBrk="0" hangingPunct="0">
              <a:spcBef>
                <a:spcPct val="30000"/>
              </a:spcBef>
              <a:defRPr kumimoji="1" sz="1200">
                <a:solidFill>
                  <a:schemeClr val="tx1"/>
                </a:solidFill>
                <a:latin typeface="Times New Roman" pitchFamily="18" charset="0"/>
                <a:ea typeface="新細明體" charset="-120"/>
              </a:defRPr>
            </a:lvl5pPr>
            <a:lvl6pPr marL="2514600" indent="-228600" defTabSz="912813" eaLnBrk="0" fontAlgn="base" hangingPunct="0">
              <a:spcBef>
                <a:spcPct val="30000"/>
              </a:spcBef>
              <a:spcAft>
                <a:spcPct val="0"/>
              </a:spcAft>
              <a:defRPr kumimoji="1" sz="1200">
                <a:solidFill>
                  <a:schemeClr val="tx1"/>
                </a:solidFill>
                <a:latin typeface="Times New Roman" pitchFamily="18" charset="0"/>
                <a:ea typeface="新細明體" charset="-120"/>
              </a:defRPr>
            </a:lvl6pPr>
            <a:lvl7pPr marL="2971800" indent="-228600" defTabSz="912813" eaLnBrk="0" fontAlgn="base" hangingPunct="0">
              <a:spcBef>
                <a:spcPct val="30000"/>
              </a:spcBef>
              <a:spcAft>
                <a:spcPct val="0"/>
              </a:spcAft>
              <a:defRPr kumimoji="1" sz="1200">
                <a:solidFill>
                  <a:schemeClr val="tx1"/>
                </a:solidFill>
                <a:latin typeface="Times New Roman" pitchFamily="18" charset="0"/>
                <a:ea typeface="新細明體" charset="-120"/>
              </a:defRPr>
            </a:lvl7pPr>
            <a:lvl8pPr marL="3429000" indent="-228600" defTabSz="912813" eaLnBrk="0" fontAlgn="base" hangingPunct="0">
              <a:spcBef>
                <a:spcPct val="30000"/>
              </a:spcBef>
              <a:spcAft>
                <a:spcPct val="0"/>
              </a:spcAft>
              <a:defRPr kumimoji="1" sz="1200">
                <a:solidFill>
                  <a:schemeClr val="tx1"/>
                </a:solidFill>
                <a:latin typeface="Times New Roman" pitchFamily="18" charset="0"/>
                <a:ea typeface="新細明體" charset="-120"/>
              </a:defRPr>
            </a:lvl8pPr>
            <a:lvl9pPr marL="3886200" indent="-228600" defTabSz="912813" eaLnBrk="0" fontAlgn="base" hangingPunct="0">
              <a:spcBef>
                <a:spcPct val="30000"/>
              </a:spcBef>
              <a:spcAft>
                <a:spcPct val="0"/>
              </a:spcAft>
              <a:defRPr kumimoji="1" sz="1200">
                <a:solidFill>
                  <a:schemeClr val="tx1"/>
                </a:solidFill>
                <a:latin typeface="Times New Roman" pitchFamily="18" charset="0"/>
                <a:ea typeface="新細明體" charset="-120"/>
              </a:defRPr>
            </a:lvl9pPr>
          </a:lstStyle>
          <a:p>
            <a:pPr algn="r" eaLnBrk="1" hangingPunct="1">
              <a:spcBef>
                <a:spcPct val="0"/>
              </a:spcBef>
            </a:pPr>
            <a:fld id="{453B95A0-AA4C-4D1D-9C6F-2D0824BAAD76}" type="slidenum">
              <a:rPr lang="en-US" altLang="zh-TW" smtClean="0"/>
              <a:pPr algn="r" eaLnBrk="1" hangingPunct="1">
                <a:spcBef>
                  <a:spcPct val="0"/>
                </a:spcBef>
              </a:pPr>
              <a:t>8</a:t>
            </a:fld>
            <a:endParaRPr lang="en-US" altLang="zh-TW" smtClean="0"/>
          </a:p>
        </p:txBody>
      </p:sp>
      <p:sp>
        <p:nvSpPr>
          <p:cNvPr id="72707" name="Rectangle 2"/>
          <p:cNvSpPr>
            <a:spLocks noGrp="1" noRot="1" noChangeAspect="1" noChangeArrowheads="1" noTextEdit="1"/>
          </p:cNvSpPr>
          <p:nvPr>
            <p:ph type="sldImg"/>
          </p:nvPr>
        </p:nvSpPr>
        <p:spPr>
          <a:xfrm>
            <a:off x="1025525" y="725488"/>
            <a:ext cx="4826000" cy="3619500"/>
          </a:xfrm>
          <a:ln/>
        </p:spPr>
      </p:sp>
      <p:sp>
        <p:nvSpPr>
          <p:cNvPr id="72708" name="Rectangle 3"/>
          <p:cNvSpPr>
            <a:spLocks noGrp="1" noChangeArrowheads="1"/>
          </p:cNvSpPr>
          <p:nvPr>
            <p:ph type="body" idx="1"/>
          </p:nvPr>
        </p:nvSpPr>
        <p:spPr>
          <a:xfrm>
            <a:off x="916726" y="4588006"/>
            <a:ext cx="5043599" cy="434376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lIns="90727" tIns="45363" rIns="90727" bIns="45363"/>
          <a:lstStyle/>
          <a:p>
            <a:pPr eaLnBrk="1" hangingPunct="1"/>
            <a:endParaRPr lang="zh-TW" altLang="zh-TW" smtClean="0">
              <a:ea typeface="新細明體" charset="-12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685800" y="2130425"/>
            <a:ext cx="7772400" cy="1470025"/>
          </a:xfrm>
        </p:spPr>
        <p:txBody>
          <a:bodyPr/>
          <a:lstStyle/>
          <a:p>
            <a:r>
              <a:rPr lang="zh-TW" altLang="en-US" smtClean="0"/>
              <a:t>按一下以編輯母片標題樣式</a:t>
            </a:r>
            <a:endParaRPr lang="zh-TW" altLang="en-US"/>
          </a:p>
        </p:txBody>
      </p:sp>
      <p:sp>
        <p:nvSpPr>
          <p:cNvPr id="3" name="副標題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TW" altLang="en-US" smtClean="0"/>
              <a:t>按一下以編輯母片副標題樣式</a:t>
            </a:r>
            <a:endParaRPr lang="zh-TW" altLang="en-US"/>
          </a:p>
        </p:txBody>
      </p:sp>
      <p:sp>
        <p:nvSpPr>
          <p:cNvPr id="4" name="日期版面配置區 3"/>
          <p:cNvSpPr>
            <a:spLocks noGrp="1"/>
          </p:cNvSpPr>
          <p:nvPr>
            <p:ph type="dt" sz="half" idx="10"/>
          </p:nvPr>
        </p:nvSpPr>
        <p:spPr/>
        <p:txBody>
          <a:bodyPr/>
          <a:lstStyle/>
          <a:p>
            <a:fld id="{5BBEAD13-0566-4C6C-97E7-55F17F24B09F}" type="datetimeFigureOut">
              <a:rPr lang="zh-TW" altLang="en-US" smtClean="0"/>
              <a:pPr/>
              <a:t>2014/5/7</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idx="1"/>
          </p:nvPr>
        </p:nvSpPr>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5BBEAD13-0566-4C6C-97E7-55F17F24B09F}" type="datetimeFigureOut">
              <a:rPr lang="zh-TW" altLang="en-US" smtClean="0"/>
              <a:pPr/>
              <a:t>2014/5/7</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區段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4406900"/>
            <a:ext cx="7772400" cy="1362075"/>
          </a:xfrm>
        </p:spPr>
        <p:txBody>
          <a:bodyPr anchor="t"/>
          <a:lstStyle>
            <a:lvl1pPr algn="l">
              <a:defRPr sz="4000" b="1" cap="all"/>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smtClean="0"/>
              <a:t>按一下以編輯母片文字樣式</a:t>
            </a:r>
          </a:p>
        </p:txBody>
      </p:sp>
      <p:sp>
        <p:nvSpPr>
          <p:cNvPr id="4" name="日期版面配置區 3"/>
          <p:cNvSpPr>
            <a:spLocks noGrp="1"/>
          </p:cNvSpPr>
          <p:nvPr>
            <p:ph type="dt" sz="half" idx="10"/>
          </p:nvPr>
        </p:nvSpPr>
        <p:spPr/>
        <p:txBody>
          <a:bodyPr/>
          <a:lstStyle/>
          <a:p>
            <a:fld id="{5BBEAD13-0566-4C6C-97E7-55F17F24B09F}" type="datetimeFigureOut">
              <a:rPr lang="zh-TW" altLang="en-US" smtClean="0"/>
              <a:pPr/>
              <a:t>2014/5/7</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內容版面配置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日期版面配置區 4"/>
          <p:cNvSpPr>
            <a:spLocks noGrp="1"/>
          </p:cNvSpPr>
          <p:nvPr>
            <p:ph type="dt" sz="half" idx="10"/>
          </p:nvPr>
        </p:nvSpPr>
        <p:spPr/>
        <p:txBody>
          <a:bodyPr/>
          <a:lstStyle/>
          <a:p>
            <a:fld id="{5BBEAD13-0566-4C6C-97E7-55F17F24B09F}" type="datetimeFigureOut">
              <a:rPr lang="zh-TW" altLang="en-US" smtClean="0"/>
              <a:pPr/>
              <a:t>2014/5/7</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lvl1pPr>
              <a:defRPr/>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4" name="內容版面配置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文字版面配置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6" name="內容版面配置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7" name="日期版面配置區 6"/>
          <p:cNvSpPr>
            <a:spLocks noGrp="1"/>
          </p:cNvSpPr>
          <p:nvPr>
            <p:ph type="dt" sz="half" idx="10"/>
          </p:nvPr>
        </p:nvSpPr>
        <p:spPr/>
        <p:txBody>
          <a:bodyPr/>
          <a:lstStyle/>
          <a:p>
            <a:fld id="{5BBEAD13-0566-4C6C-97E7-55F17F24B09F}" type="datetimeFigureOut">
              <a:rPr lang="zh-TW" altLang="en-US" smtClean="0"/>
              <a:pPr/>
              <a:t>2014/5/7</a:t>
            </a:fld>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日期版面配置區 2"/>
          <p:cNvSpPr>
            <a:spLocks noGrp="1"/>
          </p:cNvSpPr>
          <p:nvPr>
            <p:ph type="dt" sz="half" idx="10"/>
          </p:nvPr>
        </p:nvSpPr>
        <p:spPr/>
        <p:txBody>
          <a:bodyPr/>
          <a:lstStyle/>
          <a:p>
            <a:fld id="{5BBEAD13-0566-4C6C-97E7-55F17F24B09F}" type="datetimeFigureOut">
              <a:rPr lang="zh-TW" altLang="en-US" smtClean="0"/>
              <a:pPr/>
              <a:t>2014/5/7</a:t>
            </a:fld>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fld id="{5BBEAD13-0566-4C6C-97E7-55F17F24B09F}" type="datetimeFigureOut">
              <a:rPr lang="zh-TW" altLang="en-US" smtClean="0"/>
              <a:pPr/>
              <a:t>2014/5/7</a:t>
            </a:fld>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050"/>
            <a:ext cx="3008313" cy="1162050"/>
          </a:xfrm>
        </p:spPr>
        <p:txBody>
          <a:bodyPr anchor="b"/>
          <a:lstStyle>
            <a:lvl1pPr algn="l">
              <a:defRPr sz="2000" b="1"/>
            </a:lvl1pPr>
          </a:lstStyle>
          <a:p>
            <a:r>
              <a:rPr lang="zh-TW" altLang="en-US" smtClean="0"/>
              <a:t>按一下以編輯母片標題樣式</a:t>
            </a:r>
            <a:endParaRPr lang="zh-TW" altLang="en-US"/>
          </a:p>
        </p:txBody>
      </p:sp>
      <p:sp>
        <p:nvSpPr>
          <p:cNvPr id="3" name="內容版面配置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文字版面配置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fld id="{5BBEAD13-0566-4C6C-97E7-55F17F24B09F}" type="datetimeFigureOut">
              <a:rPr lang="zh-TW" altLang="en-US" smtClean="0"/>
              <a:pPr/>
              <a:t>2014/5/7</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4800600"/>
            <a:ext cx="5486400" cy="566738"/>
          </a:xfrm>
        </p:spPr>
        <p:txBody>
          <a:bodyPr anchor="b"/>
          <a:lstStyle>
            <a:lvl1pPr algn="l">
              <a:defRPr sz="2000" b="1"/>
            </a:lvl1pPr>
          </a:lstStyle>
          <a:p>
            <a:r>
              <a:rPr lang="zh-TW" altLang="en-US" smtClean="0"/>
              <a:t>按一下以編輯母片標題樣式</a:t>
            </a:r>
            <a:endParaRPr lang="zh-TW" altLang="en-US"/>
          </a:p>
        </p:txBody>
      </p:sp>
      <p:sp>
        <p:nvSpPr>
          <p:cNvPr id="3" name="圖片版面配置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fld id="{5BBEAD13-0566-4C6C-97E7-55F17F24B09F}" type="datetimeFigureOut">
              <a:rPr lang="zh-TW" altLang="en-US" smtClean="0"/>
              <a:pPr/>
              <a:t>2014/5/7</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5BBEAD13-0566-4C6C-97E7-55F17F24B09F}" type="datetimeFigureOut">
              <a:rPr lang="zh-TW" altLang="en-US" smtClean="0"/>
              <a:pPr/>
              <a:t>2014/5/7</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629400" y="274638"/>
            <a:ext cx="2057400" cy="5851525"/>
          </a:xfrm>
        </p:spPr>
        <p:txBody>
          <a:bodyPr vert="eaVert"/>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a:xfrm>
            <a:off x="457200" y="274638"/>
            <a:ext cx="6019800" cy="5851525"/>
          </a:xfrm>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5BBEAD13-0566-4C6C-97E7-55F17F24B09F}" type="datetimeFigureOut">
              <a:rPr lang="zh-TW" altLang="en-US" smtClean="0"/>
              <a:pPr/>
              <a:t>2014/5/7</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685800" y="2130425"/>
            <a:ext cx="7772400" cy="1470025"/>
          </a:xfrm>
        </p:spPr>
        <p:txBody>
          <a:bodyPr/>
          <a:lstStyle/>
          <a:p>
            <a:r>
              <a:rPr lang="zh-TW" altLang="en-US" smtClean="0"/>
              <a:t>按一下以編輯母片標題樣式</a:t>
            </a:r>
            <a:endParaRPr lang="zh-TW" altLang="en-US"/>
          </a:p>
        </p:txBody>
      </p:sp>
      <p:sp>
        <p:nvSpPr>
          <p:cNvPr id="3" name="副標題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TW" altLang="en-US" smtClean="0"/>
              <a:t>按一下以編輯母片副標題樣式</a:t>
            </a:r>
            <a:endParaRPr lang="zh-TW" altLang="en-US"/>
          </a:p>
        </p:txBody>
      </p:sp>
      <p:sp>
        <p:nvSpPr>
          <p:cNvPr id="4" name="日期版面配置區 3"/>
          <p:cNvSpPr>
            <a:spLocks noGrp="1"/>
          </p:cNvSpPr>
          <p:nvPr>
            <p:ph type="dt" sz="half" idx="10"/>
          </p:nvPr>
        </p:nvSpPr>
        <p:spPr/>
        <p:txBody>
          <a:bodyPr/>
          <a:lstStyle/>
          <a:p>
            <a:fld id="{072A3B8D-3E01-4D42-B99D-6E02089ACFD1}" type="datetimeFigureOut">
              <a:rPr lang="zh-TW" altLang="en-US" smtClean="0"/>
              <a:t>2014/5/7</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EF5FFE42-BAE3-4BEB-98FF-3C331F65AADA}" type="slidenum">
              <a:rPr lang="zh-TW" altLang="en-US" smtClean="0"/>
              <a:t>‹#›</a:t>
            </a:fld>
            <a:endParaRPr lang="zh-TW"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idx="1"/>
          </p:nvPr>
        </p:nvSpPr>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072A3B8D-3E01-4D42-B99D-6E02089ACFD1}" type="datetimeFigureOut">
              <a:rPr lang="zh-TW" altLang="en-US" smtClean="0"/>
              <a:t>2014/5/7</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EF5FFE42-BAE3-4BEB-98FF-3C331F65AADA}" type="slidenum">
              <a:rPr lang="zh-TW" altLang="en-US" smtClean="0"/>
              <a:t>‹#›</a:t>
            </a:fld>
            <a:endParaRPr lang="zh-TW"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區段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4406900"/>
            <a:ext cx="7772400" cy="1362075"/>
          </a:xfrm>
        </p:spPr>
        <p:txBody>
          <a:bodyPr anchor="t"/>
          <a:lstStyle>
            <a:lvl1pPr algn="l">
              <a:defRPr sz="4000" b="1" cap="all"/>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smtClean="0"/>
              <a:t>按一下以編輯母片文字樣式</a:t>
            </a:r>
          </a:p>
        </p:txBody>
      </p:sp>
      <p:sp>
        <p:nvSpPr>
          <p:cNvPr id="4" name="日期版面配置區 3"/>
          <p:cNvSpPr>
            <a:spLocks noGrp="1"/>
          </p:cNvSpPr>
          <p:nvPr>
            <p:ph type="dt" sz="half" idx="10"/>
          </p:nvPr>
        </p:nvSpPr>
        <p:spPr/>
        <p:txBody>
          <a:bodyPr/>
          <a:lstStyle/>
          <a:p>
            <a:fld id="{072A3B8D-3E01-4D42-B99D-6E02089ACFD1}" type="datetimeFigureOut">
              <a:rPr lang="zh-TW" altLang="en-US" smtClean="0"/>
              <a:t>2014/5/7</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EF5FFE42-BAE3-4BEB-98FF-3C331F65AADA}" type="slidenum">
              <a:rPr lang="zh-TW" altLang="en-US" smtClean="0"/>
              <a:t>‹#›</a:t>
            </a:fld>
            <a:endParaRPr lang="zh-TW"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內容版面配置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日期版面配置區 4"/>
          <p:cNvSpPr>
            <a:spLocks noGrp="1"/>
          </p:cNvSpPr>
          <p:nvPr>
            <p:ph type="dt" sz="half" idx="10"/>
          </p:nvPr>
        </p:nvSpPr>
        <p:spPr/>
        <p:txBody>
          <a:bodyPr/>
          <a:lstStyle/>
          <a:p>
            <a:fld id="{072A3B8D-3E01-4D42-B99D-6E02089ACFD1}" type="datetimeFigureOut">
              <a:rPr lang="zh-TW" altLang="en-US" smtClean="0"/>
              <a:t>2014/5/7</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EF5FFE42-BAE3-4BEB-98FF-3C331F65AADA}" type="slidenum">
              <a:rPr lang="zh-TW" altLang="en-US" smtClean="0"/>
              <a:t>‹#›</a:t>
            </a:fld>
            <a:endParaRPr lang="zh-TW"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lvl1pPr>
              <a:defRPr/>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4" name="內容版面配置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文字版面配置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6" name="內容版面配置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7" name="日期版面配置區 6"/>
          <p:cNvSpPr>
            <a:spLocks noGrp="1"/>
          </p:cNvSpPr>
          <p:nvPr>
            <p:ph type="dt" sz="half" idx="10"/>
          </p:nvPr>
        </p:nvSpPr>
        <p:spPr/>
        <p:txBody>
          <a:bodyPr/>
          <a:lstStyle/>
          <a:p>
            <a:fld id="{072A3B8D-3E01-4D42-B99D-6E02089ACFD1}" type="datetimeFigureOut">
              <a:rPr lang="zh-TW" altLang="en-US" smtClean="0"/>
              <a:t>2014/5/7</a:t>
            </a:fld>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EF5FFE42-BAE3-4BEB-98FF-3C331F65AADA}" type="slidenum">
              <a:rPr lang="zh-TW" altLang="en-US" smtClean="0"/>
              <a:t>‹#›</a:t>
            </a:fld>
            <a:endParaRPr lang="zh-TW"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日期版面配置區 2"/>
          <p:cNvSpPr>
            <a:spLocks noGrp="1"/>
          </p:cNvSpPr>
          <p:nvPr>
            <p:ph type="dt" sz="half" idx="10"/>
          </p:nvPr>
        </p:nvSpPr>
        <p:spPr/>
        <p:txBody>
          <a:bodyPr/>
          <a:lstStyle/>
          <a:p>
            <a:fld id="{072A3B8D-3E01-4D42-B99D-6E02089ACFD1}" type="datetimeFigureOut">
              <a:rPr lang="zh-TW" altLang="en-US" smtClean="0"/>
              <a:t>2014/5/7</a:t>
            </a:fld>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EF5FFE42-BAE3-4BEB-98FF-3C331F65AADA}" type="slidenum">
              <a:rPr lang="zh-TW" altLang="en-US" smtClean="0"/>
              <a:t>‹#›</a:t>
            </a:fld>
            <a:endParaRPr lang="zh-TW"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fld id="{072A3B8D-3E01-4D42-B99D-6E02089ACFD1}" type="datetimeFigureOut">
              <a:rPr lang="zh-TW" altLang="en-US" smtClean="0"/>
              <a:t>2014/5/7</a:t>
            </a:fld>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EF5FFE42-BAE3-4BEB-98FF-3C331F65AADA}" type="slidenum">
              <a:rPr lang="zh-TW" altLang="en-US" smtClean="0"/>
              <a:t>‹#›</a:t>
            </a:fld>
            <a:endParaRPr lang="zh-TW"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050"/>
            <a:ext cx="3008313" cy="1162050"/>
          </a:xfrm>
        </p:spPr>
        <p:txBody>
          <a:bodyPr anchor="b"/>
          <a:lstStyle>
            <a:lvl1pPr algn="l">
              <a:defRPr sz="2000" b="1"/>
            </a:lvl1pPr>
          </a:lstStyle>
          <a:p>
            <a:r>
              <a:rPr lang="zh-TW" altLang="en-US" smtClean="0"/>
              <a:t>按一下以編輯母片標題樣式</a:t>
            </a:r>
            <a:endParaRPr lang="zh-TW" altLang="en-US"/>
          </a:p>
        </p:txBody>
      </p:sp>
      <p:sp>
        <p:nvSpPr>
          <p:cNvPr id="3" name="內容版面配置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文字版面配置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fld id="{072A3B8D-3E01-4D42-B99D-6E02089ACFD1}" type="datetimeFigureOut">
              <a:rPr lang="zh-TW" altLang="en-US" smtClean="0"/>
              <a:t>2014/5/7</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EF5FFE42-BAE3-4BEB-98FF-3C331F65AADA}" type="slidenum">
              <a:rPr lang="zh-TW" altLang="en-US" smtClean="0"/>
              <a:t>‹#›</a:t>
            </a:fld>
            <a:endParaRPr lang="zh-TW"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4800600"/>
            <a:ext cx="5486400" cy="566738"/>
          </a:xfrm>
        </p:spPr>
        <p:txBody>
          <a:bodyPr anchor="b"/>
          <a:lstStyle>
            <a:lvl1pPr algn="l">
              <a:defRPr sz="2000" b="1"/>
            </a:lvl1pPr>
          </a:lstStyle>
          <a:p>
            <a:r>
              <a:rPr lang="zh-TW" altLang="en-US" smtClean="0"/>
              <a:t>按一下以編輯母片標題樣式</a:t>
            </a:r>
            <a:endParaRPr lang="zh-TW" altLang="en-US"/>
          </a:p>
        </p:txBody>
      </p:sp>
      <p:sp>
        <p:nvSpPr>
          <p:cNvPr id="3" name="圖片版面配置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fld id="{072A3B8D-3E01-4D42-B99D-6E02089ACFD1}" type="datetimeFigureOut">
              <a:rPr lang="zh-TW" altLang="en-US" smtClean="0"/>
              <a:t>2014/5/7</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EF5FFE42-BAE3-4BEB-98FF-3C331F65AADA}" type="slidenum">
              <a:rPr lang="zh-TW" altLang="en-US" smtClean="0"/>
              <a:t>‹#›</a:t>
            </a:fld>
            <a:endParaRPr lang="zh-TW"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072A3B8D-3E01-4D42-B99D-6E02089ACFD1}" type="datetimeFigureOut">
              <a:rPr lang="zh-TW" altLang="en-US" smtClean="0"/>
              <a:t>2014/5/7</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EF5FFE42-BAE3-4BEB-98FF-3C331F65AADA}" type="slidenum">
              <a:rPr lang="zh-TW" altLang="en-US" smtClean="0"/>
              <a:t>‹#›</a:t>
            </a:fld>
            <a:endParaRPr lang="zh-TW"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629400" y="274638"/>
            <a:ext cx="2057400" cy="5851525"/>
          </a:xfrm>
        </p:spPr>
        <p:txBody>
          <a:bodyPr vert="eaVert"/>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a:xfrm>
            <a:off x="457200" y="274638"/>
            <a:ext cx="6019800" cy="5851525"/>
          </a:xfrm>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072A3B8D-3E01-4D42-B99D-6E02089ACFD1}" type="datetimeFigureOut">
              <a:rPr lang="zh-TW" altLang="en-US" smtClean="0"/>
              <a:t>2014/5/7</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EF5FFE42-BAE3-4BEB-98FF-3C331F65AADA}" type="slidenum">
              <a:rPr lang="zh-TW" altLang="en-US" smtClean="0"/>
              <a:t>‹#›</a:t>
            </a:fld>
            <a:endParaRPr lang="zh-TW"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1.jpe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cstate="print">
            <a:lum/>
          </a:blip>
          <a:srcRect/>
          <a:stretch>
            <a:fillRect/>
          </a:stretch>
        </a:blipFill>
        <a:effectLst/>
      </p:bgPr>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BEAD13-0566-4C6C-97E7-55F17F24B09F}" type="datetimeFigureOut">
              <a:rPr lang="zh-TW" altLang="en-US" smtClean="0"/>
              <a:pPr/>
              <a:t>2014/5/7</a:t>
            </a:fld>
            <a:endParaRPr lang="zh-TW" altLang="en-US"/>
          </a:p>
        </p:txBody>
      </p:sp>
      <p:sp>
        <p:nvSpPr>
          <p:cNvPr id="5" name="頁尾版面配置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3DA0BB7-265A-403C-9275-D587AB510EDC}" type="slidenum">
              <a:rPr lang="zh-TW" altLang="en-US" smtClean="0"/>
              <a:pPr/>
              <a:t>‹#›</a:t>
            </a:fld>
            <a:endParaRPr lang="zh-TW"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3" cstate="print">
            <a:lum/>
          </a:blip>
          <a:srcRect/>
          <a:stretch>
            <a:fillRect/>
          </a:stretch>
        </a:blipFill>
        <a:effectLst/>
      </p:bgPr>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72A3B8D-3E01-4D42-B99D-6E02089ACFD1}" type="datetimeFigureOut">
              <a:rPr lang="zh-TW" altLang="en-US" smtClean="0"/>
              <a:t>2014/5/7</a:t>
            </a:fld>
            <a:endParaRPr lang="zh-TW" altLang="en-US"/>
          </a:p>
        </p:txBody>
      </p:sp>
      <p:sp>
        <p:nvSpPr>
          <p:cNvPr id="5" name="頁尾版面配置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F5FFE42-BAE3-4BEB-98FF-3C331F65AADA}" type="slidenum">
              <a:rPr lang="zh-TW" altLang="en-US" smtClean="0"/>
              <a:t>‹#›</a:t>
            </a:fld>
            <a:endParaRPr lang="zh-TW" alt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1.xml"/><Relationship Id="rId1" Type="http://schemas.openxmlformats.org/officeDocument/2006/relationships/vmlDrawing" Target="../drawings/vmlDrawing1.vml"/><Relationship Id="rId6" Type="http://schemas.openxmlformats.org/officeDocument/2006/relationships/image" Target="../media/image2.wmf"/><Relationship Id="rId5" Type="http://schemas.openxmlformats.org/officeDocument/2006/relationships/oleObject" Target="../embeddings/oleObject1.bin"/><Relationship Id="rId4" Type="http://schemas.openxmlformats.org/officeDocument/2006/relationships/notesSlide" Target="../notesSlides/notesSlide5.xml"/></Relationships>
</file>

<file path=ppt/slides/_rels/slide9.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emf"/><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ctrTitle"/>
          </p:nvPr>
        </p:nvSpPr>
        <p:spPr/>
        <p:txBody>
          <a:bodyPr/>
          <a:lstStyle/>
          <a:p>
            <a:r>
              <a:rPr lang="zh-TW" altLang="en-US" b="1" dirty="0">
                <a:latin typeface="標楷體" panose="03000509000000000000" pitchFamily="65" charset="-120"/>
                <a:ea typeface="標楷體" panose="03000509000000000000" pitchFamily="65" charset="-120"/>
              </a:rPr>
              <a:t>製程安全措施</a:t>
            </a:r>
          </a:p>
        </p:txBody>
      </p:sp>
      <p:sp>
        <p:nvSpPr>
          <p:cNvPr id="6" name="副標題 5"/>
          <p:cNvSpPr>
            <a:spLocks noGrp="1"/>
          </p:cNvSpPr>
          <p:nvPr>
            <p:ph type="subTitle" idx="1"/>
          </p:nvPr>
        </p:nvSpPr>
        <p:spPr/>
        <p:txBody>
          <a:bodyPr/>
          <a:lstStyle/>
          <a:p>
            <a:r>
              <a:rPr lang="zh-TW" altLang="en-US" b="1" dirty="0">
                <a:solidFill>
                  <a:schemeClr val="tx1"/>
                </a:solidFill>
                <a:latin typeface="標楷體" panose="03000509000000000000" pitchFamily="65" charset="-120"/>
                <a:ea typeface="標楷體" panose="03000509000000000000" pitchFamily="65" charset="-120"/>
              </a:rPr>
              <a:t>于樹偉</a:t>
            </a:r>
          </a:p>
          <a:p>
            <a:r>
              <a:rPr lang="en-US" altLang="zh-TW" b="1" dirty="0" smtClean="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swyu@sahtech.org</a:t>
            </a:r>
            <a:endParaRPr lang="zh-TW" altLang="en-US" b="1"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p>
            <a:r>
              <a:rPr lang="zh-TW" altLang="en-US" b="1" dirty="0">
                <a:solidFill>
                  <a:schemeClr val="tx1"/>
                </a:solidFill>
                <a:latin typeface="標楷體" panose="03000509000000000000" pitchFamily="65" charset="-120"/>
                <a:ea typeface="標楷體" panose="03000509000000000000" pitchFamily="65" charset="-120"/>
              </a:rPr>
              <a:t>財團法人安全衛生技術中心</a:t>
            </a:r>
          </a:p>
          <a:p>
            <a:endParaRPr lang="zh-TW" altLang="en-US" dirty="0"/>
          </a:p>
        </p:txBody>
      </p:sp>
    </p:spTree>
  </p:cSld>
  <p:clrMapOvr>
    <a:masterClrMapping/>
  </p:clrMapOv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版面配置區 1"/>
          <p:cNvSpPr>
            <a:spLocks noGrp="1"/>
          </p:cNvSpPr>
          <p:nvPr>
            <p:ph type="dt" sz="quarter" idx="10"/>
          </p:nvPr>
        </p:nvSpPr>
        <p:spPr/>
        <p:txBody>
          <a:bodyPr/>
          <a:lstStyle/>
          <a:p>
            <a:pPr>
              <a:defRPr/>
            </a:pPr>
            <a:r>
              <a:rPr lang="en-US" altLang="zh-TW" dirty="0"/>
              <a:t>2013</a:t>
            </a:r>
            <a:r>
              <a:rPr lang="zh-TW" altLang="en-US" dirty="0"/>
              <a:t>年</a:t>
            </a:r>
          </a:p>
        </p:txBody>
      </p:sp>
      <p:sp>
        <p:nvSpPr>
          <p:cNvPr id="10243" name="Rectangle 2"/>
          <p:cNvSpPr txBox="1">
            <a:spLocks noChangeArrowheads="1"/>
          </p:cNvSpPr>
          <p:nvPr/>
        </p:nvSpPr>
        <p:spPr bwMode="auto">
          <a:xfrm>
            <a:off x="1066800" y="914400"/>
            <a:ext cx="7489825" cy="779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a:solidFill>
                  <a:schemeClr val="tx1"/>
                </a:solidFill>
                <a:latin typeface="Verdana" pitchFamily="34" charset="0"/>
                <a:ea typeface="新細明體" charset="-120"/>
              </a:defRPr>
            </a:lvl1pPr>
            <a:lvl2pPr marL="742950" indent="-285750" eaLnBrk="0" hangingPunct="0">
              <a:defRPr kumimoji="1">
                <a:solidFill>
                  <a:schemeClr val="tx1"/>
                </a:solidFill>
                <a:latin typeface="Verdana" pitchFamily="34" charset="0"/>
                <a:ea typeface="新細明體" charset="-120"/>
              </a:defRPr>
            </a:lvl2pPr>
            <a:lvl3pPr marL="1143000" indent="-228600" eaLnBrk="0" hangingPunct="0">
              <a:defRPr kumimoji="1">
                <a:solidFill>
                  <a:schemeClr val="tx1"/>
                </a:solidFill>
                <a:latin typeface="Verdana" pitchFamily="34" charset="0"/>
                <a:ea typeface="新細明體" charset="-120"/>
              </a:defRPr>
            </a:lvl3pPr>
            <a:lvl4pPr marL="1600200" indent="-228600" eaLnBrk="0" hangingPunct="0">
              <a:defRPr kumimoji="1">
                <a:solidFill>
                  <a:schemeClr val="tx1"/>
                </a:solidFill>
                <a:latin typeface="Verdana" pitchFamily="34" charset="0"/>
                <a:ea typeface="新細明體" charset="-120"/>
              </a:defRPr>
            </a:lvl4pPr>
            <a:lvl5pPr marL="2057400" indent="-228600" eaLnBrk="0" hangingPunct="0">
              <a:defRPr kumimoji="1">
                <a:solidFill>
                  <a:schemeClr val="tx1"/>
                </a:solidFill>
                <a:latin typeface="Verdana" pitchFamily="34" charset="0"/>
                <a:ea typeface="新細明體" charset="-120"/>
              </a:defRPr>
            </a:lvl5pPr>
            <a:lvl6pPr marL="2514600" indent="-228600" eaLnBrk="0" fontAlgn="base" hangingPunct="0">
              <a:spcBef>
                <a:spcPct val="0"/>
              </a:spcBef>
              <a:spcAft>
                <a:spcPct val="0"/>
              </a:spcAft>
              <a:defRPr kumimoji="1">
                <a:solidFill>
                  <a:schemeClr val="tx1"/>
                </a:solidFill>
                <a:latin typeface="Verdana" pitchFamily="34" charset="0"/>
                <a:ea typeface="新細明體" charset="-120"/>
              </a:defRPr>
            </a:lvl6pPr>
            <a:lvl7pPr marL="2971800" indent="-228600" eaLnBrk="0" fontAlgn="base" hangingPunct="0">
              <a:spcBef>
                <a:spcPct val="0"/>
              </a:spcBef>
              <a:spcAft>
                <a:spcPct val="0"/>
              </a:spcAft>
              <a:defRPr kumimoji="1">
                <a:solidFill>
                  <a:schemeClr val="tx1"/>
                </a:solidFill>
                <a:latin typeface="Verdana" pitchFamily="34" charset="0"/>
                <a:ea typeface="新細明體" charset="-120"/>
              </a:defRPr>
            </a:lvl7pPr>
            <a:lvl8pPr marL="3429000" indent="-228600" eaLnBrk="0" fontAlgn="base" hangingPunct="0">
              <a:spcBef>
                <a:spcPct val="0"/>
              </a:spcBef>
              <a:spcAft>
                <a:spcPct val="0"/>
              </a:spcAft>
              <a:defRPr kumimoji="1">
                <a:solidFill>
                  <a:schemeClr val="tx1"/>
                </a:solidFill>
                <a:latin typeface="Verdana" pitchFamily="34" charset="0"/>
                <a:ea typeface="新細明體" charset="-120"/>
              </a:defRPr>
            </a:lvl8pPr>
            <a:lvl9pPr marL="3886200" indent="-228600" eaLnBrk="0" fontAlgn="base" hangingPunct="0">
              <a:spcBef>
                <a:spcPct val="0"/>
              </a:spcBef>
              <a:spcAft>
                <a:spcPct val="0"/>
              </a:spcAft>
              <a:defRPr kumimoji="1">
                <a:solidFill>
                  <a:schemeClr val="tx1"/>
                </a:solidFill>
                <a:latin typeface="Verdana" pitchFamily="34" charset="0"/>
                <a:ea typeface="新細明體" charset="-120"/>
              </a:defRPr>
            </a:lvl9pPr>
          </a:lstStyle>
          <a:p>
            <a:pPr algn="ctr"/>
            <a:r>
              <a:rPr lang="zh-TW" altLang="en-US" sz="3600" b="1" dirty="0">
                <a:latin typeface="Arial" charset="0"/>
                <a:ea typeface="標楷體" pitchFamily="65" charset="-120"/>
              </a:rPr>
              <a:t>防爆危險場所定議</a:t>
            </a:r>
          </a:p>
        </p:txBody>
      </p:sp>
      <p:sp>
        <p:nvSpPr>
          <p:cNvPr id="10244" name="Rectangle 3"/>
          <p:cNvSpPr txBox="1">
            <a:spLocks noChangeArrowheads="1"/>
          </p:cNvSpPr>
          <p:nvPr/>
        </p:nvSpPr>
        <p:spPr bwMode="auto">
          <a:xfrm>
            <a:off x="838200" y="1828800"/>
            <a:ext cx="7493000" cy="403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kumimoji="1">
                <a:solidFill>
                  <a:schemeClr val="tx1"/>
                </a:solidFill>
                <a:latin typeface="Verdana" pitchFamily="34" charset="0"/>
                <a:ea typeface="新細明體" charset="-120"/>
              </a:defRPr>
            </a:lvl1pPr>
            <a:lvl2pPr marL="742950" indent="-285750" eaLnBrk="0" hangingPunct="0">
              <a:defRPr kumimoji="1">
                <a:solidFill>
                  <a:schemeClr val="tx1"/>
                </a:solidFill>
                <a:latin typeface="Verdana" pitchFamily="34" charset="0"/>
                <a:ea typeface="新細明體" charset="-120"/>
              </a:defRPr>
            </a:lvl2pPr>
            <a:lvl3pPr marL="1143000" indent="-228600" eaLnBrk="0" hangingPunct="0">
              <a:defRPr kumimoji="1">
                <a:solidFill>
                  <a:schemeClr val="tx1"/>
                </a:solidFill>
                <a:latin typeface="Verdana" pitchFamily="34" charset="0"/>
                <a:ea typeface="新細明體" charset="-120"/>
              </a:defRPr>
            </a:lvl3pPr>
            <a:lvl4pPr marL="1600200" indent="-228600" eaLnBrk="0" hangingPunct="0">
              <a:defRPr kumimoji="1">
                <a:solidFill>
                  <a:schemeClr val="tx1"/>
                </a:solidFill>
                <a:latin typeface="Verdana" pitchFamily="34" charset="0"/>
                <a:ea typeface="新細明體" charset="-120"/>
              </a:defRPr>
            </a:lvl4pPr>
            <a:lvl5pPr marL="2057400" indent="-228600" eaLnBrk="0" hangingPunct="0">
              <a:defRPr kumimoji="1">
                <a:solidFill>
                  <a:schemeClr val="tx1"/>
                </a:solidFill>
                <a:latin typeface="Verdana" pitchFamily="34" charset="0"/>
                <a:ea typeface="新細明體" charset="-120"/>
              </a:defRPr>
            </a:lvl5pPr>
            <a:lvl6pPr marL="2514600" indent="-228600" eaLnBrk="0" fontAlgn="base" hangingPunct="0">
              <a:spcBef>
                <a:spcPct val="0"/>
              </a:spcBef>
              <a:spcAft>
                <a:spcPct val="0"/>
              </a:spcAft>
              <a:defRPr kumimoji="1">
                <a:solidFill>
                  <a:schemeClr val="tx1"/>
                </a:solidFill>
                <a:latin typeface="Verdana" pitchFamily="34" charset="0"/>
                <a:ea typeface="新細明體" charset="-120"/>
              </a:defRPr>
            </a:lvl6pPr>
            <a:lvl7pPr marL="2971800" indent="-228600" eaLnBrk="0" fontAlgn="base" hangingPunct="0">
              <a:spcBef>
                <a:spcPct val="0"/>
              </a:spcBef>
              <a:spcAft>
                <a:spcPct val="0"/>
              </a:spcAft>
              <a:defRPr kumimoji="1">
                <a:solidFill>
                  <a:schemeClr val="tx1"/>
                </a:solidFill>
                <a:latin typeface="Verdana" pitchFamily="34" charset="0"/>
                <a:ea typeface="新細明體" charset="-120"/>
              </a:defRPr>
            </a:lvl7pPr>
            <a:lvl8pPr marL="3429000" indent="-228600" eaLnBrk="0" fontAlgn="base" hangingPunct="0">
              <a:spcBef>
                <a:spcPct val="0"/>
              </a:spcBef>
              <a:spcAft>
                <a:spcPct val="0"/>
              </a:spcAft>
              <a:defRPr kumimoji="1">
                <a:solidFill>
                  <a:schemeClr val="tx1"/>
                </a:solidFill>
                <a:latin typeface="Verdana" pitchFamily="34" charset="0"/>
                <a:ea typeface="新細明體" charset="-120"/>
              </a:defRPr>
            </a:lvl8pPr>
            <a:lvl9pPr marL="3886200" indent="-228600" eaLnBrk="0" fontAlgn="base" hangingPunct="0">
              <a:spcBef>
                <a:spcPct val="0"/>
              </a:spcBef>
              <a:spcAft>
                <a:spcPct val="0"/>
              </a:spcAft>
              <a:defRPr kumimoji="1">
                <a:solidFill>
                  <a:schemeClr val="tx1"/>
                </a:solidFill>
                <a:latin typeface="Verdana" pitchFamily="34" charset="0"/>
                <a:ea typeface="新細明體" charset="-120"/>
              </a:defRPr>
            </a:lvl9pPr>
          </a:lstStyle>
          <a:p>
            <a:pPr>
              <a:spcBef>
                <a:spcPct val="20000"/>
              </a:spcBef>
              <a:buClr>
                <a:schemeClr val="hlink"/>
              </a:buClr>
              <a:buSzPct val="75000"/>
              <a:buFont typeface="Wingdings" pitchFamily="2" charset="2"/>
              <a:buChar char="v"/>
            </a:pPr>
            <a:r>
              <a:rPr lang="en-US" altLang="zh-TW" sz="2800" b="1" dirty="0">
                <a:latin typeface="Times New Roman" pitchFamily="18" charset="0"/>
                <a:ea typeface="標楷體" pitchFamily="65" charset="-120"/>
              </a:rPr>
              <a:t>0 </a:t>
            </a:r>
            <a:r>
              <a:rPr lang="zh-TW" altLang="en-US" sz="2800" b="1" dirty="0">
                <a:latin typeface="Times New Roman" pitchFamily="18" charset="0"/>
                <a:ea typeface="標楷體" pitchFamily="65" charset="-120"/>
              </a:rPr>
              <a:t>區</a:t>
            </a:r>
            <a:r>
              <a:rPr lang="en-US" altLang="zh-TW" sz="2800" b="1" dirty="0">
                <a:latin typeface="Times New Roman" pitchFamily="18" charset="0"/>
                <a:ea typeface="標楷體" pitchFamily="65" charset="-120"/>
              </a:rPr>
              <a:t>(Zone 0)</a:t>
            </a:r>
            <a:r>
              <a:rPr lang="zh-TW" altLang="en-US" sz="2800" b="1" dirty="0">
                <a:latin typeface="Times New Roman" pitchFamily="18" charset="0"/>
                <a:ea typeface="標楷體" pitchFamily="65" charset="-120"/>
              </a:rPr>
              <a:t>：爆炸性氣體環境連續性或長期存在之場所。</a:t>
            </a:r>
          </a:p>
          <a:p>
            <a:pPr>
              <a:spcBef>
                <a:spcPct val="20000"/>
              </a:spcBef>
              <a:buClr>
                <a:schemeClr val="hlink"/>
              </a:buClr>
              <a:buSzPct val="75000"/>
              <a:buFont typeface="Wingdings" pitchFamily="2" charset="2"/>
              <a:buChar char="v"/>
            </a:pPr>
            <a:r>
              <a:rPr lang="en-US" altLang="zh-TW" sz="2800" b="1" dirty="0">
                <a:latin typeface="Times New Roman" pitchFamily="18" charset="0"/>
                <a:ea typeface="標楷體" pitchFamily="65" charset="-120"/>
              </a:rPr>
              <a:t>1 </a:t>
            </a:r>
            <a:r>
              <a:rPr lang="zh-TW" altLang="en-US" sz="2800" b="1" dirty="0">
                <a:latin typeface="Times New Roman" pitchFamily="18" charset="0"/>
                <a:ea typeface="標楷體" pitchFamily="65" charset="-120"/>
              </a:rPr>
              <a:t>區</a:t>
            </a:r>
            <a:r>
              <a:rPr lang="en-US" altLang="zh-TW" sz="2800" b="1" dirty="0">
                <a:latin typeface="Times New Roman" pitchFamily="18" charset="0"/>
                <a:ea typeface="標楷體" pitchFamily="65" charset="-120"/>
              </a:rPr>
              <a:t>(Zone 1)</a:t>
            </a:r>
            <a:r>
              <a:rPr lang="zh-TW" altLang="en-US" sz="2800" b="1" dirty="0">
                <a:latin typeface="Times New Roman" pitchFamily="18" charset="0"/>
                <a:ea typeface="標楷體" pitchFamily="65" charset="-120"/>
              </a:rPr>
              <a:t>：爆炸性氣體環境在正常操作下可能存在之場所。</a:t>
            </a:r>
          </a:p>
          <a:p>
            <a:pPr>
              <a:spcBef>
                <a:spcPct val="20000"/>
              </a:spcBef>
              <a:buClr>
                <a:schemeClr val="hlink"/>
              </a:buClr>
              <a:buSzPct val="75000"/>
              <a:buFont typeface="Wingdings" pitchFamily="2" charset="2"/>
              <a:buChar char="v"/>
            </a:pPr>
            <a:r>
              <a:rPr lang="en-US" altLang="zh-TW" sz="2800" b="1" dirty="0">
                <a:latin typeface="Times New Roman" pitchFamily="18" charset="0"/>
                <a:ea typeface="標楷體" pitchFamily="65" charset="-120"/>
              </a:rPr>
              <a:t>2 </a:t>
            </a:r>
            <a:r>
              <a:rPr lang="zh-TW" altLang="en-US" sz="2800" b="1" dirty="0">
                <a:latin typeface="Times New Roman" pitchFamily="18" charset="0"/>
                <a:ea typeface="標楷體" pitchFamily="65" charset="-120"/>
              </a:rPr>
              <a:t>區</a:t>
            </a:r>
            <a:r>
              <a:rPr lang="en-US" altLang="zh-TW" sz="2800" b="1" dirty="0">
                <a:latin typeface="Times New Roman" pitchFamily="18" charset="0"/>
                <a:ea typeface="標楷體" pitchFamily="65" charset="-120"/>
              </a:rPr>
              <a:t>(Zone 2)</a:t>
            </a:r>
            <a:r>
              <a:rPr lang="zh-TW" altLang="en-US" sz="2800" b="1" dirty="0">
                <a:latin typeface="Times New Roman" pitchFamily="18" charset="0"/>
                <a:ea typeface="標楷體" pitchFamily="65" charset="-120"/>
              </a:rPr>
              <a:t>：爆炸性氣體環境在正常操作下不太可能發生，如果發生只偶爾且只存在短期間之場所。</a:t>
            </a:r>
          </a:p>
        </p:txBody>
      </p:sp>
    </p:spTree>
    <p:extLst>
      <p:ext uri="{BB962C8B-B14F-4D97-AF65-F5344CB8AC3E}">
        <p14:creationId xmlns:p14="http://schemas.microsoft.com/office/powerpoint/2010/main" val="3685095009"/>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日期版面配置區 1"/>
          <p:cNvSpPr>
            <a:spLocks noGrp="1"/>
          </p:cNvSpPr>
          <p:nvPr>
            <p:ph type="dt" sz="quarter" idx="10"/>
          </p:nvPr>
        </p:nvSpPr>
        <p:spPr/>
        <p:txBody>
          <a:bodyPr/>
          <a:lstStyle/>
          <a:p>
            <a:pPr>
              <a:defRPr/>
            </a:pPr>
            <a:r>
              <a:rPr lang="en-US" altLang="zh-TW" dirty="0"/>
              <a:t>2013</a:t>
            </a:r>
            <a:r>
              <a:rPr lang="zh-TW" altLang="en-US" dirty="0"/>
              <a:t>年</a:t>
            </a:r>
          </a:p>
        </p:txBody>
      </p:sp>
      <p:sp>
        <p:nvSpPr>
          <p:cNvPr id="12291" name="Rectangle 2"/>
          <p:cNvSpPr>
            <a:spLocks noGrp="1" noRot="1" noChangeArrowheads="1"/>
          </p:cNvSpPr>
          <p:nvPr>
            <p:ph type="title" idx="4294967295"/>
          </p:nvPr>
        </p:nvSpPr>
        <p:spPr bwMode="auto">
          <a:xfrm>
            <a:off x="457200" y="990600"/>
            <a:ext cx="8229600" cy="609600"/>
          </a:xfrm>
          <a:prstGeom prst="rect">
            <a:avLst/>
          </a:prstGeom>
          <a:noFill/>
          <a:ln>
            <a:noFill/>
            <a:miter lim="800000"/>
            <a:headEnd/>
            <a:tailEnd/>
          </a:ln>
          <a:extLst>
            <a:ext uri="{909E8E84-426E-40DD-AFC4-6F175D3DCCD1}">
              <a14:hiddenFill xmlns:a14="http://schemas.microsoft.com/office/drawing/2010/main">
                <a:solidFill>
                  <a:srgbClr val="FFFFFF"/>
                </a:solidFill>
              </a14:hiddenFill>
            </a:ext>
          </a:extLst>
        </p:spPr>
        <p:txBody>
          <a:bodyPr anchor="ctr">
            <a:noAutofit/>
          </a:bodyPr>
          <a:lstStyle/>
          <a:p>
            <a:pPr algn="ctr" eaLnBrk="1" hangingPunct="1"/>
            <a:r>
              <a:rPr lang="zh-TW" altLang="en-US" sz="3600" b="1" dirty="0" smtClean="0">
                <a:latin typeface="標楷體" panose="03000509000000000000" pitchFamily="65" charset="-120"/>
                <a:ea typeface="標楷體" panose="03000509000000000000" pitchFamily="65" charset="-120"/>
              </a:rPr>
              <a:t>易燃性液體定義</a:t>
            </a:r>
          </a:p>
        </p:txBody>
      </p:sp>
      <p:sp>
        <p:nvSpPr>
          <p:cNvPr id="12292" name="Rectangle 3"/>
          <p:cNvSpPr>
            <a:spLocks noGrp="1" noRot="1" noChangeArrowheads="1"/>
          </p:cNvSpPr>
          <p:nvPr>
            <p:ph type="body" idx="4294967295"/>
          </p:nvPr>
        </p:nvSpPr>
        <p:spPr>
          <a:noFill/>
        </p:spPr>
        <p:txBody>
          <a:bodyPr/>
          <a:lstStyle/>
          <a:p>
            <a:pPr eaLnBrk="1" hangingPunct="1"/>
            <a:r>
              <a:rPr lang="zh-TW" altLang="en-US" sz="2600" b="1" dirty="0" smtClean="0">
                <a:solidFill>
                  <a:srgbClr val="0000FF"/>
                </a:solidFill>
                <a:latin typeface="標楷體" pitchFamily="65" charset="-120"/>
                <a:ea typeface="標楷體" pitchFamily="65" charset="-120"/>
              </a:rPr>
              <a:t>勞工安全衛生設施規則 第十三條</a:t>
            </a:r>
          </a:p>
          <a:p>
            <a:pPr lvl="1" eaLnBrk="1" hangingPunct="1">
              <a:buFont typeface="Wingdings" pitchFamily="2" charset="2"/>
              <a:buChar char="p"/>
            </a:pPr>
            <a:r>
              <a:rPr lang="zh-TW" altLang="en-US" sz="2200" b="1" dirty="0" smtClean="0">
                <a:solidFill>
                  <a:srgbClr val="000000"/>
                </a:solidFill>
                <a:ea typeface="標楷體" pitchFamily="65" charset="-120"/>
              </a:rPr>
              <a:t>乙醚、汽油、乙醛、環氧丙烷、二硫化碳及其他之閃火點未滿攝氏零下三十度之物質。</a:t>
            </a:r>
          </a:p>
          <a:p>
            <a:pPr lvl="1" eaLnBrk="1" hangingPunct="1">
              <a:buFont typeface="Wingdings" pitchFamily="2" charset="2"/>
              <a:buChar char="p"/>
            </a:pPr>
            <a:r>
              <a:rPr lang="zh-TW" altLang="en-US" sz="2200" b="1" dirty="0" smtClean="0">
                <a:solidFill>
                  <a:srgbClr val="000000"/>
                </a:solidFill>
                <a:ea typeface="標楷體" pitchFamily="65" charset="-120"/>
              </a:rPr>
              <a:t>正己烷、環氧乙烷、丙酮、苯、丁酮及其他之閃火點在攝氏零下三十度以上，未滿攝氏零度之物質。</a:t>
            </a:r>
          </a:p>
          <a:p>
            <a:pPr lvl="1" eaLnBrk="1" hangingPunct="1">
              <a:buFont typeface="Wingdings" pitchFamily="2" charset="2"/>
              <a:buChar char="p"/>
            </a:pPr>
            <a:r>
              <a:rPr lang="zh-TW" altLang="en-US" sz="2200" b="1" dirty="0" smtClean="0">
                <a:solidFill>
                  <a:srgbClr val="000000"/>
                </a:solidFill>
                <a:ea typeface="標楷體" pitchFamily="65" charset="-120"/>
              </a:rPr>
              <a:t>乙醇、甲醇、二甲苯、乙酸戊酯及其他之閃火點在攝氏零度以上，未滿攝氏三十度之物質。 </a:t>
            </a:r>
          </a:p>
          <a:p>
            <a:pPr lvl="1" eaLnBrk="1" hangingPunct="1">
              <a:buFont typeface="Wingdings" pitchFamily="2" charset="2"/>
              <a:buChar char="p"/>
            </a:pPr>
            <a:r>
              <a:rPr lang="zh-TW" altLang="en-US" sz="2200" b="1" dirty="0" smtClean="0">
                <a:solidFill>
                  <a:srgbClr val="000000"/>
                </a:solidFill>
                <a:ea typeface="標楷體" pitchFamily="65" charset="-120"/>
              </a:rPr>
              <a:t>煤油、輕油、松節油、異戊醇、醋酸及其他之閃火點在攝氏三十度以上，未滿攝氏六十五度之物質。 </a:t>
            </a:r>
          </a:p>
        </p:txBody>
      </p:sp>
      <p:sp>
        <p:nvSpPr>
          <p:cNvPr id="595972" name="Text Box 4"/>
          <p:cNvSpPr txBox="1">
            <a:spLocks noChangeArrowheads="1"/>
          </p:cNvSpPr>
          <p:nvPr/>
        </p:nvSpPr>
        <p:spPr bwMode="auto">
          <a:xfrm>
            <a:off x="755650" y="5661025"/>
            <a:ext cx="27368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a:solidFill>
                  <a:schemeClr val="tx1"/>
                </a:solidFill>
                <a:latin typeface="Verdana" pitchFamily="34" charset="0"/>
                <a:ea typeface="新細明體" charset="-120"/>
              </a:defRPr>
            </a:lvl1pPr>
            <a:lvl2pPr marL="742950" indent="-285750" eaLnBrk="0" hangingPunct="0">
              <a:defRPr kumimoji="1">
                <a:solidFill>
                  <a:schemeClr val="tx1"/>
                </a:solidFill>
                <a:latin typeface="Verdana" pitchFamily="34" charset="0"/>
                <a:ea typeface="新細明體" charset="-120"/>
              </a:defRPr>
            </a:lvl2pPr>
            <a:lvl3pPr marL="1143000" indent="-228600" eaLnBrk="0" hangingPunct="0">
              <a:defRPr kumimoji="1">
                <a:solidFill>
                  <a:schemeClr val="tx1"/>
                </a:solidFill>
                <a:latin typeface="Verdana" pitchFamily="34" charset="0"/>
                <a:ea typeface="新細明體" charset="-120"/>
              </a:defRPr>
            </a:lvl3pPr>
            <a:lvl4pPr marL="1600200" indent="-228600" eaLnBrk="0" hangingPunct="0">
              <a:defRPr kumimoji="1">
                <a:solidFill>
                  <a:schemeClr val="tx1"/>
                </a:solidFill>
                <a:latin typeface="Verdana" pitchFamily="34" charset="0"/>
                <a:ea typeface="新細明體" charset="-120"/>
              </a:defRPr>
            </a:lvl4pPr>
            <a:lvl5pPr marL="2057400" indent="-228600" eaLnBrk="0" hangingPunct="0">
              <a:defRPr kumimoji="1">
                <a:solidFill>
                  <a:schemeClr val="tx1"/>
                </a:solidFill>
                <a:latin typeface="Verdana" pitchFamily="34" charset="0"/>
                <a:ea typeface="新細明體" charset="-120"/>
              </a:defRPr>
            </a:lvl5pPr>
            <a:lvl6pPr marL="2514600" indent="-228600" eaLnBrk="0" fontAlgn="base" hangingPunct="0">
              <a:spcBef>
                <a:spcPct val="0"/>
              </a:spcBef>
              <a:spcAft>
                <a:spcPct val="0"/>
              </a:spcAft>
              <a:defRPr kumimoji="1">
                <a:solidFill>
                  <a:schemeClr val="tx1"/>
                </a:solidFill>
                <a:latin typeface="Verdana" pitchFamily="34" charset="0"/>
                <a:ea typeface="新細明體" charset="-120"/>
              </a:defRPr>
            </a:lvl6pPr>
            <a:lvl7pPr marL="2971800" indent="-228600" eaLnBrk="0" fontAlgn="base" hangingPunct="0">
              <a:spcBef>
                <a:spcPct val="0"/>
              </a:spcBef>
              <a:spcAft>
                <a:spcPct val="0"/>
              </a:spcAft>
              <a:defRPr kumimoji="1">
                <a:solidFill>
                  <a:schemeClr val="tx1"/>
                </a:solidFill>
                <a:latin typeface="Verdana" pitchFamily="34" charset="0"/>
                <a:ea typeface="新細明體" charset="-120"/>
              </a:defRPr>
            </a:lvl7pPr>
            <a:lvl8pPr marL="3429000" indent="-228600" eaLnBrk="0" fontAlgn="base" hangingPunct="0">
              <a:spcBef>
                <a:spcPct val="0"/>
              </a:spcBef>
              <a:spcAft>
                <a:spcPct val="0"/>
              </a:spcAft>
              <a:defRPr kumimoji="1">
                <a:solidFill>
                  <a:schemeClr val="tx1"/>
                </a:solidFill>
                <a:latin typeface="Verdana" pitchFamily="34" charset="0"/>
                <a:ea typeface="新細明體" charset="-120"/>
              </a:defRPr>
            </a:lvl8pPr>
            <a:lvl9pPr marL="3886200" indent="-228600" eaLnBrk="0" fontAlgn="base" hangingPunct="0">
              <a:spcBef>
                <a:spcPct val="0"/>
              </a:spcBef>
              <a:spcAft>
                <a:spcPct val="0"/>
              </a:spcAft>
              <a:defRPr kumimoji="1">
                <a:solidFill>
                  <a:schemeClr val="tx1"/>
                </a:solidFill>
                <a:latin typeface="Verdana" pitchFamily="34" charset="0"/>
                <a:ea typeface="新細明體" charset="-120"/>
              </a:defRPr>
            </a:lvl9pPr>
          </a:lstStyle>
          <a:p>
            <a:pPr eaLnBrk="1" hangingPunct="1">
              <a:spcBef>
                <a:spcPct val="50000"/>
              </a:spcBef>
            </a:pPr>
            <a:r>
              <a:rPr lang="zh-TW" altLang="en-US" sz="2800" i="1">
                <a:solidFill>
                  <a:srgbClr val="FF0000"/>
                </a:solidFill>
                <a:latin typeface="Times New Roman" pitchFamily="18" charset="0"/>
                <a:ea typeface="標楷體" pitchFamily="65" charset="-120"/>
              </a:rPr>
              <a:t>閃火點小於</a:t>
            </a:r>
            <a:r>
              <a:rPr lang="en-US" altLang="zh-TW" sz="2800" i="1">
                <a:solidFill>
                  <a:srgbClr val="FF0000"/>
                </a:solidFill>
                <a:latin typeface="Times New Roman" pitchFamily="18" charset="0"/>
                <a:ea typeface="標楷體" pitchFamily="65" charset="-120"/>
              </a:rPr>
              <a:t>65</a:t>
            </a:r>
            <a:r>
              <a:rPr lang="en-US" altLang="zh-TW" sz="2800" i="1" baseline="30000">
                <a:solidFill>
                  <a:srgbClr val="FF0000"/>
                </a:solidFill>
                <a:latin typeface="Times New Roman" pitchFamily="18" charset="0"/>
                <a:ea typeface="標楷體" pitchFamily="65" charset="-120"/>
              </a:rPr>
              <a:t>o</a:t>
            </a:r>
            <a:r>
              <a:rPr lang="en-US" altLang="zh-TW" sz="2800" i="1">
                <a:solidFill>
                  <a:srgbClr val="FF0000"/>
                </a:solidFill>
                <a:latin typeface="Times New Roman" pitchFamily="18" charset="0"/>
                <a:ea typeface="標楷體" pitchFamily="65" charset="-120"/>
              </a:rPr>
              <a:t>C</a:t>
            </a:r>
          </a:p>
        </p:txBody>
      </p:sp>
    </p:spTree>
    <p:extLst>
      <p:ext uri="{BB962C8B-B14F-4D97-AF65-F5344CB8AC3E}">
        <p14:creationId xmlns:p14="http://schemas.microsoft.com/office/powerpoint/2010/main" val="514821048"/>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9597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597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版面配置區 1"/>
          <p:cNvSpPr>
            <a:spLocks noGrp="1"/>
          </p:cNvSpPr>
          <p:nvPr>
            <p:ph type="dt" sz="quarter" idx="10"/>
          </p:nvPr>
        </p:nvSpPr>
        <p:spPr/>
        <p:txBody>
          <a:bodyPr/>
          <a:lstStyle/>
          <a:p>
            <a:pPr>
              <a:defRPr/>
            </a:pPr>
            <a:r>
              <a:rPr lang="en-US" altLang="zh-TW" dirty="0"/>
              <a:t>2013</a:t>
            </a:r>
            <a:r>
              <a:rPr lang="zh-TW" altLang="en-US" dirty="0"/>
              <a:t>年</a:t>
            </a:r>
          </a:p>
        </p:txBody>
      </p:sp>
      <p:sp>
        <p:nvSpPr>
          <p:cNvPr id="13315" name="Rectangle 2"/>
          <p:cNvSpPr>
            <a:spLocks noGrp="1" noRot="1" noChangeArrowheads="1"/>
          </p:cNvSpPr>
          <p:nvPr>
            <p:ph type="title" idx="4294967295"/>
          </p:nvPr>
        </p:nvSpPr>
        <p:spPr bwMode="auto">
          <a:xfrm>
            <a:off x="457200" y="938808"/>
            <a:ext cx="8229600" cy="762000"/>
          </a:xfrm>
          <a:prstGeom prst="rect">
            <a:avLst/>
          </a:prstGeom>
          <a:noFill/>
          <a:ln>
            <a:noFill/>
            <a:miter lim="800000"/>
            <a:headEnd/>
            <a:tailEnd/>
          </a:ln>
          <a:extLst>
            <a:ext uri="{909E8E84-426E-40DD-AFC4-6F175D3DCCD1}">
              <a14:hiddenFill xmlns:a14="http://schemas.microsoft.com/office/drawing/2010/main">
                <a:solidFill>
                  <a:srgbClr val="FFFFFF"/>
                </a:solidFill>
              </a14:hiddenFill>
            </a:ext>
          </a:extLst>
        </p:spPr>
        <p:txBody>
          <a:bodyPr anchor="ctr">
            <a:normAutofit/>
          </a:bodyPr>
          <a:lstStyle/>
          <a:p>
            <a:r>
              <a:rPr lang="zh-TW" altLang="en-US" sz="3600" b="1" dirty="0">
                <a:latin typeface="標楷體" panose="03000509000000000000" pitchFamily="65" charset="-120"/>
                <a:ea typeface="標楷體" panose="03000509000000000000" pitchFamily="65" charset="-120"/>
              </a:rPr>
              <a:t>可燃性氣體定義</a:t>
            </a:r>
          </a:p>
        </p:txBody>
      </p:sp>
      <p:sp>
        <p:nvSpPr>
          <p:cNvPr id="13316" name="Rectangle 3"/>
          <p:cNvSpPr>
            <a:spLocks noGrp="1" noRot="1" noChangeArrowheads="1"/>
          </p:cNvSpPr>
          <p:nvPr>
            <p:ph type="body" idx="4294967295"/>
          </p:nvPr>
        </p:nvSpPr>
        <p:spPr>
          <a:xfrm>
            <a:off x="539552" y="1752600"/>
            <a:ext cx="8304411" cy="4476750"/>
          </a:xfrm>
          <a:noFill/>
        </p:spPr>
        <p:txBody>
          <a:bodyPr/>
          <a:lstStyle/>
          <a:p>
            <a:pPr eaLnBrk="1" hangingPunct="1"/>
            <a:r>
              <a:rPr lang="zh-TW" altLang="en-US" sz="2600" b="1" dirty="0" smtClean="0">
                <a:solidFill>
                  <a:srgbClr val="0000FF"/>
                </a:solidFill>
                <a:latin typeface="標楷體" pitchFamily="65" charset="-120"/>
                <a:ea typeface="標楷體" pitchFamily="65" charset="-120"/>
              </a:rPr>
              <a:t>勞工安全衛生設施規則 第十五條</a:t>
            </a:r>
          </a:p>
          <a:p>
            <a:pPr lvl="1" eaLnBrk="1" hangingPunct="1">
              <a:buFont typeface="Wingdings" pitchFamily="2" charset="2"/>
              <a:buChar char="Ø"/>
            </a:pPr>
            <a:r>
              <a:rPr lang="zh-TW" altLang="en-US" sz="2000" b="1" dirty="0" smtClean="0">
                <a:solidFill>
                  <a:srgbClr val="000000"/>
                </a:solidFill>
                <a:ea typeface="標楷體" pitchFamily="65" charset="-120"/>
              </a:rPr>
              <a:t>氫。 </a:t>
            </a:r>
          </a:p>
          <a:p>
            <a:pPr lvl="1" eaLnBrk="1" hangingPunct="1">
              <a:buFont typeface="Wingdings" pitchFamily="2" charset="2"/>
              <a:buChar char="Ø"/>
            </a:pPr>
            <a:r>
              <a:rPr lang="zh-TW" altLang="en-US" sz="2000" b="1" dirty="0" smtClean="0">
                <a:solidFill>
                  <a:srgbClr val="000000"/>
                </a:solidFill>
                <a:ea typeface="標楷體" pitchFamily="65" charset="-120"/>
              </a:rPr>
              <a:t>乙炔、乙烯。 </a:t>
            </a:r>
          </a:p>
          <a:p>
            <a:pPr lvl="1" eaLnBrk="1" hangingPunct="1">
              <a:buFont typeface="Wingdings" pitchFamily="2" charset="2"/>
              <a:buChar char="Ø"/>
            </a:pPr>
            <a:r>
              <a:rPr lang="zh-TW" altLang="en-US" sz="2000" b="1" dirty="0" smtClean="0">
                <a:solidFill>
                  <a:srgbClr val="000000"/>
                </a:solidFill>
                <a:ea typeface="標楷體" pitchFamily="65" charset="-120"/>
              </a:rPr>
              <a:t>甲烷、乙烷、丙烷、丁烷。 </a:t>
            </a:r>
          </a:p>
          <a:p>
            <a:pPr lvl="1" eaLnBrk="1" hangingPunct="1">
              <a:buFont typeface="Wingdings" pitchFamily="2" charset="2"/>
              <a:buChar char="Ø"/>
            </a:pPr>
            <a:r>
              <a:rPr lang="zh-TW" altLang="en-US" sz="2000" b="1" dirty="0" smtClean="0">
                <a:solidFill>
                  <a:srgbClr val="FF0000"/>
                </a:solidFill>
                <a:ea typeface="標楷體" pitchFamily="65" charset="-120"/>
              </a:rPr>
              <a:t>其他於一大氣壓下攝氏十五度時，具有可燃性之氣體。</a:t>
            </a:r>
          </a:p>
          <a:p>
            <a:pPr eaLnBrk="1" hangingPunct="1"/>
            <a:r>
              <a:rPr lang="zh-TW" altLang="en-US" sz="2600" b="1" dirty="0" smtClean="0">
                <a:solidFill>
                  <a:srgbClr val="0000FF"/>
                </a:solidFill>
                <a:ea typeface="標楷體" pitchFamily="65" charset="-120"/>
              </a:rPr>
              <a:t>高壓氣體勞工安全規則第四條</a:t>
            </a:r>
          </a:p>
          <a:p>
            <a:pPr lvl="1" eaLnBrk="1" hangingPunct="1">
              <a:buFont typeface="Wingdings" pitchFamily="2" charset="2"/>
              <a:buChar char="Ø"/>
            </a:pPr>
            <a:r>
              <a:rPr lang="zh-TW" altLang="en-US" sz="2000" b="1" dirty="0" smtClean="0">
                <a:solidFill>
                  <a:srgbClr val="000000"/>
                </a:solidFill>
                <a:ea typeface="標楷體" pitchFamily="65" charset="-120"/>
              </a:rPr>
              <a:t>丙烯腈、丙烯醛、乙炔、乙醛、氨、一氧化碳、乙烷、乙胺、乙苯、乙烯、氯乙烷、氯甲烷、氯乙烯、環氧乙烷、環氧丙烷、氰化氫、環丙烷、二甲胺、氫、三甲胺、二硫化碳、丁二烯、丁烷、丁烯、丙烷、丙烯、溴甲烷、苯、甲烷、甲胺、二甲醚、硫化氫及</a:t>
            </a:r>
            <a:r>
              <a:rPr lang="zh-TW" altLang="en-US" sz="2000" b="1" dirty="0" smtClean="0">
                <a:solidFill>
                  <a:srgbClr val="FF0000"/>
                </a:solidFill>
                <a:ea typeface="標楷體" pitchFamily="65" charset="-120"/>
              </a:rPr>
              <a:t>其他爆炸下限在百分之十以下或爆炸上限與下限之差在百分之二十以上之氣體。</a:t>
            </a:r>
          </a:p>
        </p:txBody>
      </p:sp>
    </p:spTree>
    <p:extLst>
      <p:ext uri="{BB962C8B-B14F-4D97-AF65-F5344CB8AC3E}">
        <p14:creationId xmlns:p14="http://schemas.microsoft.com/office/powerpoint/2010/main" val="2135282115"/>
      </p:ext>
    </p:extLst>
  </p:cSld>
  <p:clrMapOvr>
    <a:masterClrMapping/>
  </p:clrMapOvr>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版面配置區 1"/>
          <p:cNvSpPr>
            <a:spLocks noGrp="1"/>
          </p:cNvSpPr>
          <p:nvPr>
            <p:ph type="dt" sz="quarter" idx="10"/>
          </p:nvPr>
        </p:nvSpPr>
        <p:spPr/>
        <p:txBody>
          <a:bodyPr/>
          <a:lstStyle/>
          <a:p>
            <a:pPr>
              <a:defRPr/>
            </a:pPr>
            <a:r>
              <a:rPr lang="en-US" altLang="zh-TW" dirty="0"/>
              <a:t>2013</a:t>
            </a:r>
            <a:r>
              <a:rPr lang="zh-TW" altLang="en-US" dirty="0"/>
              <a:t>年</a:t>
            </a:r>
          </a:p>
        </p:txBody>
      </p:sp>
      <p:sp>
        <p:nvSpPr>
          <p:cNvPr id="14339" name="Rectangle 2"/>
          <p:cNvSpPr>
            <a:spLocks noGrp="1" noRot="1" noChangeArrowheads="1"/>
          </p:cNvSpPr>
          <p:nvPr>
            <p:ph type="title" idx="4294967295"/>
          </p:nvPr>
        </p:nvSpPr>
        <p:spPr bwMode="auto">
          <a:xfrm>
            <a:off x="457200" y="1023392"/>
            <a:ext cx="8229600" cy="533400"/>
          </a:xfrm>
          <a:prstGeom prst="rect">
            <a:avLst/>
          </a:prstGeom>
          <a:noFill/>
          <a:ln>
            <a:noFill/>
            <a:miter lim="800000"/>
            <a:headEnd/>
            <a:tailEnd/>
          </a:ln>
          <a:extLst>
            <a:ext uri="{909E8E84-426E-40DD-AFC4-6F175D3DCCD1}">
              <a14:hiddenFill xmlns:a14="http://schemas.microsoft.com/office/drawing/2010/main">
                <a:solidFill>
                  <a:srgbClr val="FFFFFF"/>
                </a:solidFill>
              </a14:hiddenFill>
            </a:ext>
          </a:extLst>
        </p:spPr>
        <p:txBody>
          <a:bodyPr anchor="ctr">
            <a:noAutofit/>
          </a:bodyPr>
          <a:lstStyle/>
          <a:p>
            <a:r>
              <a:rPr lang="zh-TW" altLang="en-US" sz="3600" b="1" dirty="0">
                <a:latin typeface="標楷體" panose="03000509000000000000" pitchFamily="65" charset="-120"/>
                <a:ea typeface="標楷體" panose="03000509000000000000" pitchFamily="65" charset="-120"/>
              </a:rPr>
              <a:t>適用範圍</a:t>
            </a:r>
          </a:p>
        </p:txBody>
      </p:sp>
      <p:sp>
        <p:nvSpPr>
          <p:cNvPr id="14340" name="Rectangle 3"/>
          <p:cNvSpPr>
            <a:spLocks noGrp="1" noRot="1" noChangeArrowheads="1"/>
          </p:cNvSpPr>
          <p:nvPr>
            <p:ph type="body" idx="4294967295"/>
          </p:nvPr>
        </p:nvSpPr>
        <p:spPr>
          <a:xfrm>
            <a:off x="683568" y="1600200"/>
            <a:ext cx="7848872" cy="4525963"/>
          </a:xfrm>
          <a:noFill/>
        </p:spPr>
        <p:txBody>
          <a:bodyPr>
            <a:normAutofit/>
          </a:bodyPr>
          <a:lstStyle/>
          <a:p>
            <a:pPr eaLnBrk="1" hangingPunct="1"/>
            <a:r>
              <a:rPr lang="zh-TW" altLang="en-US" sz="2800" b="1" dirty="0" smtClean="0">
                <a:solidFill>
                  <a:srgbClr val="0000FF"/>
                </a:solidFill>
                <a:ea typeface="標楷體" pitchFamily="65" charset="-120"/>
              </a:rPr>
              <a:t>可能發生</a:t>
            </a:r>
            <a:r>
              <a:rPr lang="zh-TW" altLang="en-US" sz="2800" b="1" dirty="0" smtClean="0">
                <a:solidFill>
                  <a:srgbClr val="000000"/>
                </a:solidFill>
                <a:ea typeface="標楷體" pitchFamily="65" charset="-120"/>
              </a:rPr>
              <a:t>危險性之易燃性氣體或蒸氣的危險區域。</a:t>
            </a:r>
          </a:p>
          <a:p>
            <a:pPr eaLnBrk="1" hangingPunct="1"/>
            <a:r>
              <a:rPr lang="zh-TW" altLang="en-US" sz="2800" b="1" dirty="0" smtClean="0">
                <a:solidFill>
                  <a:srgbClr val="0000FF"/>
                </a:solidFill>
                <a:ea typeface="標楷體" pitchFamily="65" charset="-120"/>
              </a:rPr>
              <a:t>正常環境下</a:t>
            </a:r>
            <a:r>
              <a:rPr lang="zh-TW" altLang="en-US" sz="2800" b="1" dirty="0" smtClean="0">
                <a:solidFill>
                  <a:srgbClr val="000000"/>
                </a:solidFill>
                <a:ea typeface="標楷體" pitchFamily="65" charset="-120"/>
              </a:rPr>
              <a:t>可燃性氣體或蒸氣與空氣混合所</a:t>
            </a:r>
            <a:r>
              <a:rPr lang="zh-TW" altLang="en-US" sz="2800" b="1" dirty="0" smtClean="0">
                <a:solidFill>
                  <a:srgbClr val="0000FF"/>
                </a:solidFill>
                <a:ea typeface="標楷體" pitchFamily="65" charset="-120"/>
              </a:rPr>
              <a:t>可能造成燃燒</a:t>
            </a:r>
            <a:r>
              <a:rPr lang="zh-TW" altLang="en-US" sz="2800" b="1" dirty="0" smtClean="0">
                <a:solidFill>
                  <a:srgbClr val="000000"/>
                </a:solidFill>
                <a:ea typeface="標楷體" pitchFamily="65" charset="-120"/>
              </a:rPr>
              <a:t>的危險性之場所。</a:t>
            </a:r>
          </a:p>
          <a:p>
            <a:pPr eaLnBrk="1" hangingPunct="1"/>
            <a:endParaRPr lang="en-US" altLang="zh-TW" sz="2800" b="1" dirty="0" smtClean="0">
              <a:solidFill>
                <a:srgbClr val="000000"/>
              </a:solidFill>
              <a:ea typeface="標楷體" pitchFamily="65" charset="-120"/>
            </a:endParaRPr>
          </a:p>
        </p:txBody>
      </p:sp>
    </p:spTree>
    <p:extLst>
      <p:ext uri="{BB962C8B-B14F-4D97-AF65-F5344CB8AC3E}">
        <p14:creationId xmlns:p14="http://schemas.microsoft.com/office/powerpoint/2010/main" val="1102580240"/>
      </p:ext>
    </p:extLst>
  </p:cSld>
  <p:clrMapOvr>
    <a:masterClrMapping/>
  </p:clrMapOvr>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版面配置區 1"/>
          <p:cNvSpPr>
            <a:spLocks noGrp="1"/>
          </p:cNvSpPr>
          <p:nvPr>
            <p:ph type="dt" sz="quarter" idx="10"/>
          </p:nvPr>
        </p:nvSpPr>
        <p:spPr/>
        <p:txBody>
          <a:bodyPr/>
          <a:lstStyle/>
          <a:p>
            <a:pPr>
              <a:defRPr/>
            </a:pPr>
            <a:r>
              <a:rPr lang="en-US" altLang="zh-TW" dirty="0"/>
              <a:t>2013</a:t>
            </a:r>
            <a:r>
              <a:rPr lang="zh-TW" altLang="en-US" dirty="0"/>
              <a:t>年</a:t>
            </a:r>
          </a:p>
        </p:txBody>
      </p:sp>
      <p:sp>
        <p:nvSpPr>
          <p:cNvPr id="15363" name="Rectangle 2"/>
          <p:cNvSpPr>
            <a:spLocks noGrp="1" noRot="1" noChangeArrowheads="1"/>
          </p:cNvSpPr>
          <p:nvPr>
            <p:ph type="title" idx="4294967295"/>
          </p:nvPr>
        </p:nvSpPr>
        <p:spPr bwMode="auto">
          <a:xfrm>
            <a:off x="457200" y="943000"/>
            <a:ext cx="8229600" cy="685800"/>
          </a:xfrm>
          <a:prstGeom prst="rect">
            <a:avLst/>
          </a:prstGeom>
          <a:noFill/>
          <a:ln>
            <a:noFill/>
            <a:miter lim="800000"/>
            <a:headEnd/>
            <a:tailEnd/>
          </a:ln>
          <a:extLst>
            <a:ext uri="{909E8E84-426E-40DD-AFC4-6F175D3DCCD1}">
              <a14:hiddenFill xmlns:a14="http://schemas.microsoft.com/office/drawing/2010/main">
                <a:solidFill>
                  <a:srgbClr val="FFFFFF"/>
                </a:solidFill>
              </a14:hiddenFill>
            </a:ext>
          </a:extLst>
        </p:spPr>
        <p:txBody>
          <a:bodyPr anchor="ctr">
            <a:normAutofit/>
          </a:bodyPr>
          <a:lstStyle/>
          <a:p>
            <a:r>
              <a:rPr lang="zh-TW" altLang="en-US" sz="3600" b="1" dirty="0">
                <a:latin typeface="標楷體" panose="03000509000000000000" pitchFamily="65" charset="-120"/>
                <a:ea typeface="標楷體" panose="03000509000000000000" pitchFamily="65" charset="-120"/>
              </a:rPr>
              <a:t>區域等級劃分目的</a:t>
            </a:r>
          </a:p>
        </p:txBody>
      </p:sp>
      <p:sp>
        <p:nvSpPr>
          <p:cNvPr id="15364" name="Rectangle 3"/>
          <p:cNvSpPr>
            <a:spLocks noGrp="1" noRot="1" noChangeArrowheads="1"/>
          </p:cNvSpPr>
          <p:nvPr>
            <p:ph type="body" idx="4294967295"/>
          </p:nvPr>
        </p:nvSpPr>
        <p:spPr>
          <a:xfrm>
            <a:off x="539552" y="1783357"/>
            <a:ext cx="7992888" cy="4525963"/>
          </a:xfrm>
          <a:noFill/>
        </p:spPr>
        <p:txBody>
          <a:bodyPr/>
          <a:lstStyle/>
          <a:p>
            <a:pPr eaLnBrk="1" hangingPunct="1"/>
            <a:r>
              <a:rPr lang="zh-TW" altLang="en-US" sz="2800" b="1" dirty="0" smtClean="0">
                <a:solidFill>
                  <a:srgbClr val="0000FF"/>
                </a:solidFill>
                <a:ea typeface="標楷體" pitchFamily="65" charset="-120"/>
              </a:rPr>
              <a:t>考量氣體種類及溫度等級</a:t>
            </a:r>
            <a:r>
              <a:rPr lang="zh-TW" altLang="en-US" sz="2800" b="1" dirty="0" smtClean="0">
                <a:solidFill>
                  <a:srgbClr val="000000"/>
                </a:solidFill>
                <a:ea typeface="標楷體" pitchFamily="65" charset="-120"/>
              </a:rPr>
              <a:t>，用以分析並劃分可能產生爆炸性氣體環境的方法，以幫助選用及安裝可使用於該環境之電機設備。</a:t>
            </a:r>
          </a:p>
          <a:p>
            <a:pPr eaLnBrk="1" hangingPunct="1"/>
            <a:r>
              <a:rPr lang="zh-TW" altLang="en-US" sz="2800" b="1" dirty="0" smtClean="0">
                <a:latin typeface="細明體" pitchFamily="49" charset="-120"/>
                <a:ea typeface="標楷體" pitchFamily="65" charset="-120"/>
              </a:rPr>
              <a:t>許多生產製程必須使用易燃性物質，但很難確保爆炸性氣體環境絕不會發生，也很難確保電氣設備不會成為點火源。</a:t>
            </a:r>
          </a:p>
          <a:p>
            <a:pPr eaLnBrk="1" hangingPunct="1"/>
            <a:r>
              <a:rPr lang="zh-TW" altLang="en-US" sz="2800" b="1" dirty="0" smtClean="0">
                <a:solidFill>
                  <a:srgbClr val="000000"/>
                </a:solidFill>
                <a:ea typeface="標楷體" pitchFamily="65" charset="-120"/>
              </a:rPr>
              <a:t>若產生爆炸性氣體環境的可能性降低時，可使用較不嚴格的標準去架設設備。</a:t>
            </a:r>
          </a:p>
          <a:p>
            <a:pPr eaLnBrk="1" hangingPunct="1"/>
            <a:endParaRPr lang="en-US" altLang="zh-TW" dirty="0" smtClean="0">
              <a:solidFill>
                <a:srgbClr val="000000"/>
              </a:solidFill>
            </a:endParaRPr>
          </a:p>
        </p:txBody>
      </p:sp>
    </p:spTree>
    <p:extLst>
      <p:ext uri="{BB962C8B-B14F-4D97-AF65-F5344CB8AC3E}">
        <p14:creationId xmlns:p14="http://schemas.microsoft.com/office/powerpoint/2010/main" val="734221803"/>
      </p:ext>
    </p:extLst>
  </p:cSld>
  <p:clrMapOvr>
    <a:masterClrMapping/>
  </p:clrMapOvr>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日期版面配置區 1"/>
          <p:cNvSpPr>
            <a:spLocks noGrp="1"/>
          </p:cNvSpPr>
          <p:nvPr>
            <p:ph type="dt" sz="quarter" idx="10"/>
          </p:nvPr>
        </p:nvSpPr>
        <p:spPr/>
        <p:txBody>
          <a:bodyPr/>
          <a:lstStyle/>
          <a:p>
            <a:pPr>
              <a:defRPr/>
            </a:pPr>
            <a:r>
              <a:rPr lang="en-US" altLang="zh-TW" dirty="0"/>
              <a:t>2013</a:t>
            </a:r>
            <a:r>
              <a:rPr lang="zh-TW" altLang="en-US" dirty="0"/>
              <a:t>年</a:t>
            </a:r>
          </a:p>
        </p:txBody>
      </p:sp>
      <p:sp>
        <p:nvSpPr>
          <p:cNvPr id="16387" name="Rectangle 2"/>
          <p:cNvSpPr>
            <a:spLocks noGrp="1" noRot="1" noChangeArrowheads="1"/>
          </p:cNvSpPr>
          <p:nvPr>
            <p:ph type="title" idx="4294967295"/>
          </p:nvPr>
        </p:nvSpPr>
        <p:spPr bwMode="auto">
          <a:xfrm>
            <a:off x="1066800" y="980728"/>
            <a:ext cx="7321624" cy="628650"/>
          </a:xfrm>
          <a:prstGeom prst="rect">
            <a:avLst/>
          </a:prstGeom>
          <a:noFill/>
          <a:ln>
            <a:noFill/>
            <a:miter lim="800000"/>
            <a:headEnd/>
            <a:tailEnd/>
          </a:ln>
        </p:spPr>
        <p:txBody>
          <a:bodyPr anchor="ctr">
            <a:noAutofit/>
          </a:bodyPr>
          <a:lstStyle/>
          <a:p>
            <a:r>
              <a:rPr lang="zh-TW" altLang="zh-TW" sz="3600" b="1" dirty="0">
                <a:latin typeface="標楷體" panose="03000509000000000000" pitchFamily="65" charset="-120"/>
                <a:ea typeface="標楷體" panose="03000509000000000000" pitchFamily="65" charset="-120"/>
              </a:rPr>
              <a:t>作業流程</a:t>
            </a:r>
            <a:endParaRPr lang="zh-TW" altLang="en-US" sz="3600" b="1" dirty="0">
              <a:latin typeface="標楷體" panose="03000509000000000000" pitchFamily="65" charset="-120"/>
              <a:ea typeface="標楷體" panose="03000509000000000000" pitchFamily="65" charset="-120"/>
            </a:endParaRPr>
          </a:p>
        </p:txBody>
      </p:sp>
      <p:sp>
        <p:nvSpPr>
          <p:cNvPr id="16388" name="Text Box 3"/>
          <p:cNvSpPr txBox="1">
            <a:spLocks noChangeArrowheads="1"/>
          </p:cNvSpPr>
          <p:nvPr/>
        </p:nvSpPr>
        <p:spPr bwMode="auto">
          <a:xfrm>
            <a:off x="2051050" y="1665288"/>
            <a:ext cx="4953000" cy="457200"/>
          </a:xfrm>
          <a:prstGeom prst="rect">
            <a:avLst/>
          </a:prstGeom>
          <a:solidFill>
            <a:srgbClr val="FFFFFF"/>
          </a:solidFill>
          <a:ln w="19050">
            <a:solidFill>
              <a:srgbClr val="000000"/>
            </a:solidFill>
            <a:miter lim="800000"/>
            <a:headEnd/>
            <a:tailEnd/>
          </a:ln>
        </p:spPr>
        <p:txBody>
          <a:bodyPr/>
          <a:lstStyle>
            <a:lvl1pPr eaLnBrk="0" hangingPunct="0">
              <a:defRPr kumimoji="1">
                <a:solidFill>
                  <a:schemeClr val="tx1"/>
                </a:solidFill>
                <a:latin typeface="Verdana" pitchFamily="34" charset="0"/>
                <a:ea typeface="新細明體" charset="-120"/>
              </a:defRPr>
            </a:lvl1pPr>
            <a:lvl2pPr marL="742950" indent="-285750" eaLnBrk="0" hangingPunct="0">
              <a:defRPr kumimoji="1">
                <a:solidFill>
                  <a:schemeClr val="tx1"/>
                </a:solidFill>
                <a:latin typeface="Verdana" pitchFamily="34" charset="0"/>
                <a:ea typeface="新細明體" charset="-120"/>
              </a:defRPr>
            </a:lvl2pPr>
            <a:lvl3pPr marL="1143000" indent="-228600" eaLnBrk="0" hangingPunct="0">
              <a:defRPr kumimoji="1">
                <a:solidFill>
                  <a:schemeClr val="tx1"/>
                </a:solidFill>
                <a:latin typeface="Verdana" pitchFamily="34" charset="0"/>
                <a:ea typeface="新細明體" charset="-120"/>
              </a:defRPr>
            </a:lvl3pPr>
            <a:lvl4pPr marL="1600200" indent="-228600" eaLnBrk="0" hangingPunct="0">
              <a:defRPr kumimoji="1">
                <a:solidFill>
                  <a:schemeClr val="tx1"/>
                </a:solidFill>
                <a:latin typeface="Verdana" pitchFamily="34" charset="0"/>
                <a:ea typeface="新細明體" charset="-120"/>
              </a:defRPr>
            </a:lvl4pPr>
            <a:lvl5pPr marL="2057400" indent="-228600" eaLnBrk="0" hangingPunct="0">
              <a:defRPr kumimoji="1">
                <a:solidFill>
                  <a:schemeClr val="tx1"/>
                </a:solidFill>
                <a:latin typeface="Verdana" pitchFamily="34" charset="0"/>
                <a:ea typeface="新細明體" charset="-120"/>
              </a:defRPr>
            </a:lvl5pPr>
            <a:lvl6pPr marL="2514600" indent="-228600" eaLnBrk="0" fontAlgn="base" hangingPunct="0">
              <a:spcBef>
                <a:spcPct val="0"/>
              </a:spcBef>
              <a:spcAft>
                <a:spcPct val="0"/>
              </a:spcAft>
              <a:defRPr kumimoji="1">
                <a:solidFill>
                  <a:schemeClr val="tx1"/>
                </a:solidFill>
                <a:latin typeface="Verdana" pitchFamily="34" charset="0"/>
                <a:ea typeface="新細明體" charset="-120"/>
              </a:defRPr>
            </a:lvl6pPr>
            <a:lvl7pPr marL="2971800" indent="-228600" eaLnBrk="0" fontAlgn="base" hangingPunct="0">
              <a:spcBef>
                <a:spcPct val="0"/>
              </a:spcBef>
              <a:spcAft>
                <a:spcPct val="0"/>
              </a:spcAft>
              <a:defRPr kumimoji="1">
                <a:solidFill>
                  <a:schemeClr val="tx1"/>
                </a:solidFill>
                <a:latin typeface="Verdana" pitchFamily="34" charset="0"/>
                <a:ea typeface="新細明體" charset="-120"/>
              </a:defRPr>
            </a:lvl7pPr>
            <a:lvl8pPr marL="3429000" indent="-228600" eaLnBrk="0" fontAlgn="base" hangingPunct="0">
              <a:spcBef>
                <a:spcPct val="0"/>
              </a:spcBef>
              <a:spcAft>
                <a:spcPct val="0"/>
              </a:spcAft>
              <a:defRPr kumimoji="1">
                <a:solidFill>
                  <a:schemeClr val="tx1"/>
                </a:solidFill>
                <a:latin typeface="Verdana" pitchFamily="34" charset="0"/>
                <a:ea typeface="新細明體" charset="-120"/>
              </a:defRPr>
            </a:lvl8pPr>
            <a:lvl9pPr marL="3886200" indent="-228600" eaLnBrk="0" fontAlgn="base" hangingPunct="0">
              <a:spcBef>
                <a:spcPct val="0"/>
              </a:spcBef>
              <a:spcAft>
                <a:spcPct val="0"/>
              </a:spcAft>
              <a:defRPr kumimoji="1">
                <a:solidFill>
                  <a:schemeClr val="tx1"/>
                </a:solidFill>
                <a:latin typeface="Verdana" pitchFamily="34" charset="0"/>
                <a:ea typeface="新細明體" charset="-120"/>
              </a:defRPr>
            </a:lvl9pPr>
          </a:lstStyle>
          <a:p>
            <a:pPr algn="ctr"/>
            <a:r>
              <a:rPr kumimoji="0" lang="zh-TW" altLang="en-US" sz="2400" b="1" dirty="0">
                <a:solidFill>
                  <a:srgbClr val="000000"/>
                </a:solidFill>
                <a:latin typeface="細明體" pitchFamily="49" charset="-120"/>
                <a:ea typeface="標楷體" pitchFamily="65" charset="-120"/>
              </a:rPr>
              <a:t>易燃性物質性質確認</a:t>
            </a:r>
          </a:p>
        </p:txBody>
      </p:sp>
      <p:sp>
        <p:nvSpPr>
          <p:cNvPr id="16389" name="Text Box 4"/>
          <p:cNvSpPr txBox="1">
            <a:spLocks noChangeArrowheads="1"/>
          </p:cNvSpPr>
          <p:nvPr/>
        </p:nvSpPr>
        <p:spPr bwMode="auto">
          <a:xfrm>
            <a:off x="2051050" y="2351088"/>
            <a:ext cx="4953000" cy="457200"/>
          </a:xfrm>
          <a:prstGeom prst="rect">
            <a:avLst/>
          </a:prstGeom>
          <a:solidFill>
            <a:srgbClr val="FFFFFF"/>
          </a:solidFill>
          <a:ln w="19050">
            <a:solidFill>
              <a:srgbClr val="000000"/>
            </a:solidFill>
            <a:miter lim="800000"/>
            <a:headEnd/>
            <a:tailEnd/>
          </a:ln>
        </p:spPr>
        <p:txBody>
          <a:bodyPr/>
          <a:lstStyle>
            <a:lvl1pPr eaLnBrk="0" hangingPunct="0">
              <a:defRPr kumimoji="1">
                <a:solidFill>
                  <a:schemeClr val="tx1"/>
                </a:solidFill>
                <a:latin typeface="Verdana" pitchFamily="34" charset="0"/>
                <a:ea typeface="新細明體" charset="-120"/>
              </a:defRPr>
            </a:lvl1pPr>
            <a:lvl2pPr marL="742950" indent="-285750" eaLnBrk="0" hangingPunct="0">
              <a:defRPr kumimoji="1">
                <a:solidFill>
                  <a:schemeClr val="tx1"/>
                </a:solidFill>
                <a:latin typeface="Verdana" pitchFamily="34" charset="0"/>
                <a:ea typeface="新細明體" charset="-120"/>
              </a:defRPr>
            </a:lvl2pPr>
            <a:lvl3pPr marL="1143000" indent="-228600" eaLnBrk="0" hangingPunct="0">
              <a:defRPr kumimoji="1">
                <a:solidFill>
                  <a:schemeClr val="tx1"/>
                </a:solidFill>
                <a:latin typeface="Verdana" pitchFamily="34" charset="0"/>
                <a:ea typeface="新細明體" charset="-120"/>
              </a:defRPr>
            </a:lvl3pPr>
            <a:lvl4pPr marL="1600200" indent="-228600" eaLnBrk="0" hangingPunct="0">
              <a:defRPr kumimoji="1">
                <a:solidFill>
                  <a:schemeClr val="tx1"/>
                </a:solidFill>
                <a:latin typeface="Verdana" pitchFamily="34" charset="0"/>
                <a:ea typeface="新細明體" charset="-120"/>
              </a:defRPr>
            </a:lvl4pPr>
            <a:lvl5pPr marL="2057400" indent="-228600" eaLnBrk="0" hangingPunct="0">
              <a:defRPr kumimoji="1">
                <a:solidFill>
                  <a:schemeClr val="tx1"/>
                </a:solidFill>
                <a:latin typeface="Verdana" pitchFamily="34" charset="0"/>
                <a:ea typeface="新細明體" charset="-120"/>
              </a:defRPr>
            </a:lvl5pPr>
            <a:lvl6pPr marL="2514600" indent="-228600" eaLnBrk="0" fontAlgn="base" hangingPunct="0">
              <a:spcBef>
                <a:spcPct val="0"/>
              </a:spcBef>
              <a:spcAft>
                <a:spcPct val="0"/>
              </a:spcAft>
              <a:defRPr kumimoji="1">
                <a:solidFill>
                  <a:schemeClr val="tx1"/>
                </a:solidFill>
                <a:latin typeface="Verdana" pitchFamily="34" charset="0"/>
                <a:ea typeface="新細明體" charset="-120"/>
              </a:defRPr>
            </a:lvl6pPr>
            <a:lvl7pPr marL="2971800" indent="-228600" eaLnBrk="0" fontAlgn="base" hangingPunct="0">
              <a:spcBef>
                <a:spcPct val="0"/>
              </a:spcBef>
              <a:spcAft>
                <a:spcPct val="0"/>
              </a:spcAft>
              <a:defRPr kumimoji="1">
                <a:solidFill>
                  <a:schemeClr val="tx1"/>
                </a:solidFill>
                <a:latin typeface="Verdana" pitchFamily="34" charset="0"/>
                <a:ea typeface="新細明體" charset="-120"/>
              </a:defRPr>
            </a:lvl7pPr>
            <a:lvl8pPr marL="3429000" indent="-228600" eaLnBrk="0" fontAlgn="base" hangingPunct="0">
              <a:spcBef>
                <a:spcPct val="0"/>
              </a:spcBef>
              <a:spcAft>
                <a:spcPct val="0"/>
              </a:spcAft>
              <a:defRPr kumimoji="1">
                <a:solidFill>
                  <a:schemeClr val="tx1"/>
                </a:solidFill>
                <a:latin typeface="Verdana" pitchFamily="34" charset="0"/>
                <a:ea typeface="新細明體" charset="-120"/>
              </a:defRPr>
            </a:lvl8pPr>
            <a:lvl9pPr marL="3886200" indent="-228600" eaLnBrk="0" fontAlgn="base" hangingPunct="0">
              <a:spcBef>
                <a:spcPct val="0"/>
              </a:spcBef>
              <a:spcAft>
                <a:spcPct val="0"/>
              </a:spcAft>
              <a:defRPr kumimoji="1">
                <a:solidFill>
                  <a:schemeClr val="tx1"/>
                </a:solidFill>
                <a:latin typeface="Verdana" pitchFamily="34" charset="0"/>
                <a:ea typeface="新細明體" charset="-120"/>
              </a:defRPr>
            </a:lvl9pPr>
          </a:lstStyle>
          <a:p>
            <a:pPr algn="ctr"/>
            <a:r>
              <a:rPr kumimoji="0" lang="zh-TW" altLang="en-US" sz="2400" b="1">
                <a:solidFill>
                  <a:srgbClr val="000000"/>
                </a:solidFill>
                <a:latin typeface="細明體" pitchFamily="49" charset="-120"/>
                <a:ea typeface="標楷體" pitchFamily="65" charset="-120"/>
              </a:rPr>
              <a:t>設備洩漏源確認</a:t>
            </a:r>
          </a:p>
        </p:txBody>
      </p:sp>
      <p:sp>
        <p:nvSpPr>
          <p:cNvPr id="16390" name="Text Box 5"/>
          <p:cNvSpPr txBox="1">
            <a:spLocks noChangeArrowheads="1"/>
          </p:cNvSpPr>
          <p:nvPr/>
        </p:nvSpPr>
        <p:spPr bwMode="auto">
          <a:xfrm>
            <a:off x="2051050" y="3036888"/>
            <a:ext cx="4953000" cy="457200"/>
          </a:xfrm>
          <a:prstGeom prst="rect">
            <a:avLst/>
          </a:prstGeom>
          <a:solidFill>
            <a:srgbClr val="FFFFFF"/>
          </a:solidFill>
          <a:ln w="19050">
            <a:solidFill>
              <a:srgbClr val="000000"/>
            </a:solidFill>
            <a:miter lim="800000"/>
            <a:headEnd/>
            <a:tailEnd/>
          </a:ln>
        </p:spPr>
        <p:txBody>
          <a:bodyPr/>
          <a:lstStyle>
            <a:lvl1pPr eaLnBrk="0" hangingPunct="0">
              <a:defRPr kumimoji="1">
                <a:solidFill>
                  <a:schemeClr val="tx1"/>
                </a:solidFill>
                <a:latin typeface="Verdana" pitchFamily="34" charset="0"/>
                <a:ea typeface="新細明體" charset="-120"/>
              </a:defRPr>
            </a:lvl1pPr>
            <a:lvl2pPr marL="742950" indent="-285750" eaLnBrk="0" hangingPunct="0">
              <a:defRPr kumimoji="1">
                <a:solidFill>
                  <a:schemeClr val="tx1"/>
                </a:solidFill>
                <a:latin typeface="Verdana" pitchFamily="34" charset="0"/>
                <a:ea typeface="新細明體" charset="-120"/>
              </a:defRPr>
            </a:lvl2pPr>
            <a:lvl3pPr marL="1143000" indent="-228600" eaLnBrk="0" hangingPunct="0">
              <a:defRPr kumimoji="1">
                <a:solidFill>
                  <a:schemeClr val="tx1"/>
                </a:solidFill>
                <a:latin typeface="Verdana" pitchFamily="34" charset="0"/>
                <a:ea typeface="新細明體" charset="-120"/>
              </a:defRPr>
            </a:lvl3pPr>
            <a:lvl4pPr marL="1600200" indent="-228600" eaLnBrk="0" hangingPunct="0">
              <a:defRPr kumimoji="1">
                <a:solidFill>
                  <a:schemeClr val="tx1"/>
                </a:solidFill>
                <a:latin typeface="Verdana" pitchFamily="34" charset="0"/>
                <a:ea typeface="新細明體" charset="-120"/>
              </a:defRPr>
            </a:lvl4pPr>
            <a:lvl5pPr marL="2057400" indent="-228600" eaLnBrk="0" hangingPunct="0">
              <a:defRPr kumimoji="1">
                <a:solidFill>
                  <a:schemeClr val="tx1"/>
                </a:solidFill>
                <a:latin typeface="Verdana" pitchFamily="34" charset="0"/>
                <a:ea typeface="新細明體" charset="-120"/>
              </a:defRPr>
            </a:lvl5pPr>
            <a:lvl6pPr marL="2514600" indent="-228600" eaLnBrk="0" fontAlgn="base" hangingPunct="0">
              <a:spcBef>
                <a:spcPct val="0"/>
              </a:spcBef>
              <a:spcAft>
                <a:spcPct val="0"/>
              </a:spcAft>
              <a:defRPr kumimoji="1">
                <a:solidFill>
                  <a:schemeClr val="tx1"/>
                </a:solidFill>
                <a:latin typeface="Verdana" pitchFamily="34" charset="0"/>
                <a:ea typeface="新細明體" charset="-120"/>
              </a:defRPr>
            </a:lvl6pPr>
            <a:lvl7pPr marL="2971800" indent="-228600" eaLnBrk="0" fontAlgn="base" hangingPunct="0">
              <a:spcBef>
                <a:spcPct val="0"/>
              </a:spcBef>
              <a:spcAft>
                <a:spcPct val="0"/>
              </a:spcAft>
              <a:defRPr kumimoji="1">
                <a:solidFill>
                  <a:schemeClr val="tx1"/>
                </a:solidFill>
                <a:latin typeface="Verdana" pitchFamily="34" charset="0"/>
                <a:ea typeface="新細明體" charset="-120"/>
              </a:defRPr>
            </a:lvl7pPr>
            <a:lvl8pPr marL="3429000" indent="-228600" eaLnBrk="0" fontAlgn="base" hangingPunct="0">
              <a:spcBef>
                <a:spcPct val="0"/>
              </a:spcBef>
              <a:spcAft>
                <a:spcPct val="0"/>
              </a:spcAft>
              <a:defRPr kumimoji="1">
                <a:solidFill>
                  <a:schemeClr val="tx1"/>
                </a:solidFill>
                <a:latin typeface="Verdana" pitchFamily="34" charset="0"/>
                <a:ea typeface="新細明體" charset="-120"/>
              </a:defRPr>
            </a:lvl8pPr>
            <a:lvl9pPr marL="3886200" indent="-228600" eaLnBrk="0" fontAlgn="base" hangingPunct="0">
              <a:spcBef>
                <a:spcPct val="0"/>
              </a:spcBef>
              <a:spcAft>
                <a:spcPct val="0"/>
              </a:spcAft>
              <a:defRPr kumimoji="1">
                <a:solidFill>
                  <a:schemeClr val="tx1"/>
                </a:solidFill>
                <a:latin typeface="Verdana" pitchFamily="34" charset="0"/>
                <a:ea typeface="新細明體" charset="-120"/>
              </a:defRPr>
            </a:lvl9pPr>
          </a:lstStyle>
          <a:p>
            <a:pPr algn="ctr"/>
            <a:r>
              <a:rPr kumimoji="0" lang="zh-TW" altLang="en-US" sz="2400" b="1">
                <a:solidFill>
                  <a:srgbClr val="000000"/>
                </a:solidFill>
                <a:latin typeface="細明體" pitchFamily="49" charset="-120"/>
                <a:ea typeface="標楷體" pitchFamily="65" charset="-120"/>
              </a:rPr>
              <a:t>洩漏源等級確認</a:t>
            </a:r>
          </a:p>
        </p:txBody>
      </p:sp>
      <p:sp>
        <p:nvSpPr>
          <p:cNvPr id="16391" name="Text Box 6"/>
          <p:cNvSpPr txBox="1">
            <a:spLocks noChangeArrowheads="1"/>
          </p:cNvSpPr>
          <p:nvPr/>
        </p:nvSpPr>
        <p:spPr bwMode="auto">
          <a:xfrm>
            <a:off x="2051050" y="3722688"/>
            <a:ext cx="4953000" cy="457200"/>
          </a:xfrm>
          <a:prstGeom prst="rect">
            <a:avLst/>
          </a:prstGeom>
          <a:solidFill>
            <a:srgbClr val="FFFFFF"/>
          </a:solidFill>
          <a:ln w="19050">
            <a:solidFill>
              <a:srgbClr val="000000"/>
            </a:solidFill>
            <a:miter lim="800000"/>
            <a:headEnd/>
            <a:tailEnd/>
          </a:ln>
        </p:spPr>
        <p:txBody>
          <a:bodyPr/>
          <a:lstStyle>
            <a:lvl1pPr eaLnBrk="0" hangingPunct="0">
              <a:defRPr kumimoji="1">
                <a:solidFill>
                  <a:schemeClr val="tx1"/>
                </a:solidFill>
                <a:latin typeface="Verdana" pitchFamily="34" charset="0"/>
                <a:ea typeface="新細明體" charset="-120"/>
              </a:defRPr>
            </a:lvl1pPr>
            <a:lvl2pPr marL="742950" indent="-285750" eaLnBrk="0" hangingPunct="0">
              <a:defRPr kumimoji="1">
                <a:solidFill>
                  <a:schemeClr val="tx1"/>
                </a:solidFill>
                <a:latin typeface="Verdana" pitchFamily="34" charset="0"/>
                <a:ea typeface="新細明體" charset="-120"/>
              </a:defRPr>
            </a:lvl2pPr>
            <a:lvl3pPr marL="1143000" indent="-228600" eaLnBrk="0" hangingPunct="0">
              <a:defRPr kumimoji="1">
                <a:solidFill>
                  <a:schemeClr val="tx1"/>
                </a:solidFill>
                <a:latin typeface="Verdana" pitchFamily="34" charset="0"/>
                <a:ea typeface="新細明體" charset="-120"/>
              </a:defRPr>
            </a:lvl3pPr>
            <a:lvl4pPr marL="1600200" indent="-228600" eaLnBrk="0" hangingPunct="0">
              <a:defRPr kumimoji="1">
                <a:solidFill>
                  <a:schemeClr val="tx1"/>
                </a:solidFill>
                <a:latin typeface="Verdana" pitchFamily="34" charset="0"/>
                <a:ea typeface="新細明體" charset="-120"/>
              </a:defRPr>
            </a:lvl4pPr>
            <a:lvl5pPr marL="2057400" indent="-228600" eaLnBrk="0" hangingPunct="0">
              <a:defRPr kumimoji="1">
                <a:solidFill>
                  <a:schemeClr val="tx1"/>
                </a:solidFill>
                <a:latin typeface="Verdana" pitchFamily="34" charset="0"/>
                <a:ea typeface="新細明體" charset="-120"/>
              </a:defRPr>
            </a:lvl5pPr>
            <a:lvl6pPr marL="2514600" indent="-228600" eaLnBrk="0" fontAlgn="base" hangingPunct="0">
              <a:spcBef>
                <a:spcPct val="0"/>
              </a:spcBef>
              <a:spcAft>
                <a:spcPct val="0"/>
              </a:spcAft>
              <a:defRPr kumimoji="1">
                <a:solidFill>
                  <a:schemeClr val="tx1"/>
                </a:solidFill>
                <a:latin typeface="Verdana" pitchFamily="34" charset="0"/>
                <a:ea typeface="新細明體" charset="-120"/>
              </a:defRPr>
            </a:lvl6pPr>
            <a:lvl7pPr marL="2971800" indent="-228600" eaLnBrk="0" fontAlgn="base" hangingPunct="0">
              <a:spcBef>
                <a:spcPct val="0"/>
              </a:spcBef>
              <a:spcAft>
                <a:spcPct val="0"/>
              </a:spcAft>
              <a:defRPr kumimoji="1">
                <a:solidFill>
                  <a:schemeClr val="tx1"/>
                </a:solidFill>
                <a:latin typeface="Verdana" pitchFamily="34" charset="0"/>
                <a:ea typeface="新細明體" charset="-120"/>
              </a:defRPr>
            </a:lvl7pPr>
            <a:lvl8pPr marL="3429000" indent="-228600" eaLnBrk="0" fontAlgn="base" hangingPunct="0">
              <a:spcBef>
                <a:spcPct val="0"/>
              </a:spcBef>
              <a:spcAft>
                <a:spcPct val="0"/>
              </a:spcAft>
              <a:defRPr kumimoji="1">
                <a:solidFill>
                  <a:schemeClr val="tx1"/>
                </a:solidFill>
                <a:latin typeface="Verdana" pitchFamily="34" charset="0"/>
                <a:ea typeface="新細明體" charset="-120"/>
              </a:defRPr>
            </a:lvl8pPr>
            <a:lvl9pPr marL="3886200" indent="-228600" eaLnBrk="0" fontAlgn="base" hangingPunct="0">
              <a:spcBef>
                <a:spcPct val="0"/>
              </a:spcBef>
              <a:spcAft>
                <a:spcPct val="0"/>
              </a:spcAft>
              <a:defRPr kumimoji="1">
                <a:solidFill>
                  <a:schemeClr val="tx1"/>
                </a:solidFill>
                <a:latin typeface="Verdana" pitchFamily="34" charset="0"/>
                <a:ea typeface="新細明體" charset="-120"/>
              </a:defRPr>
            </a:lvl9pPr>
          </a:lstStyle>
          <a:p>
            <a:pPr algn="ctr"/>
            <a:r>
              <a:rPr kumimoji="0" lang="zh-TW" altLang="en-US" sz="2400" b="1">
                <a:solidFill>
                  <a:srgbClr val="000000"/>
                </a:solidFill>
                <a:latin typeface="細明體" pitchFamily="49" charset="-120"/>
                <a:ea typeface="標楷體" pitchFamily="65" charset="-120"/>
              </a:rPr>
              <a:t>洩漏範圍確認</a:t>
            </a:r>
          </a:p>
        </p:txBody>
      </p:sp>
      <p:sp>
        <p:nvSpPr>
          <p:cNvPr id="16392" name="Text Box 7"/>
          <p:cNvSpPr txBox="1">
            <a:spLocks noChangeArrowheads="1"/>
          </p:cNvSpPr>
          <p:nvPr/>
        </p:nvSpPr>
        <p:spPr bwMode="auto">
          <a:xfrm>
            <a:off x="2051050" y="4408488"/>
            <a:ext cx="4953000" cy="457200"/>
          </a:xfrm>
          <a:prstGeom prst="rect">
            <a:avLst/>
          </a:prstGeom>
          <a:solidFill>
            <a:srgbClr val="FFFFFF"/>
          </a:solidFill>
          <a:ln w="19050">
            <a:solidFill>
              <a:srgbClr val="000000"/>
            </a:solidFill>
            <a:miter lim="800000"/>
            <a:headEnd/>
            <a:tailEnd/>
          </a:ln>
        </p:spPr>
        <p:txBody>
          <a:bodyPr/>
          <a:lstStyle>
            <a:lvl1pPr eaLnBrk="0" hangingPunct="0">
              <a:defRPr kumimoji="1">
                <a:solidFill>
                  <a:schemeClr val="tx1"/>
                </a:solidFill>
                <a:latin typeface="Verdana" pitchFamily="34" charset="0"/>
                <a:ea typeface="新細明體" charset="-120"/>
              </a:defRPr>
            </a:lvl1pPr>
            <a:lvl2pPr marL="742950" indent="-285750" eaLnBrk="0" hangingPunct="0">
              <a:defRPr kumimoji="1">
                <a:solidFill>
                  <a:schemeClr val="tx1"/>
                </a:solidFill>
                <a:latin typeface="Verdana" pitchFamily="34" charset="0"/>
                <a:ea typeface="新細明體" charset="-120"/>
              </a:defRPr>
            </a:lvl2pPr>
            <a:lvl3pPr marL="1143000" indent="-228600" eaLnBrk="0" hangingPunct="0">
              <a:defRPr kumimoji="1">
                <a:solidFill>
                  <a:schemeClr val="tx1"/>
                </a:solidFill>
                <a:latin typeface="Verdana" pitchFamily="34" charset="0"/>
                <a:ea typeface="新細明體" charset="-120"/>
              </a:defRPr>
            </a:lvl3pPr>
            <a:lvl4pPr marL="1600200" indent="-228600" eaLnBrk="0" hangingPunct="0">
              <a:defRPr kumimoji="1">
                <a:solidFill>
                  <a:schemeClr val="tx1"/>
                </a:solidFill>
                <a:latin typeface="Verdana" pitchFamily="34" charset="0"/>
                <a:ea typeface="新細明體" charset="-120"/>
              </a:defRPr>
            </a:lvl4pPr>
            <a:lvl5pPr marL="2057400" indent="-228600" eaLnBrk="0" hangingPunct="0">
              <a:defRPr kumimoji="1">
                <a:solidFill>
                  <a:schemeClr val="tx1"/>
                </a:solidFill>
                <a:latin typeface="Verdana" pitchFamily="34" charset="0"/>
                <a:ea typeface="新細明體" charset="-120"/>
              </a:defRPr>
            </a:lvl5pPr>
            <a:lvl6pPr marL="2514600" indent="-228600" eaLnBrk="0" fontAlgn="base" hangingPunct="0">
              <a:spcBef>
                <a:spcPct val="0"/>
              </a:spcBef>
              <a:spcAft>
                <a:spcPct val="0"/>
              </a:spcAft>
              <a:defRPr kumimoji="1">
                <a:solidFill>
                  <a:schemeClr val="tx1"/>
                </a:solidFill>
                <a:latin typeface="Verdana" pitchFamily="34" charset="0"/>
                <a:ea typeface="新細明體" charset="-120"/>
              </a:defRPr>
            </a:lvl6pPr>
            <a:lvl7pPr marL="2971800" indent="-228600" eaLnBrk="0" fontAlgn="base" hangingPunct="0">
              <a:spcBef>
                <a:spcPct val="0"/>
              </a:spcBef>
              <a:spcAft>
                <a:spcPct val="0"/>
              </a:spcAft>
              <a:defRPr kumimoji="1">
                <a:solidFill>
                  <a:schemeClr val="tx1"/>
                </a:solidFill>
                <a:latin typeface="Verdana" pitchFamily="34" charset="0"/>
                <a:ea typeface="新細明體" charset="-120"/>
              </a:defRPr>
            </a:lvl7pPr>
            <a:lvl8pPr marL="3429000" indent="-228600" eaLnBrk="0" fontAlgn="base" hangingPunct="0">
              <a:spcBef>
                <a:spcPct val="0"/>
              </a:spcBef>
              <a:spcAft>
                <a:spcPct val="0"/>
              </a:spcAft>
              <a:defRPr kumimoji="1">
                <a:solidFill>
                  <a:schemeClr val="tx1"/>
                </a:solidFill>
                <a:latin typeface="Verdana" pitchFamily="34" charset="0"/>
                <a:ea typeface="新細明體" charset="-120"/>
              </a:defRPr>
            </a:lvl8pPr>
            <a:lvl9pPr marL="3886200" indent="-228600" eaLnBrk="0" fontAlgn="base" hangingPunct="0">
              <a:spcBef>
                <a:spcPct val="0"/>
              </a:spcBef>
              <a:spcAft>
                <a:spcPct val="0"/>
              </a:spcAft>
              <a:defRPr kumimoji="1">
                <a:solidFill>
                  <a:schemeClr val="tx1"/>
                </a:solidFill>
                <a:latin typeface="Verdana" pitchFamily="34" charset="0"/>
                <a:ea typeface="新細明體" charset="-120"/>
              </a:defRPr>
            </a:lvl9pPr>
          </a:lstStyle>
          <a:p>
            <a:pPr algn="ctr"/>
            <a:r>
              <a:rPr kumimoji="0" lang="zh-TW" altLang="en-US" sz="2400" b="1">
                <a:solidFill>
                  <a:srgbClr val="000000"/>
                </a:solidFill>
                <a:latin typeface="細明體" pitchFamily="49" charset="-120"/>
                <a:ea typeface="標楷體" pitchFamily="65" charset="-120"/>
              </a:rPr>
              <a:t>通風狀況考量</a:t>
            </a:r>
          </a:p>
          <a:p>
            <a:pPr algn="ctr"/>
            <a:endParaRPr kumimoji="0" lang="en-US" altLang="zh-TW" sz="2400">
              <a:solidFill>
                <a:srgbClr val="000000"/>
              </a:solidFill>
              <a:latin typeface="Times New Roman" pitchFamily="18" charset="0"/>
              <a:ea typeface="標楷體" pitchFamily="65" charset="-120"/>
            </a:endParaRPr>
          </a:p>
        </p:txBody>
      </p:sp>
      <p:sp>
        <p:nvSpPr>
          <p:cNvPr id="16393" name="Text Box 8"/>
          <p:cNvSpPr txBox="1">
            <a:spLocks noChangeArrowheads="1"/>
          </p:cNvSpPr>
          <p:nvPr/>
        </p:nvSpPr>
        <p:spPr bwMode="auto">
          <a:xfrm>
            <a:off x="2051050" y="5094288"/>
            <a:ext cx="4953000" cy="457200"/>
          </a:xfrm>
          <a:prstGeom prst="rect">
            <a:avLst/>
          </a:prstGeom>
          <a:solidFill>
            <a:srgbClr val="FFFFFF"/>
          </a:solidFill>
          <a:ln w="19050">
            <a:solidFill>
              <a:srgbClr val="000000"/>
            </a:solidFill>
            <a:miter lim="800000"/>
            <a:headEnd/>
            <a:tailEnd/>
          </a:ln>
        </p:spPr>
        <p:txBody>
          <a:bodyPr/>
          <a:lstStyle>
            <a:lvl1pPr eaLnBrk="0" hangingPunct="0">
              <a:defRPr kumimoji="1">
                <a:solidFill>
                  <a:schemeClr val="tx1"/>
                </a:solidFill>
                <a:latin typeface="Verdana" pitchFamily="34" charset="0"/>
                <a:ea typeface="新細明體" charset="-120"/>
              </a:defRPr>
            </a:lvl1pPr>
            <a:lvl2pPr marL="742950" indent="-285750" eaLnBrk="0" hangingPunct="0">
              <a:defRPr kumimoji="1">
                <a:solidFill>
                  <a:schemeClr val="tx1"/>
                </a:solidFill>
                <a:latin typeface="Verdana" pitchFamily="34" charset="0"/>
                <a:ea typeface="新細明體" charset="-120"/>
              </a:defRPr>
            </a:lvl2pPr>
            <a:lvl3pPr marL="1143000" indent="-228600" eaLnBrk="0" hangingPunct="0">
              <a:defRPr kumimoji="1">
                <a:solidFill>
                  <a:schemeClr val="tx1"/>
                </a:solidFill>
                <a:latin typeface="Verdana" pitchFamily="34" charset="0"/>
                <a:ea typeface="新細明體" charset="-120"/>
              </a:defRPr>
            </a:lvl3pPr>
            <a:lvl4pPr marL="1600200" indent="-228600" eaLnBrk="0" hangingPunct="0">
              <a:defRPr kumimoji="1">
                <a:solidFill>
                  <a:schemeClr val="tx1"/>
                </a:solidFill>
                <a:latin typeface="Verdana" pitchFamily="34" charset="0"/>
                <a:ea typeface="新細明體" charset="-120"/>
              </a:defRPr>
            </a:lvl4pPr>
            <a:lvl5pPr marL="2057400" indent="-228600" eaLnBrk="0" hangingPunct="0">
              <a:defRPr kumimoji="1">
                <a:solidFill>
                  <a:schemeClr val="tx1"/>
                </a:solidFill>
                <a:latin typeface="Verdana" pitchFamily="34" charset="0"/>
                <a:ea typeface="新細明體" charset="-120"/>
              </a:defRPr>
            </a:lvl5pPr>
            <a:lvl6pPr marL="2514600" indent="-228600" eaLnBrk="0" fontAlgn="base" hangingPunct="0">
              <a:spcBef>
                <a:spcPct val="0"/>
              </a:spcBef>
              <a:spcAft>
                <a:spcPct val="0"/>
              </a:spcAft>
              <a:defRPr kumimoji="1">
                <a:solidFill>
                  <a:schemeClr val="tx1"/>
                </a:solidFill>
                <a:latin typeface="Verdana" pitchFamily="34" charset="0"/>
                <a:ea typeface="新細明體" charset="-120"/>
              </a:defRPr>
            </a:lvl6pPr>
            <a:lvl7pPr marL="2971800" indent="-228600" eaLnBrk="0" fontAlgn="base" hangingPunct="0">
              <a:spcBef>
                <a:spcPct val="0"/>
              </a:spcBef>
              <a:spcAft>
                <a:spcPct val="0"/>
              </a:spcAft>
              <a:defRPr kumimoji="1">
                <a:solidFill>
                  <a:schemeClr val="tx1"/>
                </a:solidFill>
                <a:latin typeface="Verdana" pitchFamily="34" charset="0"/>
                <a:ea typeface="新細明體" charset="-120"/>
              </a:defRPr>
            </a:lvl7pPr>
            <a:lvl8pPr marL="3429000" indent="-228600" eaLnBrk="0" fontAlgn="base" hangingPunct="0">
              <a:spcBef>
                <a:spcPct val="0"/>
              </a:spcBef>
              <a:spcAft>
                <a:spcPct val="0"/>
              </a:spcAft>
              <a:defRPr kumimoji="1">
                <a:solidFill>
                  <a:schemeClr val="tx1"/>
                </a:solidFill>
                <a:latin typeface="Verdana" pitchFamily="34" charset="0"/>
                <a:ea typeface="新細明體" charset="-120"/>
              </a:defRPr>
            </a:lvl8pPr>
            <a:lvl9pPr marL="3886200" indent="-228600" eaLnBrk="0" fontAlgn="base" hangingPunct="0">
              <a:spcBef>
                <a:spcPct val="0"/>
              </a:spcBef>
              <a:spcAft>
                <a:spcPct val="0"/>
              </a:spcAft>
              <a:defRPr kumimoji="1">
                <a:solidFill>
                  <a:schemeClr val="tx1"/>
                </a:solidFill>
                <a:latin typeface="Verdana" pitchFamily="34" charset="0"/>
                <a:ea typeface="新細明體" charset="-120"/>
              </a:defRPr>
            </a:lvl9pPr>
          </a:lstStyle>
          <a:p>
            <a:pPr algn="ctr"/>
            <a:r>
              <a:rPr kumimoji="0" lang="zh-TW" altLang="en-US" sz="2400" b="1">
                <a:solidFill>
                  <a:srgbClr val="000000"/>
                </a:solidFill>
                <a:latin typeface="細明體" pitchFamily="49" charset="-120"/>
                <a:ea typeface="標楷體" pitchFamily="65" charset="-120"/>
              </a:rPr>
              <a:t>相鄰區域判定</a:t>
            </a:r>
          </a:p>
        </p:txBody>
      </p:sp>
      <p:sp>
        <p:nvSpPr>
          <p:cNvPr id="16394" name="Text Box 9"/>
          <p:cNvSpPr txBox="1">
            <a:spLocks noChangeArrowheads="1"/>
          </p:cNvSpPr>
          <p:nvPr/>
        </p:nvSpPr>
        <p:spPr bwMode="auto">
          <a:xfrm>
            <a:off x="2051050" y="5780088"/>
            <a:ext cx="4953000" cy="457200"/>
          </a:xfrm>
          <a:prstGeom prst="rect">
            <a:avLst/>
          </a:prstGeom>
          <a:solidFill>
            <a:srgbClr val="FFFFFF"/>
          </a:solidFill>
          <a:ln w="19050">
            <a:solidFill>
              <a:srgbClr val="000000"/>
            </a:solidFill>
            <a:miter lim="800000"/>
            <a:headEnd/>
            <a:tailEnd/>
          </a:ln>
        </p:spPr>
        <p:txBody>
          <a:bodyPr/>
          <a:lstStyle>
            <a:lvl1pPr eaLnBrk="0" hangingPunct="0">
              <a:defRPr kumimoji="1">
                <a:solidFill>
                  <a:schemeClr val="tx1"/>
                </a:solidFill>
                <a:latin typeface="Verdana" pitchFamily="34" charset="0"/>
                <a:ea typeface="新細明體" charset="-120"/>
              </a:defRPr>
            </a:lvl1pPr>
            <a:lvl2pPr marL="742950" indent="-285750" eaLnBrk="0" hangingPunct="0">
              <a:defRPr kumimoji="1">
                <a:solidFill>
                  <a:schemeClr val="tx1"/>
                </a:solidFill>
                <a:latin typeface="Verdana" pitchFamily="34" charset="0"/>
                <a:ea typeface="新細明體" charset="-120"/>
              </a:defRPr>
            </a:lvl2pPr>
            <a:lvl3pPr marL="1143000" indent="-228600" eaLnBrk="0" hangingPunct="0">
              <a:defRPr kumimoji="1">
                <a:solidFill>
                  <a:schemeClr val="tx1"/>
                </a:solidFill>
                <a:latin typeface="Verdana" pitchFamily="34" charset="0"/>
                <a:ea typeface="新細明體" charset="-120"/>
              </a:defRPr>
            </a:lvl3pPr>
            <a:lvl4pPr marL="1600200" indent="-228600" eaLnBrk="0" hangingPunct="0">
              <a:defRPr kumimoji="1">
                <a:solidFill>
                  <a:schemeClr val="tx1"/>
                </a:solidFill>
                <a:latin typeface="Verdana" pitchFamily="34" charset="0"/>
                <a:ea typeface="新細明體" charset="-120"/>
              </a:defRPr>
            </a:lvl4pPr>
            <a:lvl5pPr marL="2057400" indent="-228600" eaLnBrk="0" hangingPunct="0">
              <a:defRPr kumimoji="1">
                <a:solidFill>
                  <a:schemeClr val="tx1"/>
                </a:solidFill>
                <a:latin typeface="Verdana" pitchFamily="34" charset="0"/>
                <a:ea typeface="新細明體" charset="-120"/>
              </a:defRPr>
            </a:lvl5pPr>
            <a:lvl6pPr marL="2514600" indent="-228600" eaLnBrk="0" fontAlgn="base" hangingPunct="0">
              <a:spcBef>
                <a:spcPct val="0"/>
              </a:spcBef>
              <a:spcAft>
                <a:spcPct val="0"/>
              </a:spcAft>
              <a:defRPr kumimoji="1">
                <a:solidFill>
                  <a:schemeClr val="tx1"/>
                </a:solidFill>
                <a:latin typeface="Verdana" pitchFamily="34" charset="0"/>
                <a:ea typeface="新細明體" charset="-120"/>
              </a:defRPr>
            </a:lvl6pPr>
            <a:lvl7pPr marL="2971800" indent="-228600" eaLnBrk="0" fontAlgn="base" hangingPunct="0">
              <a:spcBef>
                <a:spcPct val="0"/>
              </a:spcBef>
              <a:spcAft>
                <a:spcPct val="0"/>
              </a:spcAft>
              <a:defRPr kumimoji="1">
                <a:solidFill>
                  <a:schemeClr val="tx1"/>
                </a:solidFill>
                <a:latin typeface="Verdana" pitchFamily="34" charset="0"/>
                <a:ea typeface="新細明體" charset="-120"/>
              </a:defRPr>
            </a:lvl7pPr>
            <a:lvl8pPr marL="3429000" indent="-228600" eaLnBrk="0" fontAlgn="base" hangingPunct="0">
              <a:spcBef>
                <a:spcPct val="0"/>
              </a:spcBef>
              <a:spcAft>
                <a:spcPct val="0"/>
              </a:spcAft>
              <a:defRPr kumimoji="1">
                <a:solidFill>
                  <a:schemeClr val="tx1"/>
                </a:solidFill>
                <a:latin typeface="Verdana" pitchFamily="34" charset="0"/>
                <a:ea typeface="新細明體" charset="-120"/>
              </a:defRPr>
            </a:lvl8pPr>
            <a:lvl9pPr marL="3886200" indent="-228600" eaLnBrk="0" fontAlgn="base" hangingPunct="0">
              <a:spcBef>
                <a:spcPct val="0"/>
              </a:spcBef>
              <a:spcAft>
                <a:spcPct val="0"/>
              </a:spcAft>
              <a:defRPr kumimoji="1">
                <a:solidFill>
                  <a:schemeClr val="tx1"/>
                </a:solidFill>
                <a:latin typeface="Verdana" pitchFamily="34" charset="0"/>
                <a:ea typeface="新細明體" charset="-120"/>
              </a:defRPr>
            </a:lvl9pPr>
          </a:lstStyle>
          <a:p>
            <a:pPr algn="ctr"/>
            <a:r>
              <a:rPr kumimoji="0" lang="zh-TW" altLang="en-US" sz="2400" b="1">
                <a:solidFill>
                  <a:srgbClr val="000000"/>
                </a:solidFill>
                <a:latin typeface="細明體" pitchFamily="49" charset="-120"/>
                <a:ea typeface="標楷體" pitchFamily="65" charset="-120"/>
              </a:rPr>
              <a:t>完成區域劃分圖</a:t>
            </a:r>
          </a:p>
        </p:txBody>
      </p:sp>
      <p:sp>
        <p:nvSpPr>
          <p:cNvPr id="16395" name="Line 10"/>
          <p:cNvSpPr>
            <a:spLocks noChangeShapeType="1"/>
          </p:cNvSpPr>
          <p:nvPr/>
        </p:nvSpPr>
        <p:spPr bwMode="auto">
          <a:xfrm>
            <a:off x="4500563" y="2122488"/>
            <a:ext cx="0" cy="22860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TW" altLang="en-US"/>
          </a:p>
        </p:txBody>
      </p:sp>
      <p:sp>
        <p:nvSpPr>
          <p:cNvPr id="16396" name="Line 11"/>
          <p:cNvSpPr>
            <a:spLocks noChangeShapeType="1"/>
          </p:cNvSpPr>
          <p:nvPr/>
        </p:nvSpPr>
        <p:spPr bwMode="auto">
          <a:xfrm>
            <a:off x="4500563" y="2808288"/>
            <a:ext cx="0" cy="22860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TW" altLang="en-US"/>
          </a:p>
        </p:txBody>
      </p:sp>
      <p:sp>
        <p:nvSpPr>
          <p:cNvPr id="16397" name="Line 12"/>
          <p:cNvSpPr>
            <a:spLocks noChangeShapeType="1"/>
          </p:cNvSpPr>
          <p:nvPr/>
        </p:nvSpPr>
        <p:spPr bwMode="auto">
          <a:xfrm>
            <a:off x="4500563" y="3494088"/>
            <a:ext cx="0" cy="22860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TW" altLang="en-US"/>
          </a:p>
        </p:txBody>
      </p:sp>
      <p:sp>
        <p:nvSpPr>
          <p:cNvPr id="16398" name="Line 13"/>
          <p:cNvSpPr>
            <a:spLocks noChangeShapeType="1"/>
          </p:cNvSpPr>
          <p:nvPr/>
        </p:nvSpPr>
        <p:spPr bwMode="auto">
          <a:xfrm>
            <a:off x="4500563" y="4179888"/>
            <a:ext cx="0" cy="22860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TW" altLang="en-US"/>
          </a:p>
        </p:txBody>
      </p:sp>
      <p:sp>
        <p:nvSpPr>
          <p:cNvPr id="16399" name="Line 14"/>
          <p:cNvSpPr>
            <a:spLocks noChangeShapeType="1"/>
          </p:cNvSpPr>
          <p:nvPr/>
        </p:nvSpPr>
        <p:spPr bwMode="auto">
          <a:xfrm>
            <a:off x="4500563" y="4865688"/>
            <a:ext cx="0" cy="22860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TW" altLang="en-US"/>
          </a:p>
        </p:txBody>
      </p:sp>
      <p:sp>
        <p:nvSpPr>
          <p:cNvPr id="16400" name="Line 15"/>
          <p:cNvSpPr>
            <a:spLocks noChangeShapeType="1"/>
          </p:cNvSpPr>
          <p:nvPr/>
        </p:nvSpPr>
        <p:spPr bwMode="auto">
          <a:xfrm>
            <a:off x="4500563" y="5551488"/>
            <a:ext cx="0" cy="22860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TW" altLang="en-US"/>
          </a:p>
        </p:txBody>
      </p:sp>
    </p:spTree>
    <p:extLst>
      <p:ext uri="{BB962C8B-B14F-4D97-AF65-F5344CB8AC3E}">
        <p14:creationId xmlns:p14="http://schemas.microsoft.com/office/powerpoint/2010/main" val="1184500663"/>
      </p:ext>
    </p:extLst>
  </p:cSld>
  <p:clrMapOvr>
    <a:masterClrMapping/>
  </p:clrMapOvr>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投影片編號版面配置區 1"/>
          <p:cNvSpPr>
            <a:spLocks noGrp="1"/>
          </p:cNvSpPr>
          <p:nvPr>
            <p:ph type="sldNum" sz="quarter" idx="10"/>
          </p:nvPr>
        </p:nvSpPr>
        <p:spPr>
          <a:noFill/>
        </p:spPr>
        <p:txBody>
          <a:bodyPr/>
          <a:lstStyle>
            <a:lvl1pPr algn="l" eaLnBrk="0" hangingPunct="0">
              <a:spcAft>
                <a:spcPct val="30000"/>
              </a:spcAft>
              <a:buClr>
                <a:srgbClr val="993366"/>
              </a:buClr>
              <a:buFont typeface="Wingdings" pitchFamily="2" charset="2"/>
              <a:defRPr kumimoji="1" sz="3200" b="1">
                <a:solidFill>
                  <a:schemeClr val="tx1"/>
                </a:solidFill>
                <a:latin typeface="Times New Roman" pitchFamily="18" charset="0"/>
                <a:ea typeface="標楷體" pitchFamily="65" charset="-120"/>
              </a:defRPr>
            </a:lvl1pPr>
            <a:lvl2pPr marL="742950" indent="-285750" algn="l" eaLnBrk="0" hangingPunct="0">
              <a:spcAft>
                <a:spcPct val="30000"/>
              </a:spcAft>
              <a:buClr>
                <a:srgbClr val="800000"/>
              </a:buClr>
              <a:buSzPct val="130000"/>
              <a:buChar char="•"/>
              <a:defRPr kumimoji="1" sz="2800">
                <a:solidFill>
                  <a:srgbClr val="000066"/>
                </a:solidFill>
                <a:latin typeface="Times New Roman" pitchFamily="18" charset="0"/>
                <a:ea typeface="新細明體" charset="-120"/>
              </a:defRPr>
            </a:lvl2pPr>
            <a:lvl3pPr marL="1143000" indent="-228600" algn="l" eaLnBrk="0" hangingPunct="0">
              <a:spcAft>
                <a:spcPct val="30000"/>
              </a:spcAft>
              <a:buFont typeface="Wingdings" pitchFamily="2" charset="2"/>
              <a:buChar char="Ø"/>
              <a:defRPr kumimoji="1" sz="2400" b="1">
                <a:solidFill>
                  <a:srgbClr val="000066"/>
                </a:solidFill>
                <a:latin typeface="Times New Roman" pitchFamily="18" charset="0"/>
                <a:ea typeface="新細明體" charset="-120"/>
              </a:defRPr>
            </a:lvl3pPr>
            <a:lvl4pPr marL="1600200" indent="-228600" algn="l" eaLnBrk="0" hangingPunct="0">
              <a:spcBef>
                <a:spcPct val="20000"/>
              </a:spcBef>
              <a:buChar char="–"/>
              <a:defRPr kumimoji="1" sz="2000">
                <a:solidFill>
                  <a:schemeClr val="tx1"/>
                </a:solidFill>
                <a:latin typeface="Times New Roman" pitchFamily="18" charset="0"/>
                <a:ea typeface="新細明體" charset="-120"/>
              </a:defRPr>
            </a:lvl4pPr>
            <a:lvl5pPr marL="2057400" indent="-228600" algn="l" eaLnBrk="0" hangingPunct="0">
              <a:spcBef>
                <a:spcPct val="20000"/>
              </a:spcBef>
              <a:buChar char="•"/>
              <a:defRPr kumimoji="1" sz="2000">
                <a:solidFill>
                  <a:schemeClr val="tx1"/>
                </a:solidFill>
                <a:latin typeface="Times New Roman" pitchFamily="18" charset="0"/>
                <a:ea typeface="新細明體" charset="-120"/>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9pPr>
          </a:lstStyle>
          <a:p>
            <a:pPr algn="ctr">
              <a:spcAft>
                <a:spcPct val="0"/>
              </a:spcAft>
              <a:buClrTx/>
              <a:buFontTx/>
              <a:buNone/>
            </a:pPr>
            <a:fld id="{6E98DACA-F5FB-409F-8EB9-1A98651F0B6A}" type="slidenum">
              <a:rPr lang="en-US" altLang="zh-TW" sz="1400" b="0" smtClean="0">
                <a:latin typeface="細明體" pitchFamily="49" charset="-120"/>
                <a:ea typeface="細明體" pitchFamily="49" charset="-120"/>
              </a:rPr>
              <a:pPr algn="ctr">
                <a:spcAft>
                  <a:spcPct val="0"/>
                </a:spcAft>
                <a:buClrTx/>
                <a:buFontTx/>
                <a:buNone/>
              </a:pPr>
              <a:t>8</a:t>
            </a:fld>
            <a:endParaRPr lang="en-US" altLang="zh-TW" sz="1400" b="0" smtClean="0">
              <a:latin typeface="細明體" pitchFamily="49" charset="-120"/>
              <a:ea typeface="細明體" pitchFamily="49" charset="-120"/>
            </a:endParaRPr>
          </a:p>
        </p:txBody>
      </p:sp>
      <p:sp>
        <p:nvSpPr>
          <p:cNvPr id="8195" name="Rectangle 4"/>
          <p:cNvSpPr txBox="1">
            <a:spLocks noGrp="1" noChangeArrowheads="1"/>
          </p:cNvSpPr>
          <p:nvPr/>
        </p:nvSpPr>
        <p:spPr bwMode="auto">
          <a:xfrm>
            <a:off x="3619500" y="63246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lgn="l" eaLnBrk="0" hangingPunct="0">
              <a:spcAft>
                <a:spcPct val="30000"/>
              </a:spcAft>
              <a:buClr>
                <a:srgbClr val="993366"/>
              </a:buClr>
              <a:buFont typeface="Wingdings" pitchFamily="2" charset="2"/>
              <a:defRPr kumimoji="1" sz="3200" b="1">
                <a:solidFill>
                  <a:schemeClr val="tx1"/>
                </a:solidFill>
                <a:latin typeface="Times New Roman" pitchFamily="18" charset="0"/>
                <a:ea typeface="標楷體" pitchFamily="65" charset="-120"/>
              </a:defRPr>
            </a:lvl1pPr>
            <a:lvl2pPr marL="742950" indent="-285750" algn="l" eaLnBrk="0" hangingPunct="0">
              <a:spcAft>
                <a:spcPct val="30000"/>
              </a:spcAft>
              <a:buClr>
                <a:srgbClr val="800000"/>
              </a:buClr>
              <a:buSzPct val="130000"/>
              <a:buChar char="•"/>
              <a:defRPr kumimoji="1" sz="2800">
                <a:solidFill>
                  <a:srgbClr val="000066"/>
                </a:solidFill>
                <a:latin typeface="Times New Roman" pitchFamily="18" charset="0"/>
                <a:ea typeface="新細明體" charset="-120"/>
              </a:defRPr>
            </a:lvl2pPr>
            <a:lvl3pPr marL="1143000" indent="-228600" algn="l" eaLnBrk="0" hangingPunct="0">
              <a:spcAft>
                <a:spcPct val="30000"/>
              </a:spcAft>
              <a:buFont typeface="Wingdings" pitchFamily="2" charset="2"/>
              <a:buChar char="Ø"/>
              <a:defRPr kumimoji="1" sz="2400" b="1">
                <a:solidFill>
                  <a:srgbClr val="000066"/>
                </a:solidFill>
                <a:latin typeface="Times New Roman" pitchFamily="18" charset="0"/>
                <a:ea typeface="新細明體" charset="-120"/>
              </a:defRPr>
            </a:lvl3pPr>
            <a:lvl4pPr marL="1600200" indent="-228600" algn="l" eaLnBrk="0" hangingPunct="0">
              <a:spcBef>
                <a:spcPct val="20000"/>
              </a:spcBef>
              <a:buChar char="–"/>
              <a:defRPr kumimoji="1" sz="2000">
                <a:solidFill>
                  <a:schemeClr val="tx1"/>
                </a:solidFill>
                <a:latin typeface="Times New Roman" pitchFamily="18" charset="0"/>
                <a:ea typeface="新細明體" charset="-120"/>
              </a:defRPr>
            </a:lvl4pPr>
            <a:lvl5pPr marL="2057400" indent="-228600" algn="l" eaLnBrk="0" hangingPunct="0">
              <a:spcBef>
                <a:spcPct val="20000"/>
              </a:spcBef>
              <a:buChar char="•"/>
              <a:defRPr kumimoji="1" sz="2000">
                <a:solidFill>
                  <a:schemeClr val="tx1"/>
                </a:solidFill>
                <a:latin typeface="Times New Roman" pitchFamily="18" charset="0"/>
                <a:ea typeface="新細明體" charset="-120"/>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9pPr>
          </a:lstStyle>
          <a:p>
            <a:pPr algn="ctr">
              <a:spcAft>
                <a:spcPct val="0"/>
              </a:spcAft>
              <a:buClrTx/>
              <a:buFontTx/>
              <a:buNone/>
            </a:pPr>
            <a:fld id="{20AB7BD6-673F-42C1-AFBD-1E528CDFDA79}" type="slidenum">
              <a:rPr lang="en-US" altLang="zh-TW" sz="1400" b="0">
                <a:latin typeface="細明體" pitchFamily="49" charset="-120"/>
                <a:ea typeface="細明體" pitchFamily="49" charset="-120"/>
              </a:rPr>
              <a:pPr algn="ctr">
                <a:spcAft>
                  <a:spcPct val="0"/>
                </a:spcAft>
                <a:buClrTx/>
                <a:buFontTx/>
                <a:buNone/>
              </a:pPr>
              <a:t>8</a:t>
            </a:fld>
            <a:endParaRPr lang="en-US" altLang="zh-TW" sz="1400" b="0">
              <a:latin typeface="細明體" pitchFamily="49" charset="-120"/>
              <a:ea typeface="細明體" pitchFamily="49" charset="-120"/>
            </a:endParaRPr>
          </a:p>
        </p:txBody>
      </p:sp>
      <p:sp>
        <p:nvSpPr>
          <p:cNvPr id="8196" name="Rectangle 2"/>
          <p:cNvSpPr>
            <a:spLocks noChangeArrowheads="1"/>
          </p:cNvSpPr>
          <p:nvPr/>
        </p:nvSpPr>
        <p:spPr bwMode="auto">
          <a:xfrm>
            <a:off x="395536" y="790600"/>
            <a:ext cx="828092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l" eaLnBrk="0" hangingPunct="0">
              <a:spcAft>
                <a:spcPct val="30000"/>
              </a:spcAft>
              <a:buClr>
                <a:srgbClr val="993366"/>
              </a:buClr>
              <a:buFont typeface="Wingdings" pitchFamily="2" charset="2"/>
              <a:defRPr kumimoji="1" sz="3200" b="1">
                <a:solidFill>
                  <a:schemeClr val="tx1"/>
                </a:solidFill>
                <a:latin typeface="Times New Roman" pitchFamily="18" charset="0"/>
                <a:ea typeface="標楷體" pitchFamily="65" charset="-120"/>
              </a:defRPr>
            </a:lvl1pPr>
            <a:lvl2pPr marL="742950" indent="-285750" algn="l" eaLnBrk="0" hangingPunct="0">
              <a:spcAft>
                <a:spcPct val="30000"/>
              </a:spcAft>
              <a:buClr>
                <a:srgbClr val="800000"/>
              </a:buClr>
              <a:buSzPct val="130000"/>
              <a:buChar char="•"/>
              <a:defRPr kumimoji="1" sz="2800">
                <a:solidFill>
                  <a:srgbClr val="000066"/>
                </a:solidFill>
                <a:latin typeface="Times New Roman" pitchFamily="18" charset="0"/>
                <a:ea typeface="新細明體" charset="-120"/>
              </a:defRPr>
            </a:lvl2pPr>
            <a:lvl3pPr marL="1143000" indent="-228600" algn="l" eaLnBrk="0" hangingPunct="0">
              <a:spcAft>
                <a:spcPct val="30000"/>
              </a:spcAft>
              <a:buFont typeface="Wingdings" pitchFamily="2" charset="2"/>
              <a:buChar char="Ø"/>
              <a:defRPr kumimoji="1" sz="2400" b="1">
                <a:solidFill>
                  <a:srgbClr val="000066"/>
                </a:solidFill>
                <a:latin typeface="Times New Roman" pitchFamily="18" charset="0"/>
                <a:ea typeface="新細明體" charset="-120"/>
              </a:defRPr>
            </a:lvl3pPr>
            <a:lvl4pPr marL="1600200" indent="-228600" algn="l" eaLnBrk="0" hangingPunct="0">
              <a:spcBef>
                <a:spcPct val="20000"/>
              </a:spcBef>
              <a:buChar char="–"/>
              <a:defRPr kumimoji="1" sz="2000">
                <a:solidFill>
                  <a:schemeClr val="tx1"/>
                </a:solidFill>
                <a:latin typeface="Times New Roman" pitchFamily="18" charset="0"/>
                <a:ea typeface="新細明體" charset="-120"/>
              </a:defRPr>
            </a:lvl4pPr>
            <a:lvl5pPr marL="2057400" indent="-228600" algn="l" eaLnBrk="0" hangingPunct="0">
              <a:spcBef>
                <a:spcPct val="20000"/>
              </a:spcBef>
              <a:buChar char="•"/>
              <a:defRPr kumimoji="1" sz="2000">
                <a:solidFill>
                  <a:schemeClr val="tx1"/>
                </a:solidFill>
                <a:latin typeface="Times New Roman" pitchFamily="18" charset="0"/>
                <a:ea typeface="新細明體" charset="-120"/>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9pPr>
          </a:lstStyle>
          <a:p>
            <a:pPr algn="ctr" eaLnBrk="1" hangingPunct="1">
              <a:spcAft>
                <a:spcPct val="0"/>
              </a:spcAft>
              <a:buClrTx/>
              <a:buFontTx/>
              <a:buNone/>
            </a:pPr>
            <a:r>
              <a:rPr lang="zh-TW" altLang="en-US" sz="3600" dirty="0"/>
              <a:t>預防事故發生的保護層</a:t>
            </a:r>
          </a:p>
        </p:txBody>
      </p:sp>
      <p:grpSp>
        <p:nvGrpSpPr>
          <p:cNvPr id="3" name="群組 2"/>
          <p:cNvGrpSpPr/>
          <p:nvPr/>
        </p:nvGrpSpPr>
        <p:grpSpPr>
          <a:xfrm>
            <a:off x="813290" y="1628800"/>
            <a:ext cx="7729902" cy="4683059"/>
            <a:chOff x="813290" y="852488"/>
            <a:chExt cx="7729902" cy="5459371"/>
          </a:xfrm>
        </p:grpSpPr>
        <p:sp>
          <p:nvSpPr>
            <p:cNvPr id="8204" name="Freeform 11"/>
            <p:cNvSpPr>
              <a:spLocks noChangeAspect="1"/>
            </p:cNvSpPr>
            <p:nvPr/>
          </p:nvSpPr>
          <p:spPr bwMode="auto">
            <a:xfrm>
              <a:off x="1118089" y="852488"/>
              <a:ext cx="7425103" cy="5378450"/>
            </a:xfrm>
            <a:custGeom>
              <a:avLst/>
              <a:gdLst>
                <a:gd name="T0" fmla="*/ 2147483647 w 1417"/>
                <a:gd name="T1" fmla="*/ 2147483647 h 1036"/>
                <a:gd name="T2" fmla="*/ 2147483647 w 1417"/>
                <a:gd name="T3" fmla="*/ 2147483647 h 1036"/>
                <a:gd name="T4" fmla="*/ 2147483647 w 1417"/>
                <a:gd name="T5" fmla="*/ 2147483647 h 1036"/>
                <a:gd name="T6" fmla="*/ 2147483647 w 1417"/>
                <a:gd name="T7" fmla="*/ 2147483647 h 1036"/>
                <a:gd name="T8" fmla="*/ 2147483647 w 1417"/>
                <a:gd name="T9" fmla="*/ 2147483647 h 1036"/>
                <a:gd name="T10" fmla="*/ 2147483647 w 1417"/>
                <a:gd name="T11" fmla="*/ 2147483647 h 1036"/>
                <a:gd name="T12" fmla="*/ 2147483647 w 1417"/>
                <a:gd name="T13" fmla="*/ 0 h 1036"/>
                <a:gd name="T14" fmla="*/ 2147483647 w 1417"/>
                <a:gd name="T15" fmla="*/ 2147483647 h 1036"/>
                <a:gd name="T16" fmla="*/ 2147483647 w 1417"/>
                <a:gd name="T17" fmla="*/ 2147483647 h 1036"/>
                <a:gd name="T18" fmla="*/ 2147483647 w 1417"/>
                <a:gd name="T19" fmla="*/ 2147483647 h 1036"/>
                <a:gd name="T20" fmla="*/ 2147483647 w 1417"/>
                <a:gd name="T21" fmla="*/ 2147483647 h 1036"/>
                <a:gd name="T22" fmla="*/ 2147483647 w 1417"/>
                <a:gd name="T23" fmla="*/ 2147483647 h 1036"/>
                <a:gd name="T24" fmla="*/ 2147483647 w 1417"/>
                <a:gd name="T25" fmla="*/ 2147483647 h 1036"/>
                <a:gd name="T26" fmla="*/ 2147483647 w 1417"/>
                <a:gd name="T27" fmla="*/ 2147483647 h 1036"/>
                <a:gd name="T28" fmla="*/ 2147483647 w 1417"/>
                <a:gd name="T29" fmla="*/ 2147483647 h 1036"/>
                <a:gd name="T30" fmla="*/ 2147483647 w 1417"/>
                <a:gd name="T31" fmla="*/ 2147483647 h 1036"/>
                <a:gd name="T32" fmla="*/ 2147483647 w 1417"/>
                <a:gd name="T33" fmla="*/ 2147483647 h 1036"/>
                <a:gd name="T34" fmla="*/ 2147483647 w 1417"/>
                <a:gd name="T35" fmla="*/ 2147483647 h 1036"/>
                <a:gd name="T36" fmla="*/ 2147483647 w 1417"/>
                <a:gd name="T37" fmla="*/ 2147483647 h 1036"/>
                <a:gd name="T38" fmla="*/ 2147483647 w 1417"/>
                <a:gd name="T39" fmla="*/ 2147483647 h 1036"/>
                <a:gd name="T40" fmla="*/ 2147483647 w 1417"/>
                <a:gd name="T41" fmla="*/ 2147483647 h 1036"/>
                <a:gd name="T42" fmla="*/ 2147483647 w 1417"/>
                <a:gd name="T43" fmla="*/ 2147483647 h 1036"/>
                <a:gd name="T44" fmla="*/ 2147483647 w 1417"/>
                <a:gd name="T45" fmla="*/ 2147483647 h 1036"/>
                <a:gd name="T46" fmla="*/ 2147483647 w 1417"/>
                <a:gd name="T47" fmla="*/ 2147483647 h 1036"/>
                <a:gd name="T48" fmla="*/ 2147483647 w 1417"/>
                <a:gd name="T49" fmla="*/ 2147483647 h 1036"/>
                <a:gd name="T50" fmla="*/ 2147483647 w 1417"/>
                <a:gd name="T51" fmla="*/ 2147483647 h 10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1417"/>
                <a:gd name="T79" fmla="*/ 0 h 1036"/>
                <a:gd name="T80" fmla="*/ 1417 w 1417"/>
                <a:gd name="T81" fmla="*/ 1036 h 10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1417" h="1036">
                  <a:moveTo>
                    <a:pt x="249" y="982"/>
                  </a:moveTo>
                  <a:cubicBezTo>
                    <a:pt x="231" y="960"/>
                    <a:pt x="216" y="935"/>
                    <a:pt x="195" y="916"/>
                  </a:cubicBezTo>
                  <a:cubicBezTo>
                    <a:pt x="173" y="896"/>
                    <a:pt x="141" y="892"/>
                    <a:pt x="118" y="873"/>
                  </a:cubicBezTo>
                  <a:cubicBezTo>
                    <a:pt x="91" y="851"/>
                    <a:pt x="74" y="824"/>
                    <a:pt x="53" y="796"/>
                  </a:cubicBezTo>
                  <a:cubicBezTo>
                    <a:pt x="36" y="625"/>
                    <a:pt x="0" y="672"/>
                    <a:pt x="31" y="458"/>
                  </a:cubicBezTo>
                  <a:cubicBezTo>
                    <a:pt x="36" y="423"/>
                    <a:pt x="91" y="371"/>
                    <a:pt x="108" y="338"/>
                  </a:cubicBezTo>
                  <a:cubicBezTo>
                    <a:pt x="116" y="250"/>
                    <a:pt x="135" y="36"/>
                    <a:pt x="238" y="0"/>
                  </a:cubicBezTo>
                  <a:cubicBezTo>
                    <a:pt x="373" y="4"/>
                    <a:pt x="508" y="1"/>
                    <a:pt x="642" y="11"/>
                  </a:cubicBezTo>
                  <a:cubicBezTo>
                    <a:pt x="658" y="12"/>
                    <a:pt x="671" y="27"/>
                    <a:pt x="686" y="33"/>
                  </a:cubicBezTo>
                  <a:cubicBezTo>
                    <a:pt x="707" y="41"/>
                    <a:pt x="728" y="53"/>
                    <a:pt x="751" y="54"/>
                  </a:cubicBezTo>
                  <a:cubicBezTo>
                    <a:pt x="809" y="58"/>
                    <a:pt x="868" y="61"/>
                    <a:pt x="926" y="65"/>
                  </a:cubicBezTo>
                  <a:cubicBezTo>
                    <a:pt x="961" y="77"/>
                    <a:pt x="988" y="97"/>
                    <a:pt x="1024" y="109"/>
                  </a:cubicBezTo>
                  <a:cubicBezTo>
                    <a:pt x="1064" y="98"/>
                    <a:pt x="1105" y="91"/>
                    <a:pt x="1144" y="76"/>
                  </a:cubicBezTo>
                  <a:cubicBezTo>
                    <a:pt x="1313" y="12"/>
                    <a:pt x="1105" y="64"/>
                    <a:pt x="1242" y="33"/>
                  </a:cubicBezTo>
                  <a:cubicBezTo>
                    <a:pt x="1288" y="99"/>
                    <a:pt x="1285" y="204"/>
                    <a:pt x="1297" y="283"/>
                  </a:cubicBezTo>
                  <a:cubicBezTo>
                    <a:pt x="1298" y="293"/>
                    <a:pt x="1317" y="381"/>
                    <a:pt x="1318" y="382"/>
                  </a:cubicBezTo>
                  <a:cubicBezTo>
                    <a:pt x="1332" y="394"/>
                    <a:pt x="1355" y="389"/>
                    <a:pt x="1373" y="393"/>
                  </a:cubicBezTo>
                  <a:cubicBezTo>
                    <a:pt x="1398" y="430"/>
                    <a:pt x="1406" y="458"/>
                    <a:pt x="1417" y="502"/>
                  </a:cubicBezTo>
                  <a:cubicBezTo>
                    <a:pt x="1406" y="647"/>
                    <a:pt x="1396" y="793"/>
                    <a:pt x="1384" y="938"/>
                  </a:cubicBezTo>
                  <a:cubicBezTo>
                    <a:pt x="1310" y="889"/>
                    <a:pt x="1295" y="907"/>
                    <a:pt x="1188" y="916"/>
                  </a:cubicBezTo>
                  <a:cubicBezTo>
                    <a:pt x="1130" y="935"/>
                    <a:pt x="1165" y="921"/>
                    <a:pt x="1089" y="971"/>
                  </a:cubicBezTo>
                  <a:cubicBezTo>
                    <a:pt x="1058" y="992"/>
                    <a:pt x="935" y="1010"/>
                    <a:pt x="915" y="1014"/>
                  </a:cubicBezTo>
                  <a:cubicBezTo>
                    <a:pt x="897" y="1018"/>
                    <a:pt x="878" y="1021"/>
                    <a:pt x="860" y="1025"/>
                  </a:cubicBezTo>
                  <a:cubicBezTo>
                    <a:pt x="842" y="1029"/>
                    <a:pt x="806" y="1036"/>
                    <a:pt x="806" y="1036"/>
                  </a:cubicBezTo>
                  <a:cubicBezTo>
                    <a:pt x="465" y="1027"/>
                    <a:pt x="497" y="1035"/>
                    <a:pt x="293" y="1004"/>
                  </a:cubicBezTo>
                  <a:cubicBezTo>
                    <a:pt x="255" y="991"/>
                    <a:pt x="268" y="1001"/>
                    <a:pt x="249" y="982"/>
                  </a:cubicBezTo>
                  <a:close/>
                </a:path>
              </a:pathLst>
            </a:custGeom>
            <a:noFill/>
            <a:ln w="12700" cap="flat" cmpd="sng">
              <a:solidFill>
                <a:srgbClr val="663300"/>
              </a:solidFill>
              <a:prstDash val="solid"/>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TW" altLang="en-US"/>
            </a:p>
          </p:txBody>
        </p:sp>
        <p:sp>
          <p:nvSpPr>
            <p:cNvPr id="8197" name="Rectangle 3"/>
            <p:cNvSpPr>
              <a:spLocks noChangeArrowheads="1"/>
            </p:cNvSpPr>
            <p:nvPr/>
          </p:nvSpPr>
          <p:spPr bwMode="auto">
            <a:xfrm>
              <a:off x="813290" y="958850"/>
              <a:ext cx="7375280" cy="4743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eaLnBrk="0" hangingPunct="0">
                <a:spcAft>
                  <a:spcPct val="30000"/>
                </a:spcAft>
                <a:buClr>
                  <a:srgbClr val="993366"/>
                </a:buClr>
                <a:buFont typeface="Wingdings" pitchFamily="2" charset="2"/>
                <a:defRPr kumimoji="1" sz="3200" b="1">
                  <a:solidFill>
                    <a:schemeClr val="tx1"/>
                  </a:solidFill>
                  <a:latin typeface="Times New Roman" pitchFamily="18" charset="0"/>
                  <a:ea typeface="標楷體" pitchFamily="65" charset="-120"/>
                </a:defRPr>
              </a:lvl1pPr>
              <a:lvl2pPr marL="742950" indent="-285750" algn="l" eaLnBrk="0" hangingPunct="0">
                <a:spcAft>
                  <a:spcPct val="30000"/>
                </a:spcAft>
                <a:buClr>
                  <a:srgbClr val="800000"/>
                </a:buClr>
                <a:buSzPct val="130000"/>
                <a:buChar char="•"/>
                <a:defRPr kumimoji="1" sz="2800">
                  <a:solidFill>
                    <a:srgbClr val="000066"/>
                  </a:solidFill>
                  <a:latin typeface="Times New Roman" pitchFamily="18" charset="0"/>
                  <a:ea typeface="新細明體" charset="-120"/>
                </a:defRPr>
              </a:lvl2pPr>
              <a:lvl3pPr marL="1143000" indent="-228600" algn="l" eaLnBrk="0" hangingPunct="0">
                <a:spcAft>
                  <a:spcPct val="30000"/>
                </a:spcAft>
                <a:buFont typeface="Wingdings" pitchFamily="2" charset="2"/>
                <a:buChar char="Ø"/>
                <a:defRPr kumimoji="1" sz="2400" b="1">
                  <a:solidFill>
                    <a:srgbClr val="000066"/>
                  </a:solidFill>
                  <a:latin typeface="Times New Roman" pitchFamily="18" charset="0"/>
                  <a:ea typeface="新細明體" charset="-120"/>
                </a:defRPr>
              </a:lvl3pPr>
              <a:lvl4pPr marL="1600200" indent="-228600" algn="l" eaLnBrk="0" hangingPunct="0">
                <a:spcBef>
                  <a:spcPct val="20000"/>
                </a:spcBef>
                <a:buChar char="–"/>
                <a:defRPr kumimoji="1" sz="2000">
                  <a:solidFill>
                    <a:schemeClr val="tx1"/>
                  </a:solidFill>
                  <a:latin typeface="Times New Roman" pitchFamily="18" charset="0"/>
                  <a:ea typeface="新細明體" charset="-120"/>
                </a:defRPr>
              </a:lvl4pPr>
              <a:lvl5pPr marL="2057400" indent="-228600" algn="l" eaLnBrk="0" hangingPunct="0">
                <a:spcBef>
                  <a:spcPct val="20000"/>
                </a:spcBef>
                <a:buChar char="•"/>
                <a:defRPr kumimoji="1" sz="2000">
                  <a:solidFill>
                    <a:schemeClr val="tx1"/>
                  </a:solidFill>
                  <a:latin typeface="Times New Roman" pitchFamily="18" charset="0"/>
                  <a:ea typeface="新細明體" charset="-120"/>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9pPr>
            </a:lstStyle>
            <a:p>
              <a:pPr eaLnBrk="1" hangingPunct="1">
                <a:spcBef>
                  <a:spcPct val="20000"/>
                </a:spcBef>
                <a:spcAft>
                  <a:spcPct val="20000"/>
                </a:spcAft>
                <a:buClr>
                  <a:srgbClr val="800000"/>
                </a:buClr>
                <a:buSzPct val="60000"/>
                <a:buFont typeface="Wingdings" pitchFamily="2" charset="2"/>
                <a:buChar char="l"/>
              </a:pPr>
              <a:endParaRPr lang="zh-TW" altLang="zh-TW" sz="2800"/>
            </a:p>
          </p:txBody>
        </p:sp>
        <p:sp>
          <p:nvSpPr>
            <p:cNvPr id="8198" name="Freeform 5" descr="5%"/>
            <p:cNvSpPr>
              <a:spLocks noChangeAspect="1"/>
            </p:cNvSpPr>
            <p:nvPr/>
          </p:nvSpPr>
          <p:spPr bwMode="auto">
            <a:xfrm>
              <a:off x="3398228" y="2627314"/>
              <a:ext cx="2801815" cy="2028825"/>
            </a:xfrm>
            <a:custGeom>
              <a:avLst/>
              <a:gdLst>
                <a:gd name="T0" fmla="*/ 2147483647 w 1417"/>
                <a:gd name="T1" fmla="*/ 2147483647 h 1036"/>
                <a:gd name="T2" fmla="*/ 2147483647 w 1417"/>
                <a:gd name="T3" fmla="*/ 2147483647 h 1036"/>
                <a:gd name="T4" fmla="*/ 2147483647 w 1417"/>
                <a:gd name="T5" fmla="*/ 2147483647 h 1036"/>
                <a:gd name="T6" fmla="*/ 2147483647 w 1417"/>
                <a:gd name="T7" fmla="*/ 2147483647 h 1036"/>
                <a:gd name="T8" fmla="*/ 2147483647 w 1417"/>
                <a:gd name="T9" fmla="*/ 2147483647 h 1036"/>
                <a:gd name="T10" fmla="*/ 2147483647 w 1417"/>
                <a:gd name="T11" fmla="*/ 2147483647 h 1036"/>
                <a:gd name="T12" fmla="*/ 2147483647 w 1417"/>
                <a:gd name="T13" fmla="*/ 0 h 1036"/>
                <a:gd name="T14" fmla="*/ 2147483647 w 1417"/>
                <a:gd name="T15" fmla="*/ 2147483647 h 1036"/>
                <a:gd name="T16" fmla="*/ 2147483647 w 1417"/>
                <a:gd name="T17" fmla="*/ 2147483647 h 1036"/>
                <a:gd name="T18" fmla="*/ 2147483647 w 1417"/>
                <a:gd name="T19" fmla="*/ 2147483647 h 1036"/>
                <a:gd name="T20" fmla="*/ 2147483647 w 1417"/>
                <a:gd name="T21" fmla="*/ 2147483647 h 1036"/>
                <a:gd name="T22" fmla="*/ 2147483647 w 1417"/>
                <a:gd name="T23" fmla="*/ 2147483647 h 1036"/>
                <a:gd name="T24" fmla="*/ 2147483647 w 1417"/>
                <a:gd name="T25" fmla="*/ 2147483647 h 1036"/>
                <a:gd name="T26" fmla="*/ 2147483647 w 1417"/>
                <a:gd name="T27" fmla="*/ 2147483647 h 1036"/>
                <a:gd name="T28" fmla="*/ 2147483647 w 1417"/>
                <a:gd name="T29" fmla="*/ 2147483647 h 1036"/>
                <a:gd name="T30" fmla="*/ 2147483647 w 1417"/>
                <a:gd name="T31" fmla="*/ 2147483647 h 1036"/>
                <a:gd name="T32" fmla="*/ 2147483647 w 1417"/>
                <a:gd name="T33" fmla="*/ 2147483647 h 1036"/>
                <a:gd name="T34" fmla="*/ 2147483647 w 1417"/>
                <a:gd name="T35" fmla="*/ 2147483647 h 1036"/>
                <a:gd name="T36" fmla="*/ 2147483647 w 1417"/>
                <a:gd name="T37" fmla="*/ 2147483647 h 1036"/>
                <a:gd name="T38" fmla="*/ 2147483647 w 1417"/>
                <a:gd name="T39" fmla="*/ 2147483647 h 1036"/>
                <a:gd name="T40" fmla="*/ 2147483647 w 1417"/>
                <a:gd name="T41" fmla="*/ 2147483647 h 1036"/>
                <a:gd name="T42" fmla="*/ 2147483647 w 1417"/>
                <a:gd name="T43" fmla="*/ 2147483647 h 1036"/>
                <a:gd name="T44" fmla="*/ 2147483647 w 1417"/>
                <a:gd name="T45" fmla="*/ 2147483647 h 1036"/>
                <a:gd name="T46" fmla="*/ 2147483647 w 1417"/>
                <a:gd name="T47" fmla="*/ 2147483647 h 1036"/>
                <a:gd name="T48" fmla="*/ 2147483647 w 1417"/>
                <a:gd name="T49" fmla="*/ 2147483647 h 1036"/>
                <a:gd name="T50" fmla="*/ 2147483647 w 1417"/>
                <a:gd name="T51" fmla="*/ 2147483647 h 10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1417"/>
                <a:gd name="T79" fmla="*/ 0 h 1036"/>
                <a:gd name="T80" fmla="*/ 1417 w 1417"/>
                <a:gd name="T81" fmla="*/ 1036 h 10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1417" h="1036">
                  <a:moveTo>
                    <a:pt x="249" y="982"/>
                  </a:moveTo>
                  <a:cubicBezTo>
                    <a:pt x="231" y="960"/>
                    <a:pt x="216" y="935"/>
                    <a:pt x="195" y="916"/>
                  </a:cubicBezTo>
                  <a:cubicBezTo>
                    <a:pt x="173" y="896"/>
                    <a:pt x="141" y="892"/>
                    <a:pt x="118" y="873"/>
                  </a:cubicBezTo>
                  <a:cubicBezTo>
                    <a:pt x="91" y="851"/>
                    <a:pt x="74" y="824"/>
                    <a:pt x="53" y="796"/>
                  </a:cubicBezTo>
                  <a:cubicBezTo>
                    <a:pt x="36" y="625"/>
                    <a:pt x="0" y="672"/>
                    <a:pt x="31" y="458"/>
                  </a:cubicBezTo>
                  <a:cubicBezTo>
                    <a:pt x="36" y="423"/>
                    <a:pt x="91" y="371"/>
                    <a:pt x="108" y="338"/>
                  </a:cubicBezTo>
                  <a:cubicBezTo>
                    <a:pt x="116" y="250"/>
                    <a:pt x="135" y="36"/>
                    <a:pt x="238" y="0"/>
                  </a:cubicBezTo>
                  <a:cubicBezTo>
                    <a:pt x="373" y="4"/>
                    <a:pt x="508" y="1"/>
                    <a:pt x="642" y="11"/>
                  </a:cubicBezTo>
                  <a:cubicBezTo>
                    <a:pt x="658" y="12"/>
                    <a:pt x="671" y="27"/>
                    <a:pt x="686" y="33"/>
                  </a:cubicBezTo>
                  <a:cubicBezTo>
                    <a:pt x="707" y="41"/>
                    <a:pt x="728" y="53"/>
                    <a:pt x="751" y="54"/>
                  </a:cubicBezTo>
                  <a:cubicBezTo>
                    <a:pt x="809" y="58"/>
                    <a:pt x="868" y="61"/>
                    <a:pt x="926" y="65"/>
                  </a:cubicBezTo>
                  <a:cubicBezTo>
                    <a:pt x="961" y="77"/>
                    <a:pt x="988" y="97"/>
                    <a:pt x="1024" y="109"/>
                  </a:cubicBezTo>
                  <a:cubicBezTo>
                    <a:pt x="1064" y="98"/>
                    <a:pt x="1105" y="91"/>
                    <a:pt x="1144" y="76"/>
                  </a:cubicBezTo>
                  <a:cubicBezTo>
                    <a:pt x="1313" y="12"/>
                    <a:pt x="1105" y="64"/>
                    <a:pt x="1242" y="33"/>
                  </a:cubicBezTo>
                  <a:cubicBezTo>
                    <a:pt x="1288" y="99"/>
                    <a:pt x="1285" y="204"/>
                    <a:pt x="1297" y="283"/>
                  </a:cubicBezTo>
                  <a:cubicBezTo>
                    <a:pt x="1298" y="293"/>
                    <a:pt x="1317" y="381"/>
                    <a:pt x="1318" y="382"/>
                  </a:cubicBezTo>
                  <a:cubicBezTo>
                    <a:pt x="1332" y="394"/>
                    <a:pt x="1355" y="389"/>
                    <a:pt x="1373" y="393"/>
                  </a:cubicBezTo>
                  <a:cubicBezTo>
                    <a:pt x="1398" y="430"/>
                    <a:pt x="1406" y="458"/>
                    <a:pt x="1417" y="502"/>
                  </a:cubicBezTo>
                  <a:cubicBezTo>
                    <a:pt x="1406" y="647"/>
                    <a:pt x="1396" y="793"/>
                    <a:pt x="1384" y="938"/>
                  </a:cubicBezTo>
                  <a:cubicBezTo>
                    <a:pt x="1310" y="889"/>
                    <a:pt x="1295" y="907"/>
                    <a:pt x="1188" y="916"/>
                  </a:cubicBezTo>
                  <a:cubicBezTo>
                    <a:pt x="1130" y="935"/>
                    <a:pt x="1165" y="921"/>
                    <a:pt x="1089" y="971"/>
                  </a:cubicBezTo>
                  <a:cubicBezTo>
                    <a:pt x="1058" y="992"/>
                    <a:pt x="935" y="1010"/>
                    <a:pt x="915" y="1014"/>
                  </a:cubicBezTo>
                  <a:cubicBezTo>
                    <a:pt x="897" y="1018"/>
                    <a:pt x="878" y="1021"/>
                    <a:pt x="860" y="1025"/>
                  </a:cubicBezTo>
                  <a:cubicBezTo>
                    <a:pt x="842" y="1029"/>
                    <a:pt x="806" y="1036"/>
                    <a:pt x="806" y="1036"/>
                  </a:cubicBezTo>
                  <a:cubicBezTo>
                    <a:pt x="465" y="1027"/>
                    <a:pt x="497" y="1035"/>
                    <a:pt x="293" y="1004"/>
                  </a:cubicBezTo>
                  <a:cubicBezTo>
                    <a:pt x="255" y="991"/>
                    <a:pt x="268" y="1001"/>
                    <a:pt x="249" y="982"/>
                  </a:cubicBezTo>
                  <a:close/>
                </a:path>
              </a:pathLst>
            </a:custGeom>
            <a:noFill/>
            <a:ln w="28575" cap="flat" cmpd="sng">
              <a:solidFill>
                <a:schemeClr val="tx2"/>
              </a:solidFill>
              <a:prstDash val="solid"/>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TW" altLang="en-US"/>
            </a:p>
          </p:txBody>
        </p:sp>
        <p:sp>
          <p:nvSpPr>
            <p:cNvPr id="8199" name="Freeform 6"/>
            <p:cNvSpPr>
              <a:spLocks noChangeAspect="1"/>
            </p:cNvSpPr>
            <p:nvPr/>
          </p:nvSpPr>
          <p:spPr bwMode="auto">
            <a:xfrm>
              <a:off x="2700705" y="1992313"/>
              <a:ext cx="4339003" cy="3141662"/>
            </a:xfrm>
            <a:custGeom>
              <a:avLst/>
              <a:gdLst>
                <a:gd name="T0" fmla="*/ 2147483647 w 1417"/>
                <a:gd name="T1" fmla="*/ 2147483647 h 1036"/>
                <a:gd name="T2" fmla="*/ 2147483647 w 1417"/>
                <a:gd name="T3" fmla="*/ 2147483647 h 1036"/>
                <a:gd name="T4" fmla="*/ 2147483647 w 1417"/>
                <a:gd name="T5" fmla="*/ 2147483647 h 1036"/>
                <a:gd name="T6" fmla="*/ 2147483647 w 1417"/>
                <a:gd name="T7" fmla="*/ 2147483647 h 1036"/>
                <a:gd name="T8" fmla="*/ 2147483647 w 1417"/>
                <a:gd name="T9" fmla="*/ 2147483647 h 1036"/>
                <a:gd name="T10" fmla="*/ 2147483647 w 1417"/>
                <a:gd name="T11" fmla="*/ 2147483647 h 1036"/>
                <a:gd name="T12" fmla="*/ 2147483647 w 1417"/>
                <a:gd name="T13" fmla="*/ 0 h 1036"/>
                <a:gd name="T14" fmla="*/ 2147483647 w 1417"/>
                <a:gd name="T15" fmla="*/ 2147483647 h 1036"/>
                <a:gd name="T16" fmla="*/ 2147483647 w 1417"/>
                <a:gd name="T17" fmla="*/ 2147483647 h 1036"/>
                <a:gd name="T18" fmla="*/ 2147483647 w 1417"/>
                <a:gd name="T19" fmla="*/ 2147483647 h 1036"/>
                <a:gd name="T20" fmla="*/ 2147483647 w 1417"/>
                <a:gd name="T21" fmla="*/ 2147483647 h 1036"/>
                <a:gd name="T22" fmla="*/ 2147483647 w 1417"/>
                <a:gd name="T23" fmla="*/ 2147483647 h 1036"/>
                <a:gd name="T24" fmla="*/ 2147483647 w 1417"/>
                <a:gd name="T25" fmla="*/ 2147483647 h 1036"/>
                <a:gd name="T26" fmla="*/ 2147483647 w 1417"/>
                <a:gd name="T27" fmla="*/ 2147483647 h 1036"/>
                <a:gd name="T28" fmla="*/ 2147483647 w 1417"/>
                <a:gd name="T29" fmla="*/ 2147483647 h 1036"/>
                <a:gd name="T30" fmla="*/ 2147483647 w 1417"/>
                <a:gd name="T31" fmla="*/ 2147483647 h 1036"/>
                <a:gd name="T32" fmla="*/ 2147483647 w 1417"/>
                <a:gd name="T33" fmla="*/ 2147483647 h 1036"/>
                <a:gd name="T34" fmla="*/ 2147483647 w 1417"/>
                <a:gd name="T35" fmla="*/ 2147483647 h 1036"/>
                <a:gd name="T36" fmla="*/ 2147483647 w 1417"/>
                <a:gd name="T37" fmla="*/ 2147483647 h 1036"/>
                <a:gd name="T38" fmla="*/ 2147483647 w 1417"/>
                <a:gd name="T39" fmla="*/ 2147483647 h 1036"/>
                <a:gd name="T40" fmla="*/ 2147483647 w 1417"/>
                <a:gd name="T41" fmla="*/ 2147483647 h 1036"/>
                <a:gd name="T42" fmla="*/ 2147483647 w 1417"/>
                <a:gd name="T43" fmla="*/ 2147483647 h 1036"/>
                <a:gd name="T44" fmla="*/ 2147483647 w 1417"/>
                <a:gd name="T45" fmla="*/ 2147483647 h 1036"/>
                <a:gd name="T46" fmla="*/ 2147483647 w 1417"/>
                <a:gd name="T47" fmla="*/ 2147483647 h 1036"/>
                <a:gd name="T48" fmla="*/ 2147483647 w 1417"/>
                <a:gd name="T49" fmla="*/ 2147483647 h 1036"/>
                <a:gd name="T50" fmla="*/ 2147483647 w 1417"/>
                <a:gd name="T51" fmla="*/ 2147483647 h 10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1417"/>
                <a:gd name="T79" fmla="*/ 0 h 1036"/>
                <a:gd name="T80" fmla="*/ 1417 w 1417"/>
                <a:gd name="T81" fmla="*/ 1036 h 10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1417" h="1036">
                  <a:moveTo>
                    <a:pt x="249" y="982"/>
                  </a:moveTo>
                  <a:cubicBezTo>
                    <a:pt x="231" y="960"/>
                    <a:pt x="216" y="935"/>
                    <a:pt x="195" y="916"/>
                  </a:cubicBezTo>
                  <a:cubicBezTo>
                    <a:pt x="173" y="896"/>
                    <a:pt x="141" y="892"/>
                    <a:pt x="118" y="873"/>
                  </a:cubicBezTo>
                  <a:cubicBezTo>
                    <a:pt x="91" y="851"/>
                    <a:pt x="74" y="824"/>
                    <a:pt x="53" y="796"/>
                  </a:cubicBezTo>
                  <a:cubicBezTo>
                    <a:pt x="36" y="625"/>
                    <a:pt x="0" y="672"/>
                    <a:pt x="31" y="458"/>
                  </a:cubicBezTo>
                  <a:cubicBezTo>
                    <a:pt x="36" y="423"/>
                    <a:pt x="91" y="371"/>
                    <a:pt x="108" y="338"/>
                  </a:cubicBezTo>
                  <a:cubicBezTo>
                    <a:pt x="116" y="250"/>
                    <a:pt x="135" y="36"/>
                    <a:pt x="238" y="0"/>
                  </a:cubicBezTo>
                  <a:cubicBezTo>
                    <a:pt x="373" y="4"/>
                    <a:pt x="508" y="1"/>
                    <a:pt x="642" y="11"/>
                  </a:cubicBezTo>
                  <a:cubicBezTo>
                    <a:pt x="658" y="12"/>
                    <a:pt x="671" y="27"/>
                    <a:pt x="686" y="33"/>
                  </a:cubicBezTo>
                  <a:cubicBezTo>
                    <a:pt x="707" y="41"/>
                    <a:pt x="728" y="53"/>
                    <a:pt x="751" y="54"/>
                  </a:cubicBezTo>
                  <a:cubicBezTo>
                    <a:pt x="809" y="58"/>
                    <a:pt x="868" y="61"/>
                    <a:pt x="926" y="65"/>
                  </a:cubicBezTo>
                  <a:cubicBezTo>
                    <a:pt x="961" y="77"/>
                    <a:pt x="988" y="97"/>
                    <a:pt x="1024" y="109"/>
                  </a:cubicBezTo>
                  <a:cubicBezTo>
                    <a:pt x="1064" y="98"/>
                    <a:pt x="1105" y="91"/>
                    <a:pt x="1144" y="76"/>
                  </a:cubicBezTo>
                  <a:cubicBezTo>
                    <a:pt x="1313" y="12"/>
                    <a:pt x="1105" y="64"/>
                    <a:pt x="1242" y="33"/>
                  </a:cubicBezTo>
                  <a:cubicBezTo>
                    <a:pt x="1288" y="99"/>
                    <a:pt x="1285" y="204"/>
                    <a:pt x="1297" y="283"/>
                  </a:cubicBezTo>
                  <a:cubicBezTo>
                    <a:pt x="1298" y="293"/>
                    <a:pt x="1317" y="381"/>
                    <a:pt x="1318" y="382"/>
                  </a:cubicBezTo>
                  <a:cubicBezTo>
                    <a:pt x="1332" y="394"/>
                    <a:pt x="1355" y="389"/>
                    <a:pt x="1373" y="393"/>
                  </a:cubicBezTo>
                  <a:cubicBezTo>
                    <a:pt x="1398" y="430"/>
                    <a:pt x="1406" y="458"/>
                    <a:pt x="1417" y="502"/>
                  </a:cubicBezTo>
                  <a:cubicBezTo>
                    <a:pt x="1406" y="647"/>
                    <a:pt x="1396" y="793"/>
                    <a:pt x="1384" y="938"/>
                  </a:cubicBezTo>
                  <a:cubicBezTo>
                    <a:pt x="1310" y="889"/>
                    <a:pt x="1295" y="907"/>
                    <a:pt x="1188" y="916"/>
                  </a:cubicBezTo>
                  <a:cubicBezTo>
                    <a:pt x="1130" y="935"/>
                    <a:pt x="1165" y="921"/>
                    <a:pt x="1089" y="971"/>
                  </a:cubicBezTo>
                  <a:cubicBezTo>
                    <a:pt x="1058" y="992"/>
                    <a:pt x="935" y="1010"/>
                    <a:pt x="915" y="1014"/>
                  </a:cubicBezTo>
                  <a:cubicBezTo>
                    <a:pt x="897" y="1018"/>
                    <a:pt x="878" y="1021"/>
                    <a:pt x="860" y="1025"/>
                  </a:cubicBezTo>
                  <a:cubicBezTo>
                    <a:pt x="842" y="1029"/>
                    <a:pt x="806" y="1036"/>
                    <a:pt x="806" y="1036"/>
                  </a:cubicBezTo>
                  <a:cubicBezTo>
                    <a:pt x="465" y="1027"/>
                    <a:pt x="497" y="1035"/>
                    <a:pt x="293" y="1004"/>
                  </a:cubicBezTo>
                  <a:cubicBezTo>
                    <a:pt x="255" y="991"/>
                    <a:pt x="268" y="1001"/>
                    <a:pt x="249" y="982"/>
                  </a:cubicBezTo>
                  <a:close/>
                </a:path>
              </a:pathLst>
            </a:custGeom>
            <a:noFill/>
            <a:ln w="12700" cap="flat" cmpd="sng">
              <a:solidFill>
                <a:schemeClr val="accent1"/>
              </a:solidFill>
              <a:prstDash val="solid"/>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TW" altLang="en-US"/>
            </a:p>
          </p:txBody>
        </p:sp>
        <p:sp>
          <p:nvSpPr>
            <p:cNvPr id="8200" name="Freeform 7"/>
            <p:cNvSpPr>
              <a:spLocks noChangeAspect="1"/>
            </p:cNvSpPr>
            <p:nvPr/>
          </p:nvSpPr>
          <p:spPr bwMode="auto">
            <a:xfrm>
              <a:off x="2211266" y="1685926"/>
              <a:ext cx="5212373" cy="3775075"/>
            </a:xfrm>
            <a:custGeom>
              <a:avLst/>
              <a:gdLst>
                <a:gd name="T0" fmla="*/ 2147483647 w 1417"/>
                <a:gd name="T1" fmla="*/ 2147483647 h 1036"/>
                <a:gd name="T2" fmla="*/ 2147483647 w 1417"/>
                <a:gd name="T3" fmla="*/ 2147483647 h 1036"/>
                <a:gd name="T4" fmla="*/ 2147483647 w 1417"/>
                <a:gd name="T5" fmla="*/ 2147483647 h 1036"/>
                <a:gd name="T6" fmla="*/ 2147483647 w 1417"/>
                <a:gd name="T7" fmla="*/ 2147483647 h 1036"/>
                <a:gd name="T8" fmla="*/ 2147483647 w 1417"/>
                <a:gd name="T9" fmla="*/ 2147483647 h 1036"/>
                <a:gd name="T10" fmla="*/ 2147483647 w 1417"/>
                <a:gd name="T11" fmla="*/ 2147483647 h 1036"/>
                <a:gd name="T12" fmla="*/ 2147483647 w 1417"/>
                <a:gd name="T13" fmla="*/ 0 h 1036"/>
                <a:gd name="T14" fmla="*/ 2147483647 w 1417"/>
                <a:gd name="T15" fmla="*/ 2147483647 h 1036"/>
                <a:gd name="T16" fmla="*/ 2147483647 w 1417"/>
                <a:gd name="T17" fmla="*/ 2147483647 h 1036"/>
                <a:gd name="T18" fmla="*/ 2147483647 w 1417"/>
                <a:gd name="T19" fmla="*/ 2147483647 h 1036"/>
                <a:gd name="T20" fmla="*/ 2147483647 w 1417"/>
                <a:gd name="T21" fmla="*/ 2147483647 h 1036"/>
                <a:gd name="T22" fmla="*/ 2147483647 w 1417"/>
                <a:gd name="T23" fmla="*/ 2147483647 h 1036"/>
                <a:gd name="T24" fmla="*/ 2147483647 w 1417"/>
                <a:gd name="T25" fmla="*/ 2147483647 h 1036"/>
                <a:gd name="T26" fmla="*/ 2147483647 w 1417"/>
                <a:gd name="T27" fmla="*/ 2147483647 h 1036"/>
                <a:gd name="T28" fmla="*/ 2147483647 w 1417"/>
                <a:gd name="T29" fmla="*/ 2147483647 h 1036"/>
                <a:gd name="T30" fmla="*/ 2147483647 w 1417"/>
                <a:gd name="T31" fmla="*/ 2147483647 h 1036"/>
                <a:gd name="T32" fmla="*/ 2147483647 w 1417"/>
                <a:gd name="T33" fmla="*/ 2147483647 h 1036"/>
                <a:gd name="T34" fmla="*/ 2147483647 w 1417"/>
                <a:gd name="T35" fmla="*/ 2147483647 h 1036"/>
                <a:gd name="T36" fmla="*/ 2147483647 w 1417"/>
                <a:gd name="T37" fmla="*/ 2147483647 h 1036"/>
                <a:gd name="T38" fmla="*/ 2147483647 w 1417"/>
                <a:gd name="T39" fmla="*/ 2147483647 h 1036"/>
                <a:gd name="T40" fmla="*/ 2147483647 w 1417"/>
                <a:gd name="T41" fmla="*/ 2147483647 h 1036"/>
                <a:gd name="T42" fmla="*/ 2147483647 w 1417"/>
                <a:gd name="T43" fmla="*/ 2147483647 h 1036"/>
                <a:gd name="T44" fmla="*/ 2147483647 w 1417"/>
                <a:gd name="T45" fmla="*/ 2147483647 h 1036"/>
                <a:gd name="T46" fmla="*/ 2147483647 w 1417"/>
                <a:gd name="T47" fmla="*/ 2147483647 h 1036"/>
                <a:gd name="T48" fmla="*/ 2147483647 w 1417"/>
                <a:gd name="T49" fmla="*/ 2147483647 h 1036"/>
                <a:gd name="T50" fmla="*/ 2147483647 w 1417"/>
                <a:gd name="T51" fmla="*/ 2147483647 h 10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1417"/>
                <a:gd name="T79" fmla="*/ 0 h 1036"/>
                <a:gd name="T80" fmla="*/ 1417 w 1417"/>
                <a:gd name="T81" fmla="*/ 1036 h 10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1417" h="1036">
                  <a:moveTo>
                    <a:pt x="249" y="982"/>
                  </a:moveTo>
                  <a:cubicBezTo>
                    <a:pt x="231" y="960"/>
                    <a:pt x="216" y="935"/>
                    <a:pt x="195" y="916"/>
                  </a:cubicBezTo>
                  <a:cubicBezTo>
                    <a:pt x="173" y="896"/>
                    <a:pt x="141" y="892"/>
                    <a:pt x="118" y="873"/>
                  </a:cubicBezTo>
                  <a:cubicBezTo>
                    <a:pt x="91" y="851"/>
                    <a:pt x="74" y="824"/>
                    <a:pt x="53" y="796"/>
                  </a:cubicBezTo>
                  <a:cubicBezTo>
                    <a:pt x="36" y="625"/>
                    <a:pt x="0" y="672"/>
                    <a:pt x="31" y="458"/>
                  </a:cubicBezTo>
                  <a:cubicBezTo>
                    <a:pt x="36" y="423"/>
                    <a:pt x="91" y="371"/>
                    <a:pt x="108" y="338"/>
                  </a:cubicBezTo>
                  <a:cubicBezTo>
                    <a:pt x="116" y="250"/>
                    <a:pt x="135" y="36"/>
                    <a:pt x="238" y="0"/>
                  </a:cubicBezTo>
                  <a:cubicBezTo>
                    <a:pt x="373" y="4"/>
                    <a:pt x="508" y="1"/>
                    <a:pt x="642" y="11"/>
                  </a:cubicBezTo>
                  <a:cubicBezTo>
                    <a:pt x="658" y="12"/>
                    <a:pt x="671" y="27"/>
                    <a:pt x="686" y="33"/>
                  </a:cubicBezTo>
                  <a:cubicBezTo>
                    <a:pt x="707" y="41"/>
                    <a:pt x="728" y="53"/>
                    <a:pt x="751" y="54"/>
                  </a:cubicBezTo>
                  <a:cubicBezTo>
                    <a:pt x="809" y="58"/>
                    <a:pt x="868" y="61"/>
                    <a:pt x="926" y="65"/>
                  </a:cubicBezTo>
                  <a:cubicBezTo>
                    <a:pt x="961" y="77"/>
                    <a:pt x="988" y="97"/>
                    <a:pt x="1024" y="109"/>
                  </a:cubicBezTo>
                  <a:cubicBezTo>
                    <a:pt x="1064" y="98"/>
                    <a:pt x="1105" y="91"/>
                    <a:pt x="1144" y="76"/>
                  </a:cubicBezTo>
                  <a:cubicBezTo>
                    <a:pt x="1313" y="12"/>
                    <a:pt x="1105" y="64"/>
                    <a:pt x="1242" y="33"/>
                  </a:cubicBezTo>
                  <a:cubicBezTo>
                    <a:pt x="1288" y="99"/>
                    <a:pt x="1285" y="204"/>
                    <a:pt x="1297" y="283"/>
                  </a:cubicBezTo>
                  <a:cubicBezTo>
                    <a:pt x="1298" y="293"/>
                    <a:pt x="1317" y="381"/>
                    <a:pt x="1318" y="382"/>
                  </a:cubicBezTo>
                  <a:cubicBezTo>
                    <a:pt x="1332" y="394"/>
                    <a:pt x="1355" y="389"/>
                    <a:pt x="1373" y="393"/>
                  </a:cubicBezTo>
                  <a:cubicBezTo>
                    <a:pt x="1398" y="430"/>
                    <a:pt x="1406" y="458"/>
                    <a:pt x="1417" y="502"/>
                  </a:cubicBezTo>
                  <a:cubicBezTo>
                    <a:pt x="1406" y="647"/>
                    <a:pt x="1396" y="793"/>
                    <a:pt x="1384" y="938"/>
                  </a:cubicBezTo>
                  <a:cubicBezTo>
                    <a:pt x="1310" y="889"/>
                    <a:pt x="1295" y="907"/>
                    <a:pt x="1188" y="916"/>
                  </a:cubicBezTo>
                  <a:cubicBezTo>
                    <a:pt x="1130" y="935"/>
                    <a:pt x="1165" y="921"/>
                    <a:pt x="1089" y="971"/>
                  </a:cubicBezTo>
                  <a:cubicBezTo>
                    <a:pt x="1058" y="992"/>
                    <a:pt x="935" y="1010"/>
                    <a:pt x="915" y="1014"/>
                  </a:cubicBezTo>
                  <a:cubicBezTo>
                    <a:pt x="897" y="1018"/>
                    <a:pt x="878" y="1021"/>
                    <a:pt x="860" y="1025"/>
                  </a:cubicBezTo>
                  <a:cubicBezTo>
                    <a:pt x="842" y="1029"/>
                    <a:pt x="806" y="1036"/>
                    <a:pt x="806" y="1036"/>
                  </a:cubicBezTo>
                  <a:cubicBezTo>
                    <a:pt x="465" y="1027"/>
                    <a:pt x="497" y="1035"/>
                    <a:pt x="293" y="1004"/>
                  </a:cubicBezTo>
                  <a:cubicBezTo>
                    <a:pt x="255" y="991"/>
                    <a:pt x="268" y="1001"/>
                    <a:pt x="249" y="982"/>
                  </a:cubicBezTo>
                  <a:close/>
                </a:path>
              </a:pathLst>
            </a:custGeom>
            <a:noFill/>
            <a:ln w="12700" cap="flat" cmpd="sng">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TW" altLang="en-US"/>
            </a:p>
          </p:txBody>
        </p:sp>
        <p:sp>
          <p:nvSpPr>
            <p:cNvPr id="8201" name="Freeform 8"/>
            <p:cNvSpPr>
              <a:spLocks noChangeAspect="1"/>
            </p:cNvSpPr>
            <p:nvPr/>
          </p:nvSpPr>
          <p:spPr bwMode="auto">
            <a:xfrm>
              <a:off x="1736481" y="1295400"/>
              <a:ext cx="6248400" cy="4525963"/>
            </a:xfrm>
            <a:custGeom>
              <a:avLst/>
              <a:gdLst>
                <a:gd name="T0" fmla="*/ 2147483647 w 1417"/>
                <a:gd name="T1" fmla="*/ 2147483647 h 1036"/>
                <a:gd name="T2" fmla="*/ 2147483647 w 1417"/>
                <a:gd name="T3" fmla="*/ 2147483647 h 1036"/>
                <a:gd name="T4" fmla="*/ 2147483647 w 1417"/>
                <a:gd name="T5" fmla="*/ 2147483647 h 1036"/>
                <a:gd name="T6" fmla="*/ 2147483647 w 1417"/>
                <a:gd name="T7" fmla="*/ 2147483647 h 1036"/>
                <a:gd name="T8" fmla="*/ 2147483647 w 1417"/>
                <a:gd name="T9" fmla="*/ 2147483647 h 1036"/>
                <a:gd name="T10" fmla="*/ 2147483647 w 1417"/>
                <a:gd name="T11" fmla="*/ 2147483647 h 1036"/>
                <a:gd name="T12" fmla="*/ 2147483647 w 1417"/>
                <a:gd name="T13" fmla="*/ 0 h 1036"/>
                <a:gd name="T14" fmla="*/ 2147483647 w 1417"/>
                <a:gd name="T15" fmla="*/ 2147483647 h 1036"/>
                <a:gd name="T16" fmla="*/ 2147483647 w 1417"/>
                <a:gd name="T17" fmla="*/ 2147483647 h 1036"/>
                <a:gd name="T18" fmla="*/ 2147483647 w 1417"/>
                <a:gd name="T19" fmla="*/ 2147483647 h 1036"/>
                <a:gd name="T20" fmla="*/ 2147483647 w 1417"/>
                <a:gd name="T21" fmla="*/ 2147483647 h 1036"/>
                <a:gd name="T22" fmla="*/ 2147483647 w 1417"/>
                <a:gd name="T23" fmla="*/ 2147483647 h 1036"/>
                <a:gd name="T24" fmla="*/ 2147483647 w 1417"/>
                <a:gd name="T25" fmla="*/ 2147483647 h 1036"/>
                <a:gd name="T26" fmla="*/ 2147483647 w 1417"/>
                <a:gd name="T27" fmla="*/ 2147483647 h 1036"/>
                <a:gd name="T28" fmla="*/ 2147483647 w 1417"/>
                <a:gd name="T29" fmla="*/ 2147483647 h 1036"/>
                <a:gd name="T30" fmla="*/ 2147483647 w 1417"/>
                <a:gd name="T31" fmla="*/ 2147483647 h 1036"/>
                <a:gd name="T32" fmla="*/ 2147483647 w 1417"/>
                <a:gd name="T33" fmla="*/ 2147483647 h 1036"/>
                <a:gd name="T34" fmla="*/ 2147483647 w 1417"/>
                <a:gd name="T35" fmla="*/ 2147483647 h 1036"/>
                <a:gd name="T36" fmla="*/ 2147483647 w 1417"/>
                <a:gd name="T37" fmla="*/ 2147483647 h 1036"/>
                <a:gd name="T38" fmla="*/ 2147483647 w 1417"/>
                <a:gd name="T39" fmla="*/ 2147483647 h 1036"/>
                <a:gd name="T40" fmla="*/ 2147483647 w 1417"/>
                <a:gd name="T41" fmla="*/ 2147483647 h 1036"/>
                <a:gd name="T42" fmla="*/ 2147483647 w 1417"/>
                <a:gd name="T43" fmla="*/ 2147483647 h 1036"/>
                <a:gd name="T44" fmla="*/ 2147483647 w 1417"/>
                <a:gd name="T45" fmla="*/ 2147483647 h 1036"/>
                <a:gd name="T46" fmla="*/ 2147483647 w 1417"/>
                <a:gd name="T47" fmla="*/ 2147483647 h 1036"/>
                <a:gd name="T48" fmla="*/ 2147483647 w 1417"/>
                <a:gd name="T49" fmla="*/ 2147483647 h 1036"/>
                <a:gd name="T50" fmla="*/ 2147483647 w 1417"/>
                <a:gd name="T51" fmla="*/ 2147483647 h 10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1417"/>
                <a:gd name="T79" fmla="*/ 0 h 1036"/>
                <a:gd name="T80" fmla="*/ 1417 w 1417"/>
                <a:gd name="T81" fmla="*/ 1036 h 10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1417" h="1036">
                  <a:moveTo>
                    <a:pt x="249" y="982"/>
                  </a:moveTo>
                  <a:cubicBezTo>
                    <a:pt x="231" y="960"/>
                    <a:pt x="216" y="935"/>
                    <a:pt x="195" y="916"/>
                  </a:cubicBezTo>
                  <a:cubicBezTo>
                    <a:pt x="173" y="896"/>
                    <a:pt x="141" y="892"/>
                    <a:pt x="118" y="873"/>
                  </a:cubicBezTo>
                  <a:cubicBezTo>
                    <a:pt x="91" y="851"/>
                    <a:pt x="74" y="824"/>
                    <a:pt x="53" y="796"/>
                  </a:cubicBezTo>
                  <a:cubicBezTo>
                    <a:pt x="36" y="625"/>
                    <a:pt x="0" y="672"/>
                    <a:pt x="31" y="458"/>
                  </a:cubicBezTo>
                  <a:cubicBezTo>
                    <a:pt x="36" y="423"/>
                    <a:pt x="91" y="371"/>
                    <a:pt x="108" y="338"/>
                  </a:cubicBezTo>
                  <a:cubicBezTo>
                    <a:pt x="116" y="250"/>
                    <a:pt x="135" y="36"/>
                    <a:pt x="238" y="0"/>
                  </a:cubicBezTo>
                  <a:cubicBezTo>
                    <a:pt x="373" y="4"/>
                    <a:pt x="508" y="1"/>
                    <a:pt x="642" y="11"/>
                  </a:cubicBezTo>
                  <a:cubicBezTo>
                    <a:pt x="658" y="12"/>
                    <a:pt x="671" y="27"/>
                    <a:pt x="686" y="33"/>
                  </a:cubicBezTo>
                  <a:cubicBezTo>
                    <a:pt x="707" y="41"/>
                    <a:pt x="728" y="53"/>
                    <a:pt x="751" y="54"/>
                  </a:cubicBezTo>
                  <a:cubicBezTo>
                    <a:pt x="809" y="58"/>
                    <a:pt x="868" y="61"/>
                    <a:pt x="926" y="65"/>
                  </a:cubicBezTo>
                  <a:cubicBezTo>
                    <a:pt x="961" y="77"/>
                    <a:pt x="988" y="97"/>
                    <a:pt x="1024" y="109"/>
                  </a:cubicBezTo>
                  <a:cubicBezTo>
                    <a:pt x="1064" y="98"/>
                    <a:pt x="1105" y="91"/>
                    <a:pt x="1144" y="76"/>
                  </a:cubicBezTo>
                  <a:cubicBezTo>
                    <a:pt x="1313" y="12"/>
                    <a:pt x="1105" y="64"/>
                    <a:pt x="1242" y="33"/>
                  </a:cubicBezTo>
                  <a:cubicBezTo>
                    <a:pt x="1288" y="99"/>
                    <a:pt x="1285" y="204"/>
                    <a:pt x="1297" y="283"/>
                  </a:cubicBezTo>
                  <a:cubicBezTo>
                    <a:pt x="1298" y="293"/>
                    <a:pt x="1317" y="381"/>
                    <a:pt x="1318" y="382"/>
                  </a:cubicBezTo>
                  <a:cubicBezTo>
                    <a:pt x="1332" y="394"/>
                    <a:pt x="1355" y="389"/>
                    <a:pt x="1373" y="393"/>
                  </a:cubicBezTo>
                  <a:cubicBezTo>
                    <a:pt x="1398" y="430"/>
                    <a:pt x="1406" y="458"/>
                    <a:pt x="1417" y="502"/>
                  </a:cubicBezTo>
                  <a:cubicBezTo>
                    <a:pt x="1406" y="647"/>
                    <a:pt x="1396" y="793"/>
                    <a:pt x="1384" y="938"/>
                  </a:cubicBezTo>
                  <a:cubicBezTo>
                    <a:pt x="1310" y="889"/>
                    <a:pt x="1295" y="907"/>
                    <a:pt x="1188" y="916"/>
                  </a:cubicBezTo>
                  <a:cubicBezTo>
                    <a:pt x="1130" y="935"/>
                    <a:pt x="1165" y="921"/>
                    <a:pt x="1089" y="971"/>
                  </a:cubicBezTo>
                  <a:cubicBezTo>
                    <a:pt x="1058" y="992"/>
                    <a:pt x="935" y="1010"/>
                    <a:pt x="915" y="1014"/>
                  </a:cubicBezTo>
                  <a:cubicBezTo>
                    <a:pt x="897" y="1018"/>
                    <a:pt x="878" y="1021"/>
                    <a:pt x="860" y="1025"/>
                  </a:cubicBezTo>
                  <a:cubicBezTo>
                    <a:pt x="842" y="1029"/>
                    <a:pt x="806" y="1036"/>
                    <a:pt x="806" y="1036"/>
                  </a:cubicBezTo>
                  <a:cubicBezTo>
                    <a:pt x="465" y="1027"/>
                    <a:pt x="497" y="1035"/>
                    <a:pt x="293" y="1004"/>
                  </a:cubicBezTo>
                  <a:cubicBezTo>
                    <a:pt x="255" y="991"/>
                    <a:pt x="268" y="1001"/>
                    <a:pt x="249" y="982"/>
                  </a:cubicBezTo>
                  <a:close/>
                </a:path>
              </a:pathLst>
            </a:custGeom>
            <a:noFill/>
            <a:ln w="12700" cap="flat" cmpd="sng">
              <a:solidFill>
                <a:srgbClr val="008000"/>
              </a:solidFill>
              <a:prstDash val="solid"/>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TW" altLang="en-US"/>
            </a:p>
          </p:txBody>
        </p:sp>
        <p:sp>
          <p:nvSpPr>
            <p:cNvPr id="8202" name="Freeform 9" descr="Small confetti"/>
            <p:cNvSpPr>
              <a:spLocks noChangeAspect="1"/>
            </p:cNvSpPr>
            <p:nvPr/>
          </p:nvSpPr>
          <p:spPr bwMode="auto">
            <a:xfrm>
              <a:off x="3002574" y="2235200"/>
              <a:ext cx="3703026" cy="2681288"/>
            </a:xfrm>
            <a:custGeom>
              <a:avLst/>
              <a:gdLst>
                <a:gd name="T0" fmla="*/ 2147483647 w 1417"/>
                <a:gd name="T1" fmla="*/ 2147483647 h 1036"/>
                <a:gd name="T2" fmla="*/ 2147483647 w 1417"/>
                <a:gd name="T3" fmla="*/ 2147483647 h 1036"/>
                <a:gd name="T4" fmla="*/ 2147483647 w 1417"/>
                <a:gd name="T5" fmla="*/ 2147483647 h 1036"/>
                <a:gd name="T6" fmla="*/ 2147483647 w 1417"/>
                <a:gd name="T7" fmla="*/ 2147483647 h 1036"/>
                <a:gd name="T8" fmla="*/ 2147483647 w 1417"/>
                <a:gd name="T9" fmla="*/ 2147483647 h 1036"/>
                <a:gd name="T10" fmla="*/ 2147483647 w 1417"/>
                <a:gd name="T11" fmla="*/ 2147483647 h 1036"/>
                <a:gd name="T12" fmla="*/ 2147483647 w 1417"/>
                <a:gd name="T13" fmla="*/ 0 h 1036"/>
                <a:gd name="T14" fmla="*/ 2147483647 w 1417"/>
                <a:gd name="T15" fmla="*/ 2147483647 h 1036"/>
                <a:gd name="T16" fmla="*/ 2147483647 w 1417"/>
                <a:gd name="T17" fmla="*/ 2147483647 h 1036"/>
                <a:gd name="T18" fmla="*/ 2147483647 w 1417"/>
                <a:gd name="T19" fmla="*/ 2147483647 h 1036"/>
                <a:gd name="T20" fmla="*/ 2147483647 w 1417"/>
                <a:gd name="T21" fmla="*/ 2147483647 h 1036"/>
                <a:gd name="T22" fmla="*/ 2147483647 w 1417"/>
                <a:gd name="T23" fmla="*/ 2147483647 h 1036"/>
                <a:gd name="T24" fmla="*/ 2147483647 w 1417"/>
                <a:gd name="T25" fmla="*/ 2147483647 h 1036"/>
                <a:gd name="T26" fmla="*/ 2147483647 w 1417"/>
                <a:gd name="T27" fmla="*/ 2147483647 h 1036"/>
                <a:gd name="T28" fmla="*/ 2147483647 w 1417"/>
                <a:gd name="T29" fmla="*/ 2147483647 h 1036"/>
                <a:gd name="T30" fmla="*/ 2147483647 w 1417"/>
                <a:gd name="T31" fmla="*/ 2147483647 h 1036"/>
                <a:gd name="T32" fmla="*/ 2147483647 w 1417"/>
                <a:gd name="T33" fmla="*/ 2147483647 h 1036"/>
                <a:gd name="T34" fmla="*/ 2147483647 w 1417"/>
                <a:gd name="T35" fmla="*/ 2147483647 h 1036"/>
                <a:gd name="T36" fmla="*/ 2147483647 w 1417"/>
                <a:gd name="T37" fmla="*/ 2147483647 h 1036"/>
                <a:gd name="T38" fmla="*/ 2147483647 w 1417"/>
                <a:gd name="T39" fmla="*/ 2147483647 h 1036"/>
                <a:gd name="T40" fmla="*/ 2147483647 w 1417"/>
                <a:gd name="T41" fmla="*/ 2147483647 h 1036"/>
                <a:gd name="T42" fmla="*/ 2147483647 w 1417"/>
                <a:gd name="T43" fmla="*/ 2147483647 h 1036"/>
                <a:gd name="T44" fmla="*/ 2147483647 w 1417"/>
                <a:gd name="T45" fmla="*/ 2147483647 h 1036"/>
                <a:gd name="T46" fmla="*/ 2147483647 w 1417"/>
                <a:gd name="T47" fmla="*/ 2147483647 h 1036"/>
                <a:gd name="T48" fmla="*/ 2147483647 w 1417"/>
                <a:gd name="T49" fmla="*/ 2147483647 h 1036"/>
                <a:gd name="T50" fmla="*/ 2147483647 w 1417"/>
                <a:gd name="T51" fmla="*/ 2147483647 h 10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1417"/>
                <a:gd name="T79" fmla="*/ 0 h 1036"/>
                <a:gd name="T80" fmla="*/ 1417 w 1417"/>
                <a:gd name="T81" fmla="*/ 1036 h 10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1417" h="1036">
                  <a:moveTo>
                    <a:pt x="249" y="982"/>
                  </a:moveTo>
                  <a:cubicBezTo>
                    <a:pt x="231" y="960"/>
                    <a:pt x="216" y="935"/>
                    <a:pt x="195" y="916"/>
                  </a:cubicBezTo>
                  <a:cubicBezTo>
                    <a:pt x="173" y="896"/>
                    <a:pt x="141" y="892"/>
                    <a:pt x="118" y="873"/>
                  </a:cubicBezTo>
                  <a:cubicBezTo>
                    <a:pt x="91" y="851"/>
                    <a:pt x="74" y="824"/>
                    <a:pt x="53" y="796"/>
                  </a:cubicBezTo>
                  <a:cubicBezTo>
                    <a:pt x="36" y="625"/>
                    <a:pt x="0" y="672"/>
                    <a:pt x="31" y="458"/>
                  </a:cubicBezTo>
                  <a:cubicBezTo>
                    <a:pt x="36" y="423"/>
                    <a:pt x="91" y="371"/>
                    <a:pt x="108" y="338"/>
                  </a:cubicBezTo>
                  <a:cubicBezTo>
                    <a:pt x="116" y="250"/>
                    <a:pt x="135" y="36"/>
                    <a:pt x="238" y="0"/>
                  </a:cubicBezTo>
                  <a:cubicBezTo>
                    <a:pt x="373" y="4"/>
                    <a:pt x="508" y="1"/>
                    <a:pt x="642" y="11"/>
                  </a:cubicBezTo>
                  <a:cubicBezTo>
                    <a:pt x="658" y="12"/>
                    <a:pt x="671" y="27"/>
                    <a:pt x="686" y="33"/>
                  </a:cubicBezTo>
                  <a:cubicBezTo>
                    <a:pt x="707" y="41"/>
                    <a:pt x="728" y="53"/>
                    <a:pt x="751" y="54"/>
                  </a:cubicBezTo>
                  <a:cubicBezTo>
                    <a:pt x="809" y="58"/>
                    <a:pt x="868" y="61"/>
                    <a:pt x="926" y="65"/>
                  </a:cubicBezTo>
                  <a:cubicBezTo>
                    <a:pt x="961" y="77"/>
                    <a:pt x="988" y="97"/>
                    <a:pt x="1024" y="109"/>
                  </a:cubicBezTo>
                  <a:cubicBezTo>
                    <a:pt x="1064" y="98"/>
                    <a:pt x="1105" y="91"/>
                    <a:pt x="1144" y="76"/>
                  </a:cubicBezTo>
                  <a:cubicBezTo>
                    <a:pt x="1313" y="12"/>
                    <a:pt x="1105" y="64"/>
                    <a:pt x="1242" y="33"/>
                  </a:cubicBezTo>
                  <a:cubicBezTo>
                    <a:pt x="1288" y="99"/>
                    <a:pt x="1285" y="204"/>
                    <a:pt x="1297" y="283"/>
                  </a:cubicBezTo>
                  <a:cubicBezTo>
                    <a:pt x="1298" y="293"/>
                    <a:pt x="1317" y="381"/>
                    <a:pt x="1318" y="382"/>
                  </a:cubicBezTo>
                  <a:cubicBezTo>
                    <a:pt x="1332" y="394"/>
                    <a:pt x="1355" y="389"/>
                    <a:pt x="1373" y="393"/>
                  </a:cubicBezTo>
                  <a:cubicBezTo>
                    <a:pt x="1398" y="430"/>
                    <a:pt x="1406" y="458"/>
                    <a:pt x="1417" y="502"/>
                  </a:cubicBezTo>
                  <a:cubicBezTo>
                    <a:pt x="1406" y="647"/>
                    <a:pt x="1396" y="793"/>
                    <a:pt x="1384" y="938"/>
                  </a:cubicBezTo>
                  <a:cubicBezTo>
                    <a:pt x="1310" y="889"/>
                    <a:pt x="1295" y="907"/>
                    <a:pt x="1188" y="916"/>
                  </a:cubicBezTo>
                  <a:cubicBezTo>
                    <a:pt x="1130" y="935"/>
                    <a:pt x="1165" y="921"/>
                    <a:pt x="1089" y="971"/>
                  </a:cubicBezTo>
                  <a:cubicBezTo>
                    <a:pt x="1058" y="992"/>
                    <a:pt x="935" y="1010"/>
                    <a:pt x="915" y="1014"/>
                  </a:cubicBezTo>
                  <a:cubicBezTo>
                    <a:pt x="897" y="1018"/>
                    <a:pt x="878" y="1021"/>
                    <a:pt x="860" y="1025"/>
                  </a:cubicBezTo>
                  <a:cubicBezTo>
                    <a:pt x="842" y="1029"/>
                    <a:pt x="806" y="1036"/>
                    <a:pt x="806" y="1036"/>
                  </a:cubicBezTo>
                  <a:cubicBezTo>
                    <a:pt x="465" y="1027"/>
                    <a:pt x="497" y="1035"/>
                    <a:pt x="293" y="1004"/>
                  </a:cubicBezTo>
                  <a:cubicBezTo>
                    <a:pt x="255" y="991"/>
                    <a:pt x="268" y="1001"/>
                    <a:pt x="249" y="982"/>
                  </a:cubicBezTo>
                  <a:close/>
                </a:path>
              </a:pathLst>
            </a:custGeom>
            <a:noFill/>
            <a:ln w="28575" cap="flat" cmpd="sng">
              <a:solidFill>
                <a:srgbClr val="FF3399"/>
              </a:solidFill>
              <a:prstDash val="solid"/>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TW" altLang="en-US"/>
            </a:p>
          </p:txBody>
        </p:sp>
        <p:sp>
          <p:nvSpPr>
            <p:cNvPr id="8203" name="Freeform 10"/>
            <p:cNvSpPr>
              <a:spLocks noChangeAspect="1"/>
            </p:cNvSpPr>
            <p:nvPr/>
          </p:nvSpPr>
          <p:spPr bwMode="auto">
            <a:xfrm>
              <a:off x="1419958" y="1060450"/>
              <a:ext cx="6874119" cy="4978400"/>
            </a:xfrm>
            <a:custGeom>
              <a:avLst/>
              <a:gdLst>
                <a:gd name="T0" fmla="*/ 2147483647 w 1417"/>
                <a:gd name="T1" fmla="*/ 2147483647 h 1036"/>
                <a:gd name="T2" fmla="*/ 2147483647 w 1417"/>
                <a:gd name="T3" fmla="*/ 2147483647 h 1036"/>
                <a:gd name="T4" fmla="*/ 2147483647 w 1417"/>
                <a:gd name="T5" fmla="*/ 2147483647 h 1036"/>
                <a:gd name="T6" fmla="*/ 2147483647 w 1417"/>
                <a:gd name="T7" fmla="*/ 2147483647 h 1036"/>
                <a:gd name="T8" fmla="*/ 2147483647 w 1417"/>
                <a:gd name="T9" fmla="*/ 2147483647 h 1036"/>
                <a:gd name="T10" fmla="*/ 2147483647 w 1417"/>
                <a:gd name="T11" fmla="*/ 2147483647 h 1036"/>
                <a:gd name="T12" fmla="*/ 2147483647 w 1417"/>
                <a:gd name="T13" fmla="*/ 0 h 1036"/>
                <a:gd name="T14" fmla="*/ 2147483647 w 1417"/>
                <a:gd name="T15" fmla="*/ 2147483647 h 1036"/>
                <a:gd name="T16" fmla="*/ 2147483647 w 1417"/>
                <a:gd name="T17" fmla="*/ 2147483647 h 1036"/>
                <a:gd name="T18" fmla="*/ 2147483647 w 1417"/>
                <a:gd name="T19" fmla="*/ 2147483647 h 1036"/>
                <a:gd name="T20" fmla="*/ 2147483647 w 1417"/>
                <a:gd name="T21" fmla="*/ 2147483647 h 1036"/>
                <a:gd name="T22" fmla="*/ 2147483647 w 1417"/>
                <a:gd name="T23" fmla="*/ 2147483647 h 1036"/>
                <a:gd name="T24" fmla="*/ 2147483647 w 1417"/>
                <a:gd name="T25" fmla="*/ 2147483647 h 1036"/>
                <a:gd name="T26" fmla="*/ 2147483647 w 1417"/>
                <a:gd name="T27" fmla="*/ 2147483647 h 1036"/>
                <a:gd name="T28" fmla="*/ 2147483647 w 1417"/>
                <a:gd name="T29" fmla="*/ 2147483647 h 1036"/>
                <a:gd name="T30" fmla="*/ 2147483647 w 1417"/>
                <a:gd name="T31" fmla="*/ 2147483647 h 1036"/>
                <a:gd name="T32" fmla="*/ 2147483647 w 1417"/>
                <a:gd name="T33" fmla="*/ 2147483647 h 1036"/>
                <a:gd name="T34" fmla="*/ 2147483647 w 1417"/>
                <a:gd name="T35" fmla="*/ 2147483647 h 1036"/>
                <a:gd name="T36" fmla="*/ 2147483647 w 1417"/>
                <a:gd name="T37" fmla="*/ 2147483647 h 1036"/>
                <a:gd name="T38" fmla="*/ 2147483647 w 1417"/>
                <a:gd name="T39" fmla="*/ 2147483647 h 1036"/>
                <a:gd name="T40" fmla="*/ 2147483647 w 1417"/>
                <a:gd name="T41" fmla="*/ 2147483647 h 1036"/>
                <a:gd name="T42" fmla="*/ 2147483647 w 1417"/>
                <a:gd name="T43" fmla="*/ 2147483647 h 1036"/>
                <a:gd name="T44" fmla="*/ 2147483647 w 1417"/>
                <a:gd name="T45" fmla="*/ 2147483647 h 1036"/>
                <a:gd name="T46" fmla="*/ 2147483647 w 1417"/>
                <a:gd name="T47" fmla="*/ 2147483647 h 1036"/>
                <a:gd name="T48" fmla="*/ 2147483647 w 1417"/>
                <a:gd name="T49" fmla="*/ 2147483647 h 1036"/>
                <a:gd name="T50" fmla="*/ 2147483647 w 1417"/>
                <a:gd name="T51" fmla="*/ 2147483647 h 10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1417"/>
                <a:gd name="T79" fmla="*/ 0 h 1036"/>
                <a:gd name="T80" fmla="*/ 1417 w 1417"/>
                <a:gd name="T81" fmla="*/ 1036 h 10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1417" h="1036">
                  <a:moveTo>
                    <a:pt x="249" y="982"/>
                  </a:moveTo>
                  <a:cubicBezTo>
                    <a:pt x="231" y="960"/>
                    <a:pt x="216" y="935"/>
                    <a:pt x="195" y="916"/>
                  </a:cubicBezTo>
                  <a:cubicBezTo>
                    <a:pt x="173" y="896"/>
                    <a:pt x="141" y="892"/>
                    <a:pt x="118" y="873"/>
                  </a:cubicBezTo>
                  <a:cubicBezTo>
                    <a:pt x="91" y="851"/>
                    <a:pt x="74" y="824"/>
                    <a:pt x="53" y="796"/>
                  </a:cubicBezTo>
                  <a:cubicBezTo>
                    <a:pt x="36" y="625"/>
                    <a:pt x="0" y="672"/>
                    <a:pt x="31" y="458"/>
                  </a:cubicBezTo>
                  <a:cubicBezTo>
                    <a:pt x="36" y="423"/>
                    <a:pt x="91" y="371"/>
                    <a:pt x="108" y="338"/>
                  </a:cubicBezTo>
                  <a:cubicBezTo>
                    <a:pt x="116" y="250"/>
                    <a:pt x="135" y="36"/>
                    <a:pt x="238" y="0"/>
                  </a:cubicBezTo>
                  <a:cubicBezTo>
                    <a:pt x="373" y="4"/>
                    <a:pt x="508" y="1"/>
                    <a:pt x="642" y="11"/>
                  </a:cubicBezTo>
                  <a:cubicBezTo>
                    <a:pt x="658" y="12"/>
                    <a:pt x="671" y="27"/>
                    <a:pt x="686" y="33"/>
                  </a:cubicBezTo>
                  <a:cubicBezTo>
                    <a:pt x="707" y="41"/>
                    <a:pt x="728" y="53"/>
                    <a:pt x="751" y="54"/>
                  </a:cubicBezTo>
                  <a:cubicBezTo>
                    <a:pt x="809" y="58"/>
                    <a:pt x="868" y="61"/>
                    <a:pt x="926" y="65"/>
                  </a:cubicBezTo>
                  <a:cubicBezTo>
                    <a:pt x="961" y="77"/>
                    <a:pt x="988" y="97"/>
                    <a:pt x="1024" y="109"/>
                  </a:cubicBezTo>
                  <a:cubicBezTo>
                    <a:pt x="1064" y="98"/>
                    <a:pt x="1105" y="91"/>
                    <a:pt x="1144" y="76"/>
                  </a:cubicBezTo>
                  <a:cubicBezTo>
                    <a:pt x="1313" y="12"/>
                    <a:pt x="1105" y="64"/>
                    <a:pt x="1242" y="33"/>
                  </a:cubicBezTo>
                  <a:cubicBezTo>
                    <a:pt x="1288" y="99"/>
                    <a:pt x="1285" y="204"/>
                    <a:pt x="1297" y="283"/>
                  </a:cubicBezTo>
                  <a:cubicBezTo>
                    <a:pt x="1298" y="293"/>
                    <a:pt x="1317" y="381"/>
                    <a:pt x="1318" y="382"/>
                  </a:cubicBezTo>
                  <a:cubicBezTo>
                    <a:pt x="1332" y="394"/>
                    <a:pt x="1355" y="389"/>
                    <a:pt x="1373" y="393"/>
                  </a:cubicBezTo>
                  <a:cubicBezTo>
                    <a:pt x="1398" y="430"/>
                    <a:pt x="1406" y="458"/>
                    <a:pt x="1417" y="502"/>
                  </a:cubicBezTo>
                  <a:cubicBezTo>
                    <a:pt x="1406" y="647"/>
                    <a:pt x="1396" y="793"/>
                    <a:pt x="1384" y="938"/>
                  </a:cubicBezTo>
                  <a:cubicBezTo>
                    <a:pt x="1310" y="889"/>
                    <a:pt x="1295" y="907"/>
                    <a:pt x="1188" y="916"/>
                  </a:cubicBezTo>
                  <a:cubicBezTo>
                    <a:pt x="1130" y="935"/>
                    <a:pt x="1165" y="921"/>
                    <a:pt x="1089" y="971"/>
                  </a:cubicBezTo>
                  <a:cubicBezTo>
                    <a:pt x="1058" y="992"/>
                    <a:pt x="935" y="1010"/>
                    <a:pt x="915" y="1014"/>
                  </a:cubicBezTo>
                  <a:cubicBezTo>
                    <a:pt x="897" y="1018"/>
                    <a:pt x="878" y="1021"/>
                    <a:pt x="860" y="1025"/>
                  </a:cubicBezTo>
                  <a:cubicBezTo>
                    <a:pt x="842" y="1029"/>
                    <a:pt x="806" y="1036"/>
                    <a:pt x="806" y="1036"/>
                  </a:cubicBezTo>
                  <a:cubicBezTo>
                    <a:pt x="465" y="1027"/>
                    <a:pt x="497" y="1035"/>
                    <a:pt x="293" y="1004"/>
                  </a:cubicBezTo>
                  <a:cubicBezTo>
                    <a:pt x="255" y="991"/>
                    <a:pt x="268" y="1001"/>
                    <a:pt x="249" y="982"/>
                  </a:cubicBezTo>
                  <a:close/>
                </a:path>
              </a:pathLst>
            </a:custGeom>
            <a:noFill/>
            <a:ln w="12700" cap="flat" cmpd="sng">
              <a:solidFill>
                <a:srgbClr val="000099"/>
              </a:solidFill>
              <a:prstDash val="solid"/>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TW" altLang="en-US"/>
            </a:p>
          </p:txBody>
        </p:sp>
        <p:grpSp>
          <p:nvGrpSpPr>
            <p:cNvPr id="8205" name="Group 12"/>
            <p:cNvGrpSpPr>
              <a:grpSpLocks/>
            </p:cNvGrpSpPr>
            <p:nvPr/>
          </p:nvGrpSpPr>
          <p:grpSpPr bwMode="auto">
            <a:xfrm>
              <a:off x="3669324" y="2794000"/>
              <a:ext cx="2220058" cy="1692275"/>
              <a:chOff x="1889" y="1495"/>
              <a:chExt cx="1417" cy="1036"/>
            </a:xfrm>
          </p:grpSpPr>
          <p:graphicFrame>
            <p:nvGraphicFramePr>
              <p:cNvPr id="8213" name="Object 13"/>
              <p:cNvGraphicFramePr>
                <a:graphicFrameLocks noChangeAspect="1"/>
              </p:cNvGraphicFramePr>
              <p:nvPr/>
            </p:nvGraphicFramePr>
            <p:xfrm>
              <a:off x="2133" y="1680"/>
              <a:ext cx="939" cy="566"/>
            </p:xfrm>
            <a:graphic>
              <a:graphicData uri="http://schemas.openxmlformats.org/presentationml/2006/ole">
                <mc:AlternateContent xmlns:mc="http://schemas.openxmlformats.org/markup-compatibility/2006">
                  <mc:Choice xmlns:v="urn:schemas-microsoft-com:vml" Requires="v">
                    <p:oleObj spid="_x0000_s1029" name="TurboCAD Drawing" r:id="rId5" imgW="2124075" imgH="1285875" progId="TurboCAD.Drawing.4">
                      <p:embed/>
                    </p:oleObj>
                  </mc:Choice>
                  <mc:Fallback>
                    <p:oleObj name="TurboCAD Drawing" r:id="rId5" imgW="2124075" imgH="1285875" progId="TurboCAD.Drawing.4">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133" y="1680"/>
                            <a:ext cx="939" cy="5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214" name="Text Box 14"/>
              <p:cNvSpPr txBox="1">
                <a:spLocks noChangeArrowheads="1"/>
              </p:cNvSpPr>
              <p:nvPr/>
            </p:nvSpPr>
            <p:spPr bwMode="auto">
              <a:xfrm>
                <a:off x="2141" y="2153"/>
                <a:ext cx="939" cy="2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106098" tIns="53049" rIns="106098" bIns="53049">
                <a:spAutoFit/>
              </a:bodyPr>
              <a:lstStyle>
                <a:lvl1pPr algn="l" defTabSz="1060450" eaLnBrk="0" hangingPunct="0">
                  <a:spcAft>
                    <a:spcPct val="30000"/>
                  </a:spcAft>
                  <a:buClr>
                    <a:srgbClr val="993366"/>
                  </a:buClr>
                  <a:buFont typeface="Wingdings" pitchFamily="2" charset="2"/>
                  <a:defRPr kumimoji="1" sz="3200" b="1">
                    <a:solidFill>
                      <a:schemeClr val="tx1"/>
                    </a:solidFill>
                    <a:latin typeface="Times New Roman" pitchFamily="18" charset="0"/>
                    <a:ea typeface="標楷體" pitchFamily="65" charset="-120"/>
                  </a:defRPr>
                </a:lvl1pPr>
                <a:lvl2pPr marL="742950" indent="-285750" algn="l" defTabSz="1060450" eaLnBrk="0" hangingPunct="0">
                  <a:spcAft>
                    <a:spcPct val="30000"/>
                  </a:spcAft>
                  <a:buClr>
                    <a:srgbClr val="800000"/>
                  </a:buClr>
                  <a:buSzPct val="130000"/>
                  <a:buChar char="•"/>
                  <a:defRPr kumimoji="1" sz="2800">
                    <a:solidFill>
                      <a:srgbClr val="000066"/>
                    </a:solidFill>
                    <a:latin typeface="Times New Roman" pitchFamily="18" charset="0"/>
                    <a:ea typeface="新細明體" charset="-120"/>
                  </a:defRPr>
                </a:lvl2pPr>
                <a:lvl3pPr marL="1143000" indent="-228600" algn="l" defTabSz="1060450" eaLnBrk="0" hangingPunct="0">
                  <a:spcAft>
                    <a:spcPct val="30000"/>
                  </a:spcAft>
                  <a:buFont typeface="Wingdings" pitchFamily="2" charset="2"/>
                  <a:buChar char="Ø"/>
                  <a:defRPr kumimoji="1" sz="2400" b="1">
                    <a:solidFill>
                      <a:srgbClr val="000066"/>
                    </a:solidFill>
                    <a:latin typeface="Times New Roman" pitchFamily="18" charset="0"/>
                    <a:ea typeface="新細明體" charset="-120"/>
                  </a:defRPr>
                </a:lvl3pPr>
                <a:lvl4pPr marL="1600200" indent="-228600" algn="l" defTabSz="1060450" eaLnBrk="0" hangingPunct="0">
                  <a:spcBef>
                    <a:spcPct val="20000"/>
                  </a:spcBef>
                  <a:buChar char="–"/>
                  <a:defRPr kumimoji="1" sz="2000">
                    <a:solidFill>
                      <a:schemeClr val="tx1"/>
                    </a:solidFill>
                    <a:latin typeface="Times New Roman" pitchFamily="18" charset="0"/>
                    <a:ea typeface="新細明體" charset="-120"/>
                  </a:defRPr>
                </a:lvl4pPr>
                <a:lvl5pPr marL="2057400" indent="-228600" algn="l" defTabSz="1060450" eaLnBrk="0" hangingPunct="0">
                  <a:spcBef>
                    <a:spcPct val="20000"/>
                  </a:spcBef>
                  <a:buChar char="•"/>
                  <a:defRPr kumimoji="1" sz="2000">
                    <a:solidFill>
                      <a:schemeClr val="tx1"/>
                    </a:solidFill>
                    <a:latin typeface="Times New Roman" pitchFamily="18" charset="0"/>
                    <a:ea typeface="新細明體" charset="-120"/>
                  </a:defRPr>
                </a:lvl5pPr>
                <a:lvl6pPr marL="2514600" indent="-228600" defTabSz="106045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6pPr>
                <a:lvl7pPr marL="2971800" indent="-228600" defTabSz="106045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7pPr>
                <a:lvl8pPr marL="3429000" indent="-228600" defTabSz="106045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8pPr>
                <a:lvl9pPr marL="3886200" indent="-228600" defTabSz="106045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9pPr>
              </a:lstStyle>
              <a:p>
                <a:pPr algn="ctr">
                  <a:spcAft>
                    <a:spcPct val="0"/>
                  </a:spcAft>
                  <a:buClrTx/>
                  <a:buFontTx/>
                  <a:buNone/>
                </a:pPr>
                <a:r>
                  <a:rPr kumimoji="0" lang="en-US" altLang="zh-TW" sz="1800"/>
                  <a:t>1. </a:t>
                </a:r>
                <a:r>
                  <a:rPr kumimoji="0" lang="zh-TW" altLang="zh-TW" sz="2000"/>
                  <a:t>製程</a:t>
                </a:r>
                <a:r>
                  <a:rPr kumimoji="0" lang="zh-TW" altLang="en-US" sz="2000"/>
                  <a:t>設計</a:t>
                </a:r>
              </a:p>
            </p:txBody>
          </p:sp>
          <p:sp>
            <p:nvSpPr>
              <p:cNvPr id="8215" name="Freeform 15"/>
              <p:cNvSpPr>
                <a:spLocks/>
              </p:cNvSpPr>
              <p:nvPr/>
            </p:nvSpPr>
            <p:spPr bwMode="auto">
              <a:xfrm>
                <a:off x="1889" y="1495"/>
                <a:ext cx="1417" cy="1036"/>
              </a:xfrm>
              <a:custGeom>
                <a:avLst/>
                <a:gdLst>
                  <a:gd name="T0" fmla="*/ 249 w 1417"/>
                  <a:gd name="T1" fmla="*/ 982 h 1036"/>
                  <a:gd name="T2" fmla="*/ 195 w 1417"/>
                  <a:gd name="T3" fmla="*/ 916 h 1036"/>
                  <a:gd name="T4" fmla="*/ 118 w 1417"/>
                  <a:gd name="T5" fmla="*/ 873 h 1036"/>
                  <a:gd name="T6" fmla="*/ 53 w 1417"/>
                  <a:gd name="T7" fmla="*/ 796 h 1036"/>
                  <a:gd name="T8" fmla="*/ 31 w 1417"/>
                  <a:gd name="T9" fmla="*/ 458 h 1036"/>
                  <a:gd name="T10" fmla="*/ 108 w 1417"/>
                  <a:gd name="T11" fmla="*/ 338 h 1036"/>
                  <a:gd name="T12" fmla="*/ 238 w 1417"/>
                  <a:gd name="T13" fmla="*/ 0 h 1036"/>
                  <a:gd name="T14" fmla="*/ 642 w 1417"/>
                  <a:gd name="T15" fmla="*/ 11 h 1036"/>
                  <a:gd name="T16" fmla="*/ 686 w 1417"/>
                  <a:gd name="T17" fmla="*/ 33 h 1036"/>
                  <a:gd name="T18" fmla="*/ 751 w 1417"/>
                  <a:gd name="T19" fmla="*/ 54 h 1036"/>
                  <a:gd name="T20" fmla="*/ 926 w 1417"/>
                  <a:gd name="T21" fmla="*/ 65 h 1036"/>
                  <a:gd name="T22" fmla="*/ 1024 w 1417"/>
                  <a:gd name="T23" fmla="*/ 109 h 1036"/>
                  <a:gd name="T24" fmla="*/ 1144 w 1417"/>
                  <a:gd name="T25" fmla="*/ 76 h 1036"/>
                  <a:gd name="T26" fmla="*/ 1242 w 1417"/>
                  <a:gd name="T27" fmla="*/ 33 h 1036"/>
                  <a:gd name="T28" fmla="*/ 1297 w 1417"/>
                  <a:gd name="T29" fmla="*/ 283 h 1036"/>
                  <a:gd name="T30" fmla="*/ 1318 w 1417"/>
                  <a:gd name="T31" fmla="*/ 382 h 1036"/>
                  <a:gd name="T32" fmla="*/ 1373 w 1417"/>
                  <a:gd name="T33" fmla="*/ 393 h 1036"/>
                  <a:gd name="T34" fmla="*/ 1417 w 1417"/>
                  <a:gd name="T35" fmla="*/ 502 h 1036"/>
                  <a:gd name="T36" fmla="*/ 1384 w 1417"/>
                  <a:gd name="T37" fmla="*/ 938 h 1036"/>
                  <a:gd name="T38" fmla="*/ 1188 w 1417"/>
                  <a:gd name="T39" fmla="*/ 916 h 1036"/>
                  <a:gd name="T40" fmla="*/ 1089 w 1417"/>
                  <a:gd name="T41" fmla="*/ 971 h 1036"/>
                  <a:gd name="T42" fmla="*/ 915 w 1417"/>
                  <a:gd name="T43" fmla="*/ 1014 h 1036"/>
                  <a:gd name="T44" fmla="*/ 860 w 1417"/>
                  <a:gd name="T45" fmla="*/ 1025 h 1036"/>
                  <a:gd name="T46" fmla="*/ 806 w 1417"/>
                  <a:gd name="T47" fmla="*/ 1036 h 1036"/>
                  <a:gd name="T48" fmla="*/ 293 w 1417"/>
                  <a:gd name="T49" fmla="*/ 1004 h 1036"/>
                  <a:gd name="T50" fmla="*/ 249 w 1417"/>
                  <a:gd name="T51" fmla="*/ 982 h 10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1417"/>
                  <a:gd name="T79" fmla="*/ 0 h 1036"/>
                  <a:gd name="T80" fmla="*/ 1417 w 1417"/>
                  <a:gd name="T81" fmla="*/ 1036 h 10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1417" h="1036">
                    <a:moveTo>
                      <a:pt x="249" y="982"/>
                    </a:moveTo>
                    <a:cubicBezTo>
                      <a:pt x="231" y="960"/>
                      <a:pt x="216" y="935"/>
                      <a:pt x="195" y="916"/>
                    </a:cubicBezTo>
                    <a:cubicBezTo>
                      <a:pt x="173" y="896"/>
                      <a:pt x="141" y="892"/>
                      <a:pt x="118" y="873"/>
                    </a:cubicBezTo>
                    <a:cubicBezTo>
                      <a:pt x="91" y="851"/>
                      <a:pt x="74" y="824"/>
                      <a:pt x="53" y="796"/>
                    </a:cubicBezTo>
                    <a:cubicBezTo>
                      <a:pt x="36" y="625"/>
                      <a:pt x="0" y="672"/>
                      <a:pt x="31" y="458"/>
                    </a:cubicBezTo>
                    <a:cubicBezTo>
                      <a:pt x="36" y="423"/>
                      <a:pt x="91" y="371"/>
                      <a:pt x="108" y="338"/>
                    </a:cubicBezTo>
                    <a:cubicBezTo>
                      <a:pt x="116" y="250"/>
                      <a:pt x="135" y="36"/>
                      <a:pt x="238" y="0"/>
                    </a:cubicBezTo>
                    <a:cubicBezTo>
                      <a:pt x="373" y="4"/>
                      <a:pt x="508" y="1"/>
                      <a:pt x="642" y="11"/>
                    </a:cubicBezTo>
                    <a:cubicBezTo>
                      <a:pt x="658" y="12"/>
                      <a:pt x="671" y="27"/>
                      <a:pt x="686" y="33"/>
                    </a:cubicBezTo>
                    <a:cubicBezTo>
                      <a:pt x="707" y="41"/>
                      <a:pt x="728" y="53"/>
                      <a:pt x="751" y="54"/>
                    </a:cubicBezTo>
                    <a:cubicBezTo>
                      <a:pt x="809" y="58"/>
                      <a:pt x="868" y="61"/>
                      <a:pt x="926" y="65"/>
                    </a:cubicBezTo>
                    <a:cubicBezTo>
                      <a:pt x="961" y="77"/>
                      <a:pt x="988" y="97"/>
                      <a:pt x="1024" y="109"/>
                    </a:cubicBezTo>
                    <a:cubicBezTo>
                      <a:pt x="1064" y="98"/>
                      <a:pt x="1105" y="91"/>
                      <a:pt x="1144" y="76"/>
                    </a:cubicBezTo>
                    <a:cubicBezTo>
                      <a:pt x="1313" y="12"/>
                      <a:pt x="1105" y="64"/>
                      <a:pt x="1242" y="33"/>
                    </a:cubicBezTo>
                    <a:cubicBezTo>
                      <a:pt x="1288" y="99"/>
                      <a:pt x="1285" y="204"/>
                      <a:pt x="1297" y="283"/>
                    </a:cubicBezTo>
                    <a:cubicBezTo>
                      <a:pt x="1298" y="293"/>
                      <a:pt x="1317" y="381"/>
                      <a:pt x="1318" y="382"/>
                    </a:cubicBezTo>
                    <a:cubicBezTo>
                      <a:pt x="1332" y="394"/>
                      <a:pt x="1355" y="389"/>
                      <a:pt x="1373" y="393"/>
                    </a:cubicBezTo>
                    <a:cubicBezTo>
                      <a:pt x="1398" y="430"/>
                      <a:pt x="1406" y="458"/>
                      <a:pt x="1417" y="502"/>
                    </a:cubicBezTo>
                    <a:cubicBezTo>
                      <a:pt x="1406" y="647"/>
                      <a:pt x="1396" y="793"/>
                      <a:pt x="1384" y="938"/>
                    </a:cubicBezTo>
                    <a:cubicBezTo>
                      <a:pt x="1310" y="889"/>
                      <a:pt x="1295" y="907"/>
                      <a:pt x="1188" y="916"/>
                    </a:cubicBezTo>
                    <a:cubicBezTo>
                      <a:pt x="1130" y="935"/>
                      <a:pt x="1165" y="921"/>
                      <a:pt x="1089" y="971"/>
                    </a:cubicBezTo>
                    <a:cubicBezTo>
                      <a:pt x="1058" y="992"/>
                      <a:pt x="935" y="1010"/>
                      <a:pt x="915" y="1014"/>
                    </a:cubicBezTo>
                    <a:cubicBezTo>
                      <a:pt x="897" y="1018"/>
                      <a:pt x="878" y="1021"/>
                      <a:pt x="860" y="1025"/>
                    </a:cubicBezTo>
                    <a:cubicBezTo>
                      <a:pt x="842" y="1029"/>
                      <a:pt x="806" y="1036"/>
                      <a:pt x="806" y="1036"/>
                    </a:cubicBezTo>
                    <a:cubicBezTo>
                      <a:pt x="465" y="1027"/>
                      <a:pt x="497" y="1035"/>
                      <a:pt x="293" y="1004"/>
                    </a:cubicBezTo>
                    <a:cubicBezTo>
                      <a:pt x="255" y="991"/>
                      <a:pt x="268" y="1001"/>
                      <a:pt x="249" y="982"/>
                    </a:cubicBezTo>
                    <a:close/>
                  </a:path>
                </a:pathLst>
              </a:custGeom>
              <a:noFill/>
              <a:ln w="12700" cap="flat" cmpd="sng">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TW" altLang="en-US"/>
              </a:p>
            </p:txBody>
          </p:sp>
        </p:grpSp>
        <p:sp>
          <p:nvSpPr>
            <p:cNvPr id="8206" name="Text Box 16"/>
            <p:cNvSpPr txBox="1">
              <a:spLocks noChangeArrowheads="1"/>
            </p:cNvSpPr>
            <p:nvPr/>
          </p:nvSpPr>
          <p:spPr bwMode="auto">
            <a:xfrm>
              <a:off x="3871547" y="4327525"/>
              <a:ext cx="2009632" cy="4149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106098" tIns="53049" rIns="106098" bIns="53049">
              <a:spAutoFit/>
            </a:bodyPr>
            <a:lstStyle>
              <a:lvl1pPr algn="l" defTabSz="1060450" eaLnBrk="0" hangingPunct="0">
                <a:spcAft>
                  <a:spcPct val="30000"/>
                </a:spcAft>
                <a:buClr>
                  <a:srgbClr val="993366"/>
                </a:buClr>
                <a:buFont typeface="Wingdings" pitchFamily="2" charset="2"/>
                <a:defRPr kumimoji="1" sz="3200" b="1">
                  <a:solidFill>
                    <a:schemeClr val="tx1"/>
                  </a:solidFill>
                  <a:latin typeface="Times New Roman" pitchFamily="18" charset="0"/>
                  <a:ea typeface="標楷體" pitchFamily="65" charset="-120"/>
                </a:defRPr>
              </a:lvl1pPr>
              <a:lvl2pPr marL="742950" indent="-285750" algn="l" defTabSz="1060450" eaLnBrk="0" hangingPunct="0">
                <a:spcAft>
                  <a:spcPct val="30000"/>
                </a:spcAft>
                <a:buClr>
                  <a:srgbClr val="800000"/>
                </a:buClr>
                <a:buSzPct val="130000"/>
                <a:buChar char="•"/>
                <a:defRPr kumimoji="1" sz="2800">
                  <a:solidFill>
                    <a:srgbClr val="000066"/>
                  </a:solidFill>
                  <a:latin typeface="Times New Roman" pitchFamily="18" charset="0"/>
                  <a:ea typeface="新細明體" charset="-120"/>
                </a:defRPr>
              </a:lvl2pPr>
              <a:lvl3pPr marL="1143000" indent="-228600" algn="l" defTabSz="1060450" eaLnBrk="0" hangingPunct="0">
                <a:spcAft>
                  <a:spcPct val="30000"/>
                </a:spcAft>
                <a:buFont typeface="Wingdings" pitchFamily="2" charset="2"/>
                <a:buChar char="Ø"/>
                <a:defRPr kumimoji="1" sz="2400" b="1">
                  <a:solidFill>
                    <a:srgbClr val="000066"/>
                  </a:solidFill>
                  <a:latin typeface="Times New Roman" pitchFamily="18" charset="0"/>
                  <a:ea typeface="新細明體" charset="-120"/>
                </a:defRPr>
              </a:lvl3pPr>
              <a:lvl4pPr marL="1600200" indent="-228600" algn="l" defTabSz="1060450" eaLnBrk="0" hangingPunct="0">
                <a:spcBef>
                  <a:spcPct val="20000"/>
                </a:spcBef>
                <a:buChar char="–"/>
                <a:defRPr kumimoji="1" sz="2000">
                  <a:solidFill>
                    <a:schemeClr val="tx1"/>
                  </a:solidFill>
                  <a:latin typeface="Times New Roman" pitchFamily="18" charset="0"/>
                  <a:ea typeface="新細明體" charset="-120"/>
                </a:defRPr>
              </a:lvl4pPr>
              <a:lvl5pPr marL="2057400" indent="-228600" algn="l" defTabSz="1060450" eaLnBrk="0" hangingPunct="0">
                <a:spcBef>
                  <a:spcPct val="20000"/>
                </a:spcBef>
                <a:buChar char="•"/>
                <a:defRPr kumimoji="1" sz="2000">
                  <a:solidFill>
                    <a:schemeClr val="tx1"/>
                  </a:solidFill>
                  <a:latin typeface="Times New Roman" pitchFamily="18" charset="0"/>
                  <a:ea typeface="新細明體" charset="-120"/>
                </a:defRPr>
              </a:lvl5pPr>
              <a:lvl6pPr marL="2514600" indent="-228600" defTabSz="106045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6pPr>
              <a:lvl7pPr marL="2971800" indent="-228600" defTabSz="106045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7pPr>
              <a:lvl8pPr marL="3429000" indent="-228600" defTabSz="106045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8pPr>
              <a:lvl9pPr marL="3886200" indent="-228600" defTabSz="106045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9pPr>
            </a:lstStyle>
            <a:p>
              <a:pPr>
                <a:spcAft>
                  <a:spcPct val="0"/>
                </a:spcAft>
                <a:buClrTx/>
                <a:buFontTx/>
                <a:buNone/>
              </a:pPr>
              <a:r>
                <a:rPr kumimoji="0" lang="en-US" altLang="zh-TW" sz="2000"/>
                <a:t>2. </a:t>
              </a:r>
              <a:r>
                <a:rPr kumimoji="0" lang="zh-TW" altLang="en-US" sz="2000"/>
                <a:t>基本程序控制</a:t>
              </a:r>
            </a:p>
          </p:txBody>
        </p:sp>
        <p:sp>
          <p:nvSpPr>
            <p:cNvPr id="8207" name="Text Box 17"/>
            <p:cNvSpPr txBox="1">
              <a:spLocks noChangeArrowheads="1"/>
            </p:cNvSpPr>
            <p:nvPr/>
          </p:nvSpPr>
          <p:spPr bwMode="auto">
            <a:xfrm>
              <a:off x="3178420" y="2235201"/>
              <a:ext cx="3292034" cy="722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106098" tIns="53049" rIns="106098" bIns="53049">
              <a:spAutoFit/>
            </a:bodyPr>
            <a:lstStyle>
              <a:lvl1pPr algn="l" defTabSz="1060450" eaLnBrk="0" hangingPunct="0">
                <a:spcAft>
                  <a:spcPct val="30000"/>
                </a:spcAft>
                <a:buClr>
                  <a:srgbClr val="993366"/>
                </a:buClr>
                <a:buFont typeface="Wingdings" pitchFamily="2" charset="2"/>
                <a:defRPr kumimoji="1" sz="3200" b="1">
                  <a:solidFill>
                    <a:schemeClr val="tx1"/>
                  </a:solidFill>
                  <a:latin typeface="Times New Roman" pitchFamily="18" charset="0"/>
                  <a:ea typeface="標楷體" pitchFamily="65" charset="-120"/>
                </a:defRPr>
              </a:lvl1pPr>
              <a:lvl2pPr marL="742950" indent="-285750" algn="l" defTabSz="1060450" eaLnBrk="0" hangingPunct="0">
                <a:spcAft>
                  <a:spcPct val="30000"/>
                </a:spcAft>
                <a:buClr>
                  <a:srgbClr val="800000"/>
                </a:buClr>
                <a:buSzPct val="130000"/>
                <a:buChar char="•"/>
                <a:defRPr kumimoji="1" sz="2800">
                  <a:solidFill>
                    <a:srgbClr val="000066"/>
                  </a:solidFill>
                  <a:latin typeface="Times New Roman" pitchFamily="18" charset="0"/>
                  <a:ea typeface="新細明體" charset="-120"/>
                </a:defRPr>
              </a:lvl2pPr>
              <a:lvl3pPr marL="1143000" indent="-228600" algn="l" defTabSz="1060450" eaLnBrk="0" hangingPunct="0">
                <a:spcAft>
                  <a:spcPct val="30000"/>
                </a:spcAft>
                <a:buFont typeface="Wingdings" pitchFamily="2" charset="2"/>
                <a:buChar char="Ø"/>
                <a:defRPr kumimoji="1" sz="2400" b="1">
                  <a:solidFill>
                    <a:srgbClr val="000066"/>
                  </a:solidFill>
                  <a:latin typeface="Times New Roman" pitchFamily="18" charset="0"/>
                  <a:ea typeface="新細明體" charset="-120"/>
                </a:defRPr>
              </a:lvl3pPr>
              <a:lvl4pPr marL="1600200" indent="-228600" algn="l" defTabSz="1060450" eaLnBrk="0" hangingPunct="0">
                <a:spcBef>
                  <a:spcPct val="20000"/>
                </a:spcBef>
                <a:buChar char="–"/>
                <a:defRPr kumimoji="1" sz="2000">
                  <a:solidFill>
                    <a:schemeClr val="tx1"/>
                  </a:solidFill>
                  <a:latin typeface="Times New Roman" pitchFamily="18" charset="0"/>
                  <a:ea typeface="新細明體" charset="-120"/>
                </a:defRPr>
              </a:lvl4pPr>
              <a:lvl5pPr marL="2057400" indent="-228600" algn="l" defTabSz="1060450" eaLnBrk="0" hangingPunct="0">
                <a:spcBef>
                  <a:spcPct val="20000"/>
                </a:spcBef>
                <a:buChar char="•"/>
                <a:defRPr kumimoji="1" sz="2000">
                  <a:solidFill>
                    <a:schemeClr val="tx1"/>
                  </a:solidFill>
                  <a:latin typeface="Times New Roman" pitchFamily="18" charset="0"/>
                  <a:ea typeface="新細明體" charset="-120"/>
                </a:defRPr>
              </a:lvl5pPr>
              <a:lvl6pPr marL="2514600" indent="-228600" defTabSz="106045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6pPr>
              <a:lvl7pPr marL="2971800" indent="-228600" defTabSz="106045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7pPr>
              <a:lvl8pPr marL="3429000" indent="-228600" defTabSz="106045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8pPr>
              <a:lvl9pPr marL="3886200" indent="-228600" defTabSz="106045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9pPr>
            </a:lstStyle>
            <a:p>
              <a:pPr>
                <a:spcAft>
                  <a:spcPct val="0"/>
                </a:spcAft>
                <a:buClrTx/>
                <a:buFontTx/>
                <a:buNone/>
              </a:pPr>
              <a:r>
                <a:rPr kumimoji="0" lang="en-US" altLang="zh-TW" sz="2000" dirty="0">
                  <a:solidFill>
                    <a:srgbClr val="FF0000"/>
                  </a:solidFill>
                  <a:ea typeface="新細明體" charset="-120"/>
                </a:rPr>
                <a:t>3. </a:t>
              </a:r>
              <a:r>
                <a:rPr kumimoji="0" lang="zh-TW" altLang="en-US" sz="2000" dirty="0">
                  <a:solidFill>
                    <a:srgbClr val="FF0000"/>
                  </a:solidFill>
                </a:rPr>
                <a:t>關鍵警報、操作人員監控</a:t>
              </a:r>
            </a:p>
            <a:p>
              <a:pPr>
                <a:spcAft>
                  <a:spcPct val="0"/>
                </a:spcAft>
                <a:buClrTx/>
                <a:buFontTx/>
                <a:buNone/>
              </a:pPr>
              <a:r>
                <a:rPr kumimoji="0" lang="zh-TW" altLang="en-US" sz="2000" dirty="0">
                  <a:solidFill>
                    <a:srgbClr val="FF0000"/>
                  </a:solidFill>
                </a:rPr>
                <a:t>   、手動方式介入</a:t>
              </a:r>
              <a:r>
                <a:rPr kumimoji="0" lang="en-US" altLang="zh-TW" sz="2000" dirty="0">
                  <a:solidFill>
                    <a:srgbClr val="FF0000"/>
                  </a:solidFill>
                </a:rPr>
                <a:t>/</a:t>
              </a:r>
              <a:r>
                <a:rPr kumimoji="0" lang="zh-TW" altLang="en-US" sz="2000" dirty="0">
                  <a:solidFill>
                    <a:srgbClr val="FF0000"/>
                  </a:solidFill>
                </a:rPr>
                <a:t>操作</a:t>
              </a:r>
            </a:p>
          </p:txBody>
        </p:sp>
        <p:sp>
          <p:nvSpPr>
            <p:cNvPr id="8208" name="Text Box 18"/>
            <p:cNvSpPr txBox="1">
              <a:spLocks noChangeArrowheads="1"/>
            </p:cNvSpPr>
            <p:nvPr/>
          </p:nvSpPr>
          <p:spPr bwMode="auto">
            <a:xfrm>
              <a:off x="3940784" y="4735514"/>
              <a:ext cx="1772387" cy="6303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106098" tIns="53049" rIns="106098" bIns="53049">
              <a:spAutoFit/>
            </a:bodyPr>
            <a:lstStyle>
              <a:lvl1pPr algn="l" defTabSz="1060450" eaLnBrk="0" hangingPunct="0">
                <a:spcAft>
                  <a:spcPct val="30000"/>
                </a:spcAft>
                <a:buClr>
                  <a:srgbClr val="993366"/>
                </a:buClr>
                <a:buFont typeface="Wingdings" pitchFamily="2" charset="2"/>
                <a:defRPr kumimoji="1" sz="3200" b="1">
                  <a:solidFill>
                    <a:schemeClr val="tx1"/>
                  </a:solidFill>
                  <a:latin typeface="Times New Roman" pitchFamily="18" charset="0"/>
                  <a:ea typeface="標楷體" pitchFamily="65" charset="-120"/>
                </a:defRPr>
              </a:lvl1pPr>
              <a:lvl2pPr marL="742950" indent="-285750" algn="l" defTabSz="1060450" eaLnBrk="0" hangingPunct="0">
                <a:spcAft>
                  <a:spcPct val="30000"/>
                </a:spcAft>
                <a:buClr>
                  <a:srgbClr val="800000"/>
                </a:buClr>
                <a:buSzPct val="130000"/>
                <a:buChar char="•"/>
                <a:defRPr kumimoji="1" sz="2800">
                  <a:solidFill>
                    <a:srgbClr val="000066"/>
                  </a:solidFill>
                  <a:latin typeface="Times New Roman" pitchFamily="18" charset="0"/>
                  <a:ea typeface="新細明體" charset="-120"/>
                </a:defRPr>
              </a:lvl2pPr>
              <a:lvl3pPr marL="1143000" indent="-228600" algn="l" defTabSz="1060450" eaLnBrk="0" hangingPunct="0">
                <a:spcAft>
                  <a:spcPct val="30000"/>
                </a:spcAft>
                <a:buFont typeface="Wingdings" pitchFamily="2" charset="2"/>
                <a:buChar char="Ø"/>
                <a:defRPr kumimoji="1" sz="2400" b="1">
                  <a:solidFill>
                    <a:srgbClr val="000066"/>
                  </a:solidFill>
                  <a:latin typeface="Times New Roman" pitchFamily="18" charset="0"/>
                  <a:ea typeface="新細明體" charset="-120"/>
                </a:defRPr>
              </a:lvl3pPr>
              <a:lvl4pPr marL="1600200" indent="-228600" algn="l" defTabSz="1060450" eaLnBrk="0" hangingPunct="0">
                <a:spcBef>
                  <a:spcPct val="20000"/>
                </a:spcBef>
                <a:buChar char="–"/>
                <a:defRPr kumimoji="1" sz="2000">
                  <a:solidFill>
                    <a:schemeClr val="tx1"/>
                  </a:solidFill>
                  <a:latin typeface="Times New Roman" pitchFamily="18" charset="0"/>
                  <a:ea typeface="新細明體" charset="-120"/>
                </a:defRPr>
              </a:lvl4pPr>
              <a:lvl5pPr marL="2057400" indent="-228600" algn="l" defTabSz="1060450" eaLnBrk="0" hangingPunct="0">
                <a:spcBef>
                  <a:spcPct val="20000"/>
                </a:spcBef>
                <a:buChar char="•"/>
                <a:defRPr kumimoji="1" sz="2000">
                  <a:solidFill>
                    <a:schemeClr val="tx1"/>
                  </a:solidFill>
                  <a:latin typeface="Times New Roman" pitchFamily="18" charset="0"/>
                  <a:ea typeface="新細明體" charset="-120"/>
                </a:defRPr>
              </a:lvl5pPr>
              <a:lvl6pPr marL="2514600" indent="-228600" defTabSz="106045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6pPr>
              <a:lvl7pPr marL="2971800" indent="-228600" defTabSz="106045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7pPr>
              <a:lvl8pPr marL="3429000" indent="-228600" defTabSz="106045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8pPr>
              <a:lvl9pPr marL="3886200" indent="-228600" defTabSz="106045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9pPr>
            </a:lstStyle>
            <a:p>
              <a:pPr algn="ctr">
                <a:spcAft>
                  <a:spcPct val="0"/>
                </a:spcAft>
                <a:buClrTx/>
                <a:buFontTx/>
                <a:buNone/>
              </a:pPr>
              <a:endParaRPr kumimoji="0" lang="en-US" altLang="zh-TW" sz="1600" b="0">
                <a:solidFill>
                  <a:schemeClr val="accent1"/>
                </a:solidFill>
                <a:ea typeface="新細明體" charset="-120"/>
              </a:endParaRPr>
            </a:p>
            <a:p>
              <a:pPr algn="ctr">
                <a:spcAft>
                  <a:spcPct val="0"/>
                </a:spcAft>
                <a:buClrTx/>
                <a:buFontTx/>
                <a:buNone/>
              </a:pPr>
              <a:r>
                <a:rPr kumimoji="0" lang="en-US" altLang="zh-TW" sz="1800">
                  <a:solidFill>
                    <a:srgbClr val="008000"/>
                  </a:solidFill>
                  <a:ea typeface="新細明體" charset="-120"/>
                </a:rPr>
                <a:t>4.</a:t>
              </a:r>
              <a:r>
                <a:rPr kumimoji="0" lang="zh-TW" altLang="en-US" sz="1800">
                  <a:solidFill>
                    <a:srgbClr val="008000"/>
                  </a:solidFill>
                </a:rPr>
                <a:t>安全儀控系統</a:t>
              </a:r>
            </a:p>
          </p:txBody>
        </p:sp>
        <p:sp>
          <p:nvSpPr>
            <p:cNvPr id="8209" name="Text Box 19"/>
            <p:cNvSpPr txBox="1">
              <a:spLocks noChangeArrowheads="1"/>
            </p:cNvSpPr>
            <p:nvPr/>
          </p:nvSpPr>
          <p:spPr bwMode="auto">
            <a:xfrm>
              <a:off x="2613903" y="1697039"/>
              <a:ext cx="2676481" cy="3841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106098" tIns="53049" rIns="106098" bIns="53049">
              <a:spAutoFit/>
            </a:bodyPr>
            <a:lstStyle>
              <a:lvl1pPr algn="l" defTabSz="1060450" eaLnBrk="0" hangingPunct="0">
                <a:spcAft>
                  <a:spcPct val="30000"/>
                </a:spcAft>
                <a:buClr>
                  <a:srgbClr val="993366"/>
                </a:buClr>
                <a:buFont typeface="Wingdings" pitchFamily="2" charset="2"/>
                <a:defRPr kumimoji="1" sz="3200" b="1">
                  <a:solidFill>
                    <a:schemeClr val="tx1"/>
                  </a:solidFill>
                  <a:latin typeface="Times New Roman" pitchFamily="18" charset="0"/>
                  <a:ea typeface="標楷體" pitchFamily="65" charset="-120"/>
                </a:defRPr>
              </a:lvl1pPr>
              <a:lvl2pPr marL="742950" indent="-285750" algn="l" defTabSz="1060450" eaLnBrk="0" hangingPunct="0">
                <a:spcAft>
                  <a:spcPct val="30000"/>
                </a:spcAft>
                <a:buClr>
                  <a:srgbClr val="800000"/>
                </a:buClr>
                <a:buSzPct val="130000"/>
                <a:buChar char="•"/>
                <a:defRPr kumimoji="1" sz="2800">
                  <a:solidFill>
                    <a:srgbClr val="000066"/>
                  </a:solidFill>
                  <a:latin typeface="Times New Roman" pitchFamily="18" charset="0"/>
                  <a:ea typeface="新細明體" charset="-120"/>
                </a:defRPr>
              </a:lvl2pPr>
              <a:lvl3pPr marL="1143000" indent="-228600" algn="l" defTabSz="1060450" eaLnBrk="0" hangingPunct="0">
                <a:spcAft>
                  <a:spcPct val="30000"/>
                </a:spcAft>
                <a:buFont typeface="Wingdings" pitchFamily="2" charset="2"/>
                <a:buChar char="Ø"/>
                <a:defRPr kumimoji="1" sz="2400" b="1">
                  <a:solidFill>
                    <a:srgbClr val="000066"/>
                  </a:solidFill>
                  <a:latin typeface="Times New Roman" pitchFamily="18" charset="0"/>
                  <a:ea typeface="新細明體" charset="-120"/>
                </a:defRPr>
              </a:lvl3pPr>
              <a:lvl4pPr marL="1600200" indent="-228600" algn="l" defTabSz="1060450" eaLnBrk="0" hangingPunct="0">
                <a:spcBef>
                  <a:spcPct val="20000"/>
                </a:spcBef>
                <a:buChar char="–"/>
                <a:defRPr kumimoji="1" sz="2000">
                  <a:solidFill>
                    <a:schemeClr val="tx1"/>
                  </a:solidFill>
                  <a:latin typeface="Times New Roman" pitchFamily="18" charset="0"/>
                  <a:ea typeface="新細明體" charset="-120"/>
                </a:defRPr>
              </a:lvl4pPr>
              <a:lvl5pPr marL="2057400" indent="-228600" algn="l" defTabSz="1060450" eaLnBrk="0" hangingPunct="0">
                <a:spcBef>
                  <a:spcPct val="20000"/>
                </a:spcBef>
                <a:buChar char="•"/>
                <a:defRPr kumimoji="1" sz="2000">
                  <a:solidFill>
                    <a:schemeClr val="tx1"/>
                  </a:solidFill>
                  <a:latin typeface="Times New Roman" pitchFamily="18" charset="0"/>
                  <a:ea typeface="新細明體" charset="-120"/>
                </a:defRPr>
              </a:lvl5pPr>
              <a:lvl6pPr marL="2514600" indent="-228600" defTabSz="106045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6pPr>
              <a:lvl7pPr marL="2971800" indent="-228600" defTabSz="106045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7pPr>
              <a:lvl8pPr marL="3429000" indent="-228600" defTabSz="106045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8pPr>
              <a:lvl9pPr marL="3886200" indent="-228600" defTabSz="106045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9pPr>
            </a:lstStyle>
            <a:p>
              <a:pPr algn="ctr">
                <a:spcAft>
                  <a:spcPct val="0"/>
                </a:spcAft>
                <a:buClrTx/>
                <a:buFontTx/>
                <a:buNone/>
              </a:pPr>
              <a:r>
                <a:rPr kumimoji="0" lang="en-US" altLang="zh-TW" sz="1800">
                  <a:solidFill>
                    <a:srgbClr val="666699"/>
                  </a:solidFill>
                </a:rPr>
                <a:t>5. </a:t>
              </a:r>
              <a:r>
                <a:rPr kumimoji="0" lang="zh-TW" altLang="en-US" sz="1800">
                  <a:solidFill>
                    <a:srgbClr val="666699"/>
                  </a:solidFill>
                </a:rPr>
                <a:t>物理性防護</a:t>
              </a:r>
              <a:r>
                <a:rPr kumimoji="0" lang="en-US" altLang="zh-TW" sz="1800">
                  <a:solidFill>
                    <a:srgbClr val="666699"/>
                  </a:solidFill>
                </a:rPr>
                <a:t>(</a:t>
              </a:r>
              <a:r>
                <a:rPr kumimoji="0" lang="zh-TW" altLang="en-US" sz="1800">
                  <a:solidFill>
                    <a:srgbClr val="666699"/>
                  </a:solidFill>
                </a:rPr>
                <a:t>排放系統</a:t>
              </a:r>
              <a:r>
                <a:rPr kumimoji="0" lang="en-US" altLang="zh-TW" sz="1800">
                  <a:solidFill>
                    <a:srgbClr val="666699"/>
                  </a:solidFill>
                </a:rPr>
                <a:t>)</a:t>
              </a:r>
            </a:p>
          </p:txBody>
        </p:sp>
        <p:sp>
          <p:nvSpPr>
            <p:cNvPr id="8210" name="Text Box 20"/>
            <p:cNvSpPr txBox="1">
              <a:spLocks noChangeArrowheads="1"/>
            </p:cNvSpPr>
            <p:nvPr/>
          </p:nvSpPr>
          <p:spPr bwMode="auto">
            <a:xfrm>
              <a:off x="3561286" y="5456239"/>
              <a:ext cx="2522592" cy="6303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106098" tIns="53049" rIns="106098" bIns="53049">
              <a:spAutoFit/>
            </a:bodyPr>
            <a:lstStyle>
              <a:lvl1pPr algn="l" defTabSz="1060450" eaLnBrk="0" hangingPunct="0">
                <a:spcAft>
                  <a:spcPct val="30000"/>
                </a:spcAft>
                <a:buClr>
                  <a:srgbClr val="993366"/>
                </a:buClr>
                <a:buFont typeface="Wingdings" pitchFamily="2" charset="2"/>
                <a:defRPr kumimoji="1" sz="3200" b="1">
                  <a:solidFill>
                    <a:schemeClr val="tx1"/>
                  </a:solidFill>
                  <a:latin typeface="Times New Roman" pitchFamily="18" charset="0"/>
                  <a:ea typeface="標楷體" pitchFamily="65" charset="-120"/>
                </a:defRPr>
              </a:lvl1pPr>
              <a:lvl2pPr marL="742950" indent="-285750" algn="l" defTabSz="1060450" eaLnBrk="0" hangingPunct="0">
                <a:spcAft>
                  <a:spcPct val="30000"/>
                </a:spcAft>
                <a:buClr>
                  <a:srgbClr val="800000"/>
                </a:buClr>
                <a:buSzPct val="130000"/>
                <a:buChar char="•"/>
                <a:defRPr kumimoji="1" sz="2800">
                  <a:solidFill>
                    <a:srgbClr val="000066"/>
                  </a:solidFill>
                  <a:latin typeface="Times New Roman" pitchFamily="18" charset="0"/>
                  <a:ea typeface="新細明體" charset="-120"/>
                </a:defRPr>
              </a:lvl2pPr>
              <a:lvl3pPr marL="1143000" indent="-228600" algn="l" defTabSz="1060450" eaLnBrk="0" hangingPunct="0">
                <a:spcAft>
                  <a:spcPct val="30000"/>
                </a:spcAft>
                <a:buFont typeface="Wingdings" pitchFamily="2" charset="2"/>
                <a:buChar char="Ø"/>
                <a:defRPr kumimoji="1" sz="2400" b="1">
                  <a:solidFill>
                    <a:srgbClr val="000066"/>
                  </a:solidFill>
                  <a:latin typeface="Times New Roman" pitchFamily="18" charset="0"/>
                  <a:ea typeface="新細明體" charset="-120"/>
                </a:defRPr>
              </a:lvl3pPr>
              <a:lvl4pPr marL="1600200" indent="-228600" algn="l" defTabSz="1060450" eaLnBrk="0" hangingPunct="0">
                <a:spcBef>
                  <a:spcPct val="20000"/>
                </a:spcBef>
                <a:buChar char="–"/>
                <a:defRPr kumimoji="1" sz="2000">
                  <a:solidFill>
                    <a:schemeClr val="tx1"/>
                  </a:solidFill>
                  <a:latin typeface="Times New Roman" pitchFamily="18" charset="0"/>
                  <a:ea typeface="新細明體" charset="-120"/>
                </a:defRPr>
              </a:lvl4pPr>
              <a:lvl5pPr marL="2057400" indent="-228600" algn="l" defTabSz="1060450" eaLnBrk="0" hangingPunct="0">
                <a:spcBef>
                  <a:spcPct val="20000"/>
                </a:spcBef>
                <a:buChar char="•"/>
                <a:defRPr kumimoji="1" sz="2000">
                  <a:solidFill>
                    <a:schemeClr val="tx1"/>
                  </a:solidFill>
                  <a:latin typeface="Times New Roman" pitchFamily="18" charset="0"/>
                  <a:ea typeface="新細明體" charset="-120"/>
                </a:defRPr>
              </a:lvl5pPr>
              <a:lvl6pPr marL="2514600" indent="-228600" defTabSz="106045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6pPr>
              <a:lvl7pPr marL="2971800" indent="-228600" defTabSz="106045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7pPr>
              <a:lvl8pPr marL="3429000" indent="-228600" defTabSz="106045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8pPr>
              <a:lvl9pPr marL="3886200" indent="-228600" defTabSz="106045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9pPr>
            </a:lstStyle>
            <a:p>
              <a:pPr algn="ctr">
                <a:spcAft>
                  <a:spcPct val="0"/>
                </a:spcAft>
                <a:buClrTx/>
                <a:buFontTx/>
                <a:buNone/>
              </a:pPr>
              <a:r>
                <a:rPr kumimoji="0" lang="en-US" altLang="zh-TW" sz="1800">
                  <a:solidFill>
                    <a:srgbClr val="800000"/>
                  </a:solidFill>
                  <a:ea typeface="新細明體" charset="-120"/>
                </a:rPr>
                <a:t>6. </a:t>
              </a:r>
              <a:r>
                <a:rPr kumimoji="0" lang="zh-TW" altLang="en-US" sz="1800">
                  <a:solidFill>
                    <a:srgbClr val="800000"/>
                  </a:solidFill>
                  <a:latin typeface="標楷體" pitchFamily="65" charset="-120"/>
                </a:rPr>
                <a:t>物理性防護</a:t>
              </a:r>
              <a:r>
                <a:rPr kumimoji="0" lang="en-US" altLang="zh-TW" sz="1800">
                  <a:solidFill>
                    <a:srgbClr val="800000"/>
                  </a:solidFill>
                  <a:latin typeface="標楷體" pitchFamily="65" charset="-120"/>
                </a:rPr>
                <a:t>(</a:t>
              </a:r>
              <a:r>
                <a:rPr kumimoji="0" lang="zh-TW" altLang="en-US" sz="1800">
                  <a:solidFill>
                    <a:srgbClr val="800000"/>
                  </a:solidFill>
                  <a:latin typeface="標楷體" pitchFamily="65" charset="-120"/>
                </a:rPr>
                <a:t>防溢堤</a:t>
              </a:r>
              <a:r>
                <a:rPr kumimoji="0" lang="en-US" altLang="zh-TW" sz="1800">
                  <a:solidFill>
                    <a:srgbClr val="800000"/>
                  </a:solidFill>
                  <a:latin typeface="標楷體" pitchFamily="65" charset="-120"/>
                </a:rPr>
                <a:t>)</a:t>
              </a:r>
            </a:p>
            <a:p>
              <a:pPr algn="ctr">
                <a:spcAft>
                  <a:spcPct val="0"/>
                </a:spcAft>
                <a:buClrTx/>
                <a:buFontTx/>
                <a:buNone/>
              </a:pPr>
              <a:r>
                <a:rPr kumimoji="0" lang="en-US" altLang="zh-TW" sz="1600">
                  <a:solidFill>
                    <a:srgbClr val="800000"/>
                  </a:solidFill>
                  <a:ea typeface="新細明體" charset="-120"/>
                </a:rPr>
                <a:t> </a:t>
              </a:r>
            </a:p>
          </p:txBody>
        </p:sp>
        <p:sp>
          <p:nvSpPr>
            <p:cNvPr id="8211" name="Text Box 21"/>
            <p:cNvSpPr txBox="1">
              <a:spLocks noChangeArrowheads="1"/>
            </p:cNvSpPr>
            <p:nvPr/>
          </p:nvSpPr>
          <p:spPr bwMode="auto">
            <a:xfrm>
              <a:off x="2239926" y="1058863"/>
              <a:ext cx="1830095" cy="3841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106098" tIns="53049" rIns="106098" bIns="53049">
              <a:spAutoFit/>
            </a:bodyPr>
            <a:lstStyle>
              <a:lvl1pPr algn="l" defTabSz="1060450" eaLnBrk="0" hangingPunct="0">
                <a:spcAft>
                  <a:spcPct val="30000"/>
                </a:spcAft>
                <a:buClr>
                  <a:srgbClr val="993366"/>
                </a:buClr>
                <a:buFont typeface="Wingdings" pitchFamily="2" charset="2"/>
                <a:defRPr kumimoji="1" sz="3200" b="1">
                  <a:solidFill>
                    <a:schemeClr val="tx1"/>
                  </a:solidFill>
                  <a:latin typeface="Times New Roman" pitchFamily="18" charset="0"/>
                  <a:ea typeface="標楷體" pitchFamily="65" charset="-120"/>
                </a:defRPr>
              </a:lvl1pPr>
              <a:lvl2pPr marL="742950" indent="-285750" algn="l" defTabSz="1060450" eaLnBrk="0" hangingPunct="0">
                <a:spcAft>
                  <a:spcPct val="30000"/>
                </a:spcAft>
                <a:buClr>
                  <a:srgbClr val="800000"/>
                </a:buClr>
                <a:buSzPct val="130000"/>
                <a:buChar char="•"/>
                <a:defRPr kumimoji="1" sz="2800">
                  <a:solidFill>
                    <a:srgbClr val="000066"/>
                  </a:solidFill>
                  <a:latin typeface="Times New Roman" pitchFamily="18" charset="0"/>
                  <a:ea typeface="新細明體" charset="-120"/>
                </a:defRPr>
              </a:lvl2pPr>
              <a:lvl3pPr marL="1143000" indent="-228600" algn="l" defTabSz="1060450" eaLnBrk="0" hangingPunct="0">
                <a:spcAft>
                  <a:spcPct val="30000"/>
                </a:spcAft>
                <a:buFont typeface="Wingdings" pitchFamily="2" charset="2"/>
                <a:buChar char="Ø"/>
                <a:defRPr kumimoji="1" sz="2400" b="1">
                  <a:solidFill>
                    <a:srgbClr val="000066"/>
                  </a:solidFill>
                  <a:latin typeface="Times New Roman" pitchFamily="18" charset="0"/>
                  <a:ea typeface="新細明體" charset="-120"/>
                </a:defRPr>
              </a:lvl3pPr>
              <a:lvl4pPr marL="1600200" indent="-228600" algn="l" defTabSz="1060450" eaLnBrk="0" hangingPunct="0">
                <a:spcBef>
                  <a:spcPct val="20000"/>
                </a:spcBef>
                <a:buChar char="–"/>
                <a:defRPr kumimoji="1" sz="2000">
                  <a:solidFill>
                    <a:schemeClr val="tx1"/>
                  </a:solidFill>
                  <a:latin typeface="Times New Roman" pitchFamily="18" charset="0"/>
                  <a:ea typeface="新細明體" charset="-120"/>
                </a:defRPr>
              </a:lvl4pPr>
              <a:lvl5pPr marL="2057400" indent="-228600" algn="l" defTabSz="1060450" eaLnBrk="0" hangingPunct="0">
                <a:spcBef>
                  <a:spcPct val="20000"/>
                </a:spcBef>
                <a:buChar char="•"/>
                <a:defRPr kumimoji="1" sz="2000">
                  <a:solidFill>
                    <a:schemeClr val="tx1"/>
                  </a:solidFill>
                  <a:latin typeface="Times New Roman" pitchFamily="18" charset="0"/>
                  <a:ea typeface="新細明體" charset="-120"/>
                </a:defRPr>
              </a:lvl5pPr>
              <a:lvl6pPr marL="2514600" indent="-228600" defTabSz="106045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6pPr>
              <a:lvl7pPr marL="2971800" indent="-228600" defTabSz="106045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7pPr>
              <a:lvl8pPr marL="3429000" indent="-228600" defTabSz="106045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8pPr>
              <a:lvl9pPr marL="3886200" indent="-228600" defTabSz="106045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9pPr>
            </a:lstStyle>
            <a:p>
              <a:pPr algn="ctr">
                <a:spcAft>
                  <a:spcPct val="0"/>
                </a:spcAft>
                <a:buClrTx/>
                <a:buFontTx/>
                <a:buNone/>
              </a:pPr>
              <a:r>
                <a:rPr kumimoji="0" lang="en-US" altLang="zh-TW" sz="1800">
                  <a:solidFill>
                    <a:srgbClr val="000099"/>
                  </a:solidFill>
                  <a:ea typeface="新細明體" charset="-120"/>
                </a:rPr>
                <a:t>7. </a:t>
              </a:r>
              <a:r>
                <a:rPr kumimoji="0" lang="zh-TW" altLang="en-US" sz="1800">
                  <a:solidFill>
                    <a:srgbClr val="333399"/>
                  </a:solidFill>
                </a:rPr>
                <a:t>廠內緊急應變</a:t>
              </a:r>
            </a:p>
          </p:txBody>
        </p:sp>
        <p:sp>
          <p:nvSpPr>
            <p:cNvPr id="8212" name="Text Box 22"/>
            <p:cNvSpPr txBox="1">
              <a:spLocks noChangeArrowheads="1"/>
            </p:cNvSpPr>
            <p:nvPr/>
          </p:nvSpPr>
          <p:spPr bwMode="auto">
            <a:xfrm>
              <a:off x="1781908" y="5927726"/>
              <a:ext cx="3091962" cy="3841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106098" tIns="53049" rIns="106098" bIns="53049">
              <a:spAutoFit/>
            </a:bodyPr>
            <a:lstStyle>
              <a:lvl1pPr algn="l" defTabSz="1060450" eaLnBrk="0" hangingPunct="0">
                <a:spcAft>
                  <a:spcPct val="30000"/>
                </a:spcAft>
                <a:buClr>
                  <a:srgbClr val="993366"/>
                </a:buClr>
                <a:buFont typeface="Wingdings" pitchFamily="2" charset="2"/>
                <a:defRPr kumimoji="1" sz="3200" b="1">
                  <a:solidFill>
                    <a:schemeClr val="tx1"/>
                  </a:solidFill>
                  <a:latin typeface="Times New Roman" pitchFamily="18" charset="0"/>
                  <a:ea typeface="標楷體" pitchFamily="65" charset="-120"/>
                </a:defRPr>
              </a:lvl1pPr>
              <a:lvl2pPr marL="742950" indent="-285750" algn="l" defTabSz="1060450" eaLnBrk="0" hangingPunct="0">
                <a:spcAft>
                  <a:spcPct val="30000"/>
                </a:spcAft>
                <a:buClr>
                  <a:srgbClr val="800000"/>
                </a:buClr>
                <a:buSzPct val="130000"/>
                <a:buChar char="•"/>
                <a:defRPr kumimoji="1" sz="2800">
                  <a:solidFill>
                    <a:srgbClr val="000066"/>
                  </a:solidFill>
                  <a:latin typeface="Times New Roman" pitchFamily="18" charset="0"/>
                  <a:ea typeface="新細明體" charset="-120"/>
                </a:defRPr>
              </a:lvl2pPr>
              <a:lvl3pPr marL="1143000" indent="-228600" algn="l" defTabSz="1060450" eaLnBrk="0" hangingPunct="0">
                <a:spcAft>
                  <a:spcPct val="30000"/>
                </a:spcAft>
                <a:buFont typeface="Wingdings" pitchFamily="2" charset="2"/>
                <a:buChar char="Ø"/>
                <a:defRPr kumimoji="1" sz="2400" b="1">
                  <a:solidFill>
                    <a:srgbClr val="000066"/>
                  </a:solidFill>
                  <a:latin typeface="Times New Roman" pitchFamily="18" charset="0"/>
                  <a:ea typeface="新細明體" charset="-120"/>
                </a:defRPr>
              </a:lvl3pPr>
              <a:lvl4pPr marL="1600200" indent="-228600" algn="l" defTabSz="1060450" eaLnBrk="0" hangingPunct="0">
                <a:spcBef>
                  <a:spcPct val="20000"/>
                </a:spcBef>
                <a:buChar char="–"/>
                <a:defRPr kumimoji="1" sz="2000">
                  <a:solidFill>
                    <a:schemeClr val="tx1"/>
                  </a:solidFill>
                  <a:latin typeface="Times New Roman" pitchFamily="18" charset="0"/>
                  <a:ea typeface="新細明體" charset="-120"/>
                </a:defRPr>
              </a:lvl4pPr>
              <a:lvl5pPr marL="2057400" indent="-228600" algn="l" defTabSz="1060450" eaLnBrk="0" hangingPunct="0">
                <a:spcBef>
                  <a:spcPct val="20000"/>
                </a:spcBef>
                <a:buChar char="•"/>
                <a:defRPr kumimoji="1" sz="2000">
                  <a:solidFill>
                    <a:schemeClr val="tx1"/>
                  </a:solidFill>
                  <a:latin typeface="Times New Roman" pitchFamily="18" charset="0"/>
                  <a:ea typeface="新細明體" charset="-120"/>
                </a:defRPr>
              </a:lvl5pPr>
              <a:lvl6pPr marL="2514600" indent="-228600" defTabSz="106045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6pPr>
              <a:lvl7pPr marL="2971800" indent="-228600" defTabSz="106045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7pPr>
              <a:lvl8pPr marL="3429000" indent="-228600" defTabSz="106045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8pPr>
              <a:lvl9pPr marL="3886200" indent="-228600" defTabSz="106045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9pPr>
            </a:lstStyle>
            <a:p>
              <a:pPr algn="ctr">
                <a:spcAft>
                  <a:spcPct val="0"/>
                </a:spcAft>
                <a:buClrTx/>
                <a:buFontTx/>
                <a:buNone/>
              </a:pPr>
              <a:r>
                <a:rPr kumimoji="0" lang="en-US" altLang="zh-TW" sz="1800">
                  <a:solidFill>
                    <a:srgbClr val="663300"/>
                  </a:solidFill>
                  <a:ea typeface="新細明體" charset="-120"/>
                </a:rPr>
                <a:t>8.</a:t>
              </a:r>
              <a:r>
                <a:rPr kumimoji="0" lang="zh-TW" altLang="zh-TW" sz="1800">
                  <a:solidFill>
                    <a:srgbClr val="663300"/>
                  </a:solidFill>
                </a:rPr>
                <a:t>社區</a:t>
              </a:r>
              <a:r>
                <a:rPr kumimoji="0" lang="zh-TW" altLang="en-US" sz="1800">
                  <a:solidFill>
                    <a:srgbClr val="663300"/>
                  </a:solidFill>
                </a:rPr>
                <a:t>緊急應變</a:t>
              </a:r>
            </a:p>
          </p:txBody>
        </p:sp>
      </p:grpSp>
    </p:spTree>
    <p:custDataLst>
      <p:tags r:id="rId2"/>
    </p:custDataLst>
    <p:extLst>
      <p:ext uri="{BB962C8B-B14F-4D97-AF65-F5344CB8AC3E}">
        <p14:creationId xmlns:p14="http://schemas.microsoft.com/office/powerpoint/2010/main" val="1080881636"/>
      </p:ext>
    </p:extLst>
  </p:cSld>
  <p:clrMapOvr>
    <a:masterClrMapping/>
  </p:clrMapOvr>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投影片編號版面配置區 3"/>
          <p:cNvSpPr>
            <a:spLocks noGrp="1"/>
          </p:cNvSpPr>
          <p:nvPr>
            <p:ph type="sldNum" sz="quarter" idx="10"/>
          </p:nvPr>
        </p:nvSpPr>
        <p:spPr>
          <a:noFill/>
        </p:spPr>
        <p:txBody>
          <a:bodyPr/>
          <a:lstStyle>
            <a:lvl1pPr algn="l" eaLnBrk="0" hangingPunct="0">
              <a:spcAft>
                <a:spcPct val="30000"/>
              </a:spcAft>
              <a:buClr>
                <a:srgbClr val="993366"/>
              </a:buClr>
              <a:buFont typeface="Wingdings" pitchFamily="2" charset="2"/>
              <a:defRPr kumimoji="1" sz="3200" b="1">
                <a:solidFill>
                  <a:schemeClr val="tx1"/>
                </a:solidFill>
                <a:latin typeface="Times New Roman" pitchFamily="18" charset="0"/>
                <a:ea typeface="標楷體" pitchFamily="65" charset="-120"/>
              </a:defRPr>
            </a:lvl1pPr>
            <a:lvl2pPr marL="742950" indent="-285750" algn="l" eaLnBrk="0" hangingPunct="0">
              <a:spcAft>
                <a:spcPct val="30000"/>
              </a:spcAft>
              <a:buClr>
                <a:srgbClr val="800000"/>
              </a:buClr>
              <a:buSzPct val="130000"/>
              <a:buChar char="•"/>
              <a:defRPr kumimoji="1" sz="2800">
                <a:solidFill>
                  <a:srgbClr val="000066"/>
                </a:solidFill>
                <a:latin typeface="Times New Roman" pitchFamily="18" charset="0"/>
                <a:ea typeface="新細明體" charset="-120"/>
              </a:defRPr>
            </a:lvl2pPr>
            <a:lvl3pPr marL="1143000" indent="-228600" algn="l" eaLnBrk="0" hangingPunct="0">
              <a:spcAft>
                <a:spcPct val="30000"/>
              </a:spcAft>
              <a:buFont typeface="Wingdings" pitchFamily="2" charset="2"/>
              <a:buChar char="Ø"/>
              <a:defRPr kumimoji="1" sz="2400" b="1">
                <a:solidFill>
                  <a:srgbClr val="000066"/>
                </a:solidFill>
                <a:latin typeface="Times New Roman" pitchFamily="18" charset="0"/>
                <a:ea typeface="新細明體" charset="-120"/>
              </a:defRPr>
            </a:lvl3pPr>
            <a:lvl4pPr marL="1600200" indent="-228600" algn="l" eaLnBrk="0" hangingPunct="0">
              <a:spcBef>
                <a:spcPct val="20000"/>
              </a:spcBef>
              <a:buChar char="–"/>
              <a:defRPr kumimoji="1" sz="2000">
                <a:solidFill>
                  <a:schemeClr val="tx1"/>
                </a:solidFill>
                <a:latin typeface="Times New Roman" pitchFamily="18" charset="0"/>
                <a:ea typeface="新細明體" charset="-120"/>
              </a:defRPr>
            </a:lvl4pPr>
            <a:lvl5pPr marL="2057400" indent="-228600" algn="l" eaLnBrk="0" hangingPunct="0">
              <a:spcBef>
                <a:spcPct val="20000"/>
              </a:spcBef>
              <a:buChar char="•"/>
              <a:defRPr kumimoji="1" sz="2000">
                <a:solidFill>
                  <a:schemeClr val="tx1"/>
                </a:solidFill>
                <a:latin typeface="Times New Roman" pitchFamily="18" charset="0"/>
                <a:ea typeface="新細明體" charset="-120"/>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9pPr>
          </a:lstStyle>
          <a:p>
            <a:pPr algn="ctr">
              <a:spcAft>
                <a:spcPct val="0"/>
              </a:spcAft>
              <a:buClrTx/>
              <a:buFontTx/>
              <a:buNone/>
            </a:pPr>
            <a:fld id="{7D67F0A6-68C9-45D1-BEFA-8F2F263333C6}" type="slidenum">
              <a:rPr lang="en-US" altLang="zh-TW" sz="1400" b="0" smtClean="0">
                <a:latin typeface="細明體" pitchFamily="49" charset="-120"/>
                <a:ea typeface="細明體" pitchFamily="49" charset="-120"/>
              </a:rPr>
              <a:pPr algn="ctr">
                <a:spcAft>
                  <a:spcPct val="0"/>
                </a:spcAft>
                <a:buClrTx/>
                <a:buFontTx/>
                <a:buNone/>
              </a:pPr>
              <a:t>9</a:t>
            </a:fld>
            <a:endParaRPr lang="en-US" altLang="zh-TW" sz="1400" b="0" smtClean="0">
              <a:latin typeface="細明體" pitchFamily="49" charset="-120"/>
              <a:ea typeface="細明體" pitchFamily="49" charset="-120"/>
            </a:endParaRPr>
          </a:p>
        </p:txBody>
      </p:sp>
      <p:sp>
        <p:nvSpPr>
          <p:cNvPr id="9219" name="Rectangle 2"/>
          <p:cNvSpPr>
            <a:spLocks noGrp="1" noChangeArrowheads="1"/>
          </p:cNvSpPr>
          <p:nvPr>
            <p:ph type="title"/>
          </p:nvPr>
        </p:nvSpPr>
        <p:spPr>
          <a:xfrm>
            <a:off x="710534" y="941413"/>
            <a:ext cx="7772400" cy="687387"/>
          </a:xfrm>
        </p:spPr>
        <p:txBody>
          <a:bodyPr/>
          <a:lstStyle/>
          <a:p>
            <a:pPr eaLnBrk="1" hangingPunct="1"/>
            <a:r>
              <a:rPr lang="zh-TW" altLang="en-US" sz="3600" b="1" dirty="0" smtClean="0">
                <a:solidFill>
                  <a:schemeClr val="tx1"/>
                </a:solidFill>
                <a:ea typeface="標楷體" pitchFamily="65" charset="-120"/>
              </a:rPr>
              <a:t>保護層基本概念</a:t>
            </a:r>
          </a:p>
        </p:txBody>
      </p:sp>
      <p:grpSp>
        <p:nvGrpSpPr>
          <p:cNvPr id="9220" name="Group 3"/>
          <p:cNvGrpSpPr>
            <a:grpSpLocks noChangeAspect="1"/>
          </p:cNvGrpSpPr>
          <p:nvPr/>
        </p:nvGrpSpPr>
        <p:grpSpPr bwMode="auto">
          <a:xfrm>
            <a:off x="493836" y="1662112"/>
            <a:ext cx="8700648" cy="4702175"/>
            <a:chOff x="171" y="436"/>
            <a:chExt cx="5978" cy="3669"/>
          </a:xfrm>
        </p:grpSpPr>
        <p:sp>
          <p:nvSpPr>
            <p:cNvPr id="9223" name="AutoShape 4"/>
            <p:cNvSpPr>
              <a:spLocks noChangeAspect="1" noChangeArrowheads="1" noTextEdit="1"/>
            </p:cNvSpPr>
            <p:nvPr/>
          </p:nvSpPr>
          <p:spPr bwMode="auto">
            <a:xfrm>
              <a:off x="171" y="436"/>
              <a:ext cx="5799" cy="34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TW" altLang="en-US"/>
            </a:p>
          </p:txBody>
        </p:sp>
        <p:sp>
          <p:nvSpPr>
            <p:cNvPr id="9224" name="Rectangle 5"/>
            <p:cNvSpPr>
              <a:spLocks noChangeArrowheads="1"/>
            </p:cNvSpPr>
            <p:nvPr/>
          </p:nvSpPr>
          <p:spPr bwMode="auto">
            <a:xfrm>
              <a:off x="2112" y="787"/>
              <a:ext cx="3833" cy="364"/>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Aft>
                  <a:spcPct val="30000"/>
                </a:spcAft>
                <a:buClr>
                  <a:srgbClr val="993366"/>
                </a:buClr>
                <a:buFont typeface="Wingdings" pitchFamily="2" charset="2"/>
                <a:defRPr kumimoji="1" sz="3200" b="1">
                  <a:solidFill>
                    <a:schemeClr val="tx1"/>
                  </a:solidFill>
                  <a:latin typeface="Times New Roman" pitchFamily="18" charset="0"/>
                  <a:ea typeface="標楷體" pitchFamily="65" charset="-120"/>
                </a:defRPr>
              </a:lvl1pPr>
              <a:lvl2pPr marL="742950" indent="-285750" algn="l" eaLnBrk="0" hangingPunct="0">
                <a:spcAft>
                  <a:spcPct val="30000"/>
                </a:spcAft>
                <a:buClr>
                  <a:srgbClr val="800000"/>
                </a:buClr>
                <a:buSzPct val="130000"/>
                <a:buChar char="•"/>
                <a:defRPr kumimoji="1" sz="2800">
                  <a:solidFill>
                    <a:srgbClr val="000066"/>
                  </a:solidFill>
                  <a:latin typeface="Times New Roman" pitchFamily="18" charset="0"/>
                  <a:ea typeface="新細明體" charset="-120"/>
                </a:defRPr>
              </a:lvl2pPr>
              <a:lvl3pPr marL="1143000" indent="-228600" algn="l" eaLnBrk="0" hangingPunct="0">
                <a:spcAft>
                  <a:spcPct val="30000"/>
                </a:spcAft>
                <a:buFont typeface="Wingdings" pitchFamily="2" charset="2"/>
                <a:buChar char="Ø"/>
                <a:defRPr kumimoji="1" sz="2400" b="1">
                  <a:solidFill>
                    <a:srgbClr val="000066"/>
                  </a:solidFill>
                  <a:latin typeface="Times New Roman" pitchFamily="18" charset="0"/>
                  <a:ea typeface="新細明體" charset="-120"/>
                </a:defRPr>
              </a:lvl3pPr>
              <a:lvl4pPr marL="1600200" indent="-228600" algn="l" eaLnBrk="0" hangingPunct="0">
                <a:spcBef>
                  <a:spcPct val="20000"/>
                </a:spcBef>
                <a:buChar char="–"/>
                <a:defRPr kumimoji="1" sz="2000">
                  <a:solidFill>
                    <a:schemeClr val="tx1"/>
                  </a:solidFill>
                  <a:latin typeface="Times New Roman" pitchFamily="18" charset="0"/>
                  <a:ea typeface="新細明體" charset="-120"/>
                </a:defRPr>
              </a:lvl4pPr>
              <a:lvl5pPr marL="2057400" indent="-228600" algn="l" eaLnBrk="0" hangingPunct="0">
                <a:spcBef>
                  <a:spcPct val="20000"/>
                </a:spcBef>
                <a:buChar char="•"/>
                <a:defRPr kumimoji="1" sz="2000">
                  <a:solidFill>
                    <a:schemeClr val="tx1"/>
                  </a:solidFill>
                  <a:latin typeface="Times New Roman" pitchFamily="18" charset="0"/>
                  <a:ea typeface="新細明體" charset="-120"/>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9pPr>
            </a:lstStyle>
            <a:p>
              <a:pPr algn="ctr" eaLnBrk="1" hangingPunct="1">
                <a:spcAft>
                  <a:spcPct val="0"/>
                </a:spcAft>
                <a:buClrTx/>
                <a:buFontTx/>
                <a:buNone/>
              </a:pPr>
              <a:endParaRPr lang="zh-TW" altLang="en-US" sz="3600">
                <a:solidFill>
                  <a:srgbClr val="333399"/>
                </a:solidFill>
                <a:ea typeface="新細明體" charset="-120"/>
              </a:endParaRPr>
            </a:p>
          </p:txBody>
        </p:sp>
        <p:sp>
          <p:nvSpPr>
            <p:cNvPr id="9225" name="Rectangle 6"/>
            <p:cNvSpPr>
              <a:spLocks noChangeArrowheads="1"/>
            </p:cNvSpPr>
            <p:nvPr/>
          </p:nvSpPr>
          <p:spPr bwMode="auto">
            <a:xfrm>
              <a:off x="2112" y="787"/>
              <a:ext cx="3833" cy="364"/>
            </a:xfrm>
            <a:prstGeom prst="rect">
              <a:avLst/>
            </a:prstGeom>
            <a:noFill/>
            <a:ln w="15875"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lgn="l" eaLnBrk="0" hangingPunct="0">
                <a:spcAft>
                  <a:spcPct val="30000"/>
                </a:spcAft>
                <a:buClr>
                  <a:srgbClr val="993366"/>
                </a:buClr>
                <a:buFont typeface="Wingdings" pitchFamily="2" charset="2"/>
                <a:defRPr kumimoji="1" sz="3200" b="1">
                  <a:solidFill>
                    <a:schemeClr val="tx1"/>
                  </a:solidFill>
                  <a:latin typeface="Times New Roman" pitchFamily="18" charset="0"/>
                  <a:ea typeface="標楷體" pitchFamily="65" charset="-120"/>
                </a:defRPr>
              </a:lvl1pPr>
              <a:lvl2pPr marL="742950" indent="-285750" algn="l" eaLnBrk="0" hangingPunct="0">
                <a:spcAft>
                  <a:spcPct val="30000"/>
                </a:spcAft>
                <a:buClr>
                  <a:srgbClr val="800000"/>
                </a:buClr>
                <a:buSzPct val="130000"/>
                <a:buChar char="•"/>
                <a:defRPr kumimoji="1" sz="2800">
                  <a:solidFill>
                    <a:srgbClr val="000066"/>
                  </a:solidFill>
                  <a:latin typeface="Times New Roman" pitchFamily="18" charset="0"/>
                  <a:ea typeface="新細明體" charset="-120"/>
                </a:defRPr>
              </a:lvl2pPr>
              <a:lvl3pPr marL="1143000" indent="-228600" algn="l" eaLnBrk="0" hangingPunct="0">
                <a:spcAft>
                  <a:spcPct val="30000"/>
                </a:spcAft>
                <a:buFont typeface="Wingdings" pitchFamily="2" charset="2"/>
                <a:buChar char="Ø"/>
                <a:defRPr kumimoji="1" sz="2400" b="1">
                  <a:solidFill>
                    <a:srgbClr val="000066"/>
                  </a:solidFill>
                  <a:latin typeface="Times New Roman" pitchFamily="18" charset="0"/>
                  <a:ea typeface="新細明體" charset="-120"/>
                </a:defRPr>
              </a:lvl3pPr>
              <a:lvl4pPr marL="1600200" indent="-228600" algn="l" eaLnBrk="0" hangingPunct="0">
                <a:spcBef>
                  <a:spcPct val="20000"/>
                </a:spcBef>
                <a:buChar char="–"/>
                <a:defRPr kumimoji="1" sz="2000">
                  <a:solidFill>
                    <a:schemeClr val="tx1"/>
                  </a:solidFill>
                  <a:latin typeface="Times New Roman" pitchFamily="18" charset="0"/>
                  <a:ea typeface="新細明體" charset="-120"/>
                </a:defRPr>
              </a:lvl4pPr>
              <a:lvl5pPr marL="2057400" indent="-228600" algn="l" eaLnBrk="0" hangingPunct="0">
                <a:spcBef>
                  <a:spcPct val="20000"/>
                </a:spcBef>
                <a:buChar char="•"/>
                <a:defRPr kumimoji="1" sz="2000">
                  <a:solidFill>
                    <a:schemeClr val="tx1"/>
                  </a:solidFill>
                  <a:latin typeface="Times New Roman" pitchFamily="18" charset="0"/>
                  <a:ea typeface="新細明體" charset="-120"/>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9pPr>
            </a:lstStyle>
            <a:p>
              <a:pPr algn="ctr" eaLnBrk="1" hangingPunct="1">
                <a:spcAft>
                  <a:spcPct val="0"/>
                </a:spcAft>
                <a:buClrTx/>
                <a:buFontTx/>
                <a:buNone/>
              </a:pPr>
              <a:endParaRPr lang="zh-TW" altLang="en-US" sz="3600">
                <a:solidFill>
                  <a:srgbClr val="333399"/>
                </a:solidFill>
                <a:ea typeface="新細明體" charset="-120"/>
              </a:endParaRPr>
            </a:p>
          </p:txBody>
        </p:sp>
        <p:sp>
          <p:nvSpPr>
            <p:cNvPr id="9226" name="Rectangle 7"/>
            <p:cNvSpPr>
              <a:spLocks noChangeArrowheads="1"/>
            </p:cNvSpPr>
            <p:nvPr/>
          </p:nvSpPr>
          <p:spPr bwMode="auto">
            <a:xfrm>
              <a:off x="2349" y="870"/>
              <a:ext cx="3648"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Aft>
                  <a:spcPct val="30000"/>
                </a:spcAft>
                <a:buClr>
                  <a:srgbClr val="993366"/>
                </a:buClr>
                <a:buFont typeface="Wingdings" pitchFamily="2" charset="2"/>
                <a:defRPr kumimoji="1" sz="3200" b="1">
                  <a:solidFill>
                    <a:schemeClr val="tx1"/>
                  </a:solidFill>
                  <a:latin typeface="Times New Roman" pitchFamily="18" charset="0"/>
                  <a:ea typeface="標楷體" pitchFamily="65" charset="-120"/>
                </a:defRPr>
              </a:lvl1pPr>
              <a:lvl2pPr marL="742950" indent="-285750" algn="l" eaLnBrk="0" hangingPunct="0">
                <a:spcAft>
                  <a:spcPct val="30000"/>
                </a:spcAft>
                <a:buClr>
                  <a:srgbClr val="800000"/>
                </a:buClr>
                <a:buSzPct val="130000"/>
                <a:buChar char="•"/>
                <a:defRPr kumimoji="1" sz="2800">
                  <a:solidFill>
                    <a:srgbClr val="000066"/>
                  </a:solidFill>
                  <a:latin typeface="Times New Roman" pitchFamily="18" charset="0"/>
                  <a:ea typeface="新細明體" charset="-120"/>
                </a:defRPr>
              </a:lvl2pPr>
              <a:lvl3pPr marL="1143000" indent="-228600" algn="l" eaLnBrk="0" hangingPunct="0">
                <a:spcAft>
                  <a:spcPct val="30000"/>
                </a:spcAft>
                <a:buFont typeface="Wingdings" pitchFamily="2" charset="2"/>
                <a:buChar char="Ø"/>
                <a:defRPr kumimoji="1" sz="2400" b="1">
                  <a:solidFill>
                    <a:srgbClr val="000066"/>
                  </a:solidFill>
                  <a:latin typeface="Times New Roman" pitchFamily="18" charset="0"/>
                  <a:ea typeface="新細明體" charset="-120"/>
                </a:defRPr>
              </a:lvl3pPr>
              <a:lvl4pPr marL="1600200" indent="-228600" algn="l" eaLnBrk="0" hangingPunct="0">
                <a:spcBef>
                  <a:spcPct val="20000"/>
                </a:spcBef>
                <a:buChar char="–"/>
                <a:defRPr kumimoji="1" sz="2000">
                  <a:solidFill>
                    <a:schemeClr val="tx1"/>
                  </a:solidFill>
                  <a:latin typeface="Times New Roman" pitchFamily="18" charset="0"/>
                  <a:ea typeface="新細明體" charset="-120"/>
                </a:defRPr>
              </a:lvl4pPr>
              <a:lvl5pPr marL="2057400" indent="-228600" algn="l" eaLnBrk="0" hangingPunct="0">
                <a:spcBef>
                  <a:spcPct val="20000"/>
                </a:spcBef>
                <a:buChar char="•"/>
                <a:defRPr kumimoji="1" sz="2000">
                  <a:solidFill>
                    <a:schemeClr val="tx1"/>
                  </a:solidFill>
                  <a:latin typeface="Times New Roman" pitchFamily="18" charset="0"/>
                  <a:ea typeface="新細明體" charset="-120"/>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9pPr>
            </a:lstStyle>
            <a:p>
              <a:pPr algn="ctr" eaLnBrk="1" hangingPunct="1">
                <a:spcAft>
                  <a:spcPct val="0"/>
                </a:spcAft>
                <a:buClrTx/>
                <a:buFontTx/>
                <a:buNone/>
              </a:pPr>
              <a:r>
                <a:rPr lang="en-US" altLang="zh-TW" sz="2400">
                  <a:solidFill>
                    <a:srgbClr val="333399"/>
                  </a:solidFill>
                </a:rPr>
                <a:t>                                         </a:t>
              </a:r>
              <a:r>
                <a:rPr lang="zh-TW" altLang="en-US" sz="2400">
                  <a:solidFill>
                    <a:schemeClr val="bg1"/>
                  </a:solidFill>
                </a:rPr>
                <a:t>緊急應變防護層</a:t>
              </a:r>
            </a:p>
          </p:txBody>
        </p:sp>
        <p:sp>
          <p:nvSpPr>
            <p:cNvPr id="9227" name="Rectangle 8"/>
            <p:cNvSpPr>
              <a:spLocks noChangeArrowheads="1"/>
            </p:cNvSpPr>
            <p:nvPr/>
          </p:nvSpPr>
          <p:spPr bwMode="auto">
            <a:xfrm>
              <a:off x="2112" y="1260"/>
              <a:ext cx="3833" cy="364"/>
            </a:xfrm>
            <a:prstGeom prst="rect">
              <a:avLst/>
            </a:prstGeom>
            <a:solidFill>
              <a:srgbClr val="FF339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Aft>
                  <a:spcPct val="30000"/>
                </a:spcAft>
                <a:buClr>
                  <a:srgbClr val="993366"/>
                </a:buClr>
                <a:buFont typeface="Wingdings" pitchFamily="2" charset="2"/>
                <a:defRPr kumimoji="1" sz="3200" b="1">
                  <a:solidFill>
                    <a:schemeClr val="tx1"/>
                  </a:solidFill>
                  <a:latin typeface="Times New Roman" pitchFamily="18" charset="0"/>
                  <a:ea typeface="標楷體" pitchFamily="65" charset="-120"/>
                </a:defRPr>
              </a:lvl1pPr>
              <a:lvl2pPr marL="742950" indent="-285750" algn="l" eaLnBrk="0" hangingPunct="0">
                <a:spcAft>
                  <a:spcPct val="30000"/>
                </a:spcAft>
                <a:buClr>
                  <a:srgbClr val="800000"/>
                </a:buClr>
                <a:buSzPct val="130000"/>
                <a:buChar char="•"/>
                <a:defRPr kumimoji="1" sz="2800">
                  <a:solidFill>
                    <a:srgbClr val="000066"/>
                  </a:solidFill>
                  <a:latin typeface="Times New Roman" pitchFamily="18" charset="0"/>
                  <a:ea typeface="新細明體" charset="-120"/>
                </a:defRPr>
              </a:lvl2pPr>
              <a:lvl3pPr marL="1143000" indent="-228600" algn="l" eaLnBrk="0" hangingPunct="0">
                <a:spcAft>
                  <a:spcPct val="30000"/>
                </a:spcAft>
                <a:buFont typeface="Wingdings" pitchFamily="2" charset="2"/>
                <a:buChar char="Ø"/>
                <a:defRPr kumimoji="1" sz="2400" b="1">
                  <a:solidFill>
                    <a:srgbClr val="000066"/>
                  </a:solidFill>
                  <a:latin typeface="Times New Roman" pitchFamily="18" charset="0"/>
                  <a:ea typeface="新細明體" charset="-120"/>
                </a:defRPr>
              </a:lvl3pPr>
              <a:lvl4pPr marL="1600200" indent="-228600" algn="l" eaLnBrk="0" hangingPunct="0">
                <a:spcBef>
                  <a:spcPct val="20000"/>
                </a:spcBef>
                <a:buChar char="–"/>
                <a:defRPr kumimoji="1" sz="2000">
                  <a:solidFill>
                    <a:schemeClr val="tx1"/>
                  </a:solidFill>
                  <a:latin typeface="Times New Roman" pitchFamily="18" charset="0"/>
                  <a:ea typeface="新細明體" charset="-120"/>
                </a:defRPr>
              </a:lvl4pPr>
              <a:lvl5pPr marL="2057400" indent="-228600" algn="l" eaLnBrk="0" hangingPunct="0">
                <a:spcBef>
                  <a:spcPct val="20000"/>
                </a:spcBef>
                <a:buChar char="•"/>
                <a:defRPr kumimoji="1" sz="2000">
                  <a:solidFill>
                    <a:schemeClr val="tx1"/>
                  </a:solidFill>
                  <a:latin typeface="Times New Roman" pitchFamily="18" charset="0"/>
                  <a:ea typeface="新細明體" charset="-120"/>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9pPr>
            </a:lstStyle>
            <a:p>
              <a:pPr algn="ctr" eaLnBrk="1" hangingPunct="1">
                <a:spcAft>
                  <a:spcPct val="0"/>
                </a:spcAft>
                <a:buClrTx/>
                <a:buFontTx/>
                <a:buNone/>
              </a:pPr>
              <a:endParaRPr lang="zh-TW" altLang="en-US" sz="3600">
                <a:solidFill>
                  <a:srgbClr val="333399"/>
                </a:solidFill>
                <a:ea typeface="新細明體" charset="-120"/>
              </a:endParaRPr>
            </a:p>
          </p:txBody>
        </p:sp>
        <p:sp>
          <p:nvSpPr>
            <p:cNvPr id="9228" name="Rectangle 9"/>
            <p:cNvSpPr>
              <a:spLocks noChangeArrowheads="1"/>
            </p:cNvSpPr>
            <p:nvPr/>
          </p:nvSpPr>
          <p:spPr bwMode="auto">
            <a:xfrm>
              <a:off x="2112" y="1260"/>
              <a:ext cx="3833" cy="364"/>
            </a:xfrm>
            <a:prstGeom prst="rect">
              <a:avLst/>
            </a:prstGeom>
            <a:noFill/>
            <a:ln w="15875"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lgn="l" eaLnBrk="0" hangingPunct="0">
                <a:spcAft>
                  <a:spcPct val="30000"/>
                </a:spcAft>
                <a:buClr>
                  <a:srgbClr val="993366"/>
                </a:buClr>
                <a:buFont typeface="Wingdings" pitchFamily="2" charset="2"/>
                <a:defRPr kumimoji="1" sz="3200" b="1">
                  <a:solidFill>
                    <a:schemeClr val="tx1"/>
                  </a:solidFill>
                  <a:latin typeface="Times New Roman" pitchFamily="18" charset="0"/>
                  <a:ea typeface="標楷體" pitchFamily="65" charset="-120"/>
                </a:defRPr>
              </a:lvl1pPr>
              <a:lvl2pPr marL="742950" indent="-285750" algn="l" eaLnBrk="0" hangingPunct="0">
                <a:spcAft>
                  <a:spcPct val="30000"/>
                </a:spcAft>
                <a:buClr>
                  <a:srgbClr val="800000"/>
                </a:buClr>
                <a:buSzPct val="130000"/>
                <a:buChar char="•"/>
                <a:defRPr kumimoji="1" sz="2800">
                  <a:solidFill>
                    <a:srgbClr val="000066"/>
                  </a:solidFill>
                  <a:latin typeface="Times New Roman" pitchFamily="18" charset="0"/>
                  <a:ea typeface="新細明體" charset="-120"/>
                </a:defRPr>
              </a:lvl2pPr>
              <a:lvl3pPr marL="1143000" indent="-228600" algn="l" eaLnBrk="0" hangingPunct="0">
                <a:spcAft>
                  <a:spcPct val="30000"/>
                </a:spcAft>
                <a:buFont typeface="Wingdings" pitchFamily="2" charset="2"/>
                <a:buChar char="Ø"/>
                <a:defRPr kumimoji="1" sz="2400" b="1">
                  <a:solidFill>
                    <a:srgbClr val="000066"/>
                  </a:solidFill>
                  <a:latin typeface="Times New Roman" pitchFamily="18" charset="0"/>
                  <a:ea typeface="新細明體" charset="-120"/>
                </a:defRPr>
              </a:lvl3pPr>
              <a:lvl4pPr marL="1600200" indent="-228600" algn="l" eaLnBrk="0" hangingPunct="0">
                <a:spcBef>
                  <a:spcPct val="20000"/>
                </a:spcBef>
                <a:buChar char="–"/>
                <a:defRPr kumimoji="1" sz="2000">
                  <a:solidFill>
                    <a:schemeClr val="tx1"/>
                  </a:solidFill>
                  <a:latin typeface="Times New Roman" pitchFamily="18" charset="0"/>
                  <a:ea typeface="新細明體" charset="-120"/>
                </a:defRPr>
              </a:lvl4pPr>
              <a:lvl5pPr marL="2057400" indent="-228600" algn="l" eaLnBrk="0" hangingPunct="0">
                <a:spcBef>
                  <a:spcPct val="20000"/>
                </a:spcBef>
                <a:buChar char="•"/>
                <a:defRPr kumimoji="1" sz="2000">
                  <a:solidFill>
                    <a:schemeClr val="tx1"/>
                  </a:solidFill>
                  <a:latin typeface="Times New Roman" pitchFamily="18" charset="0"/>
                  <a:ea typeface="新細明體" charset="-120"/>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9pPr>
            </a:lstStyle>
            <a:p>
              <a:pPr algn="ctr" eaLnBrk="1" hangingPunct="1">
                <a:spcAft>
                  <a:spcPct val="0"/>
                </a:spcAft>
                <a:buClrTx/>
                <a:buFontTx/>
                <a:buNone/>
              </a:pPr>
              <a:endParaRPr lang="zh-TW" altLang="en-US" sz="3600">
                <a:solidFill>
                  <a:srgbClr val="333399"/>
                </a:solidFill>
                <a:ea typeface="新細明體" charset="-120"/>
              </a:endParaRPr>
            </a:p>
          </p:txBody>
        </p:sp>
        <p:sp>
          <p:nvSpPr>
            <p:cNvPr id="9229" name="Rectangle 10"/>
            <p:cNvSpPr>
              <a:spLocks noChangeArrowheads="1"/>
            </p:cNvSpPr>
            <p:nvPr/>
          </p:nvSpPr>
          <p:spPr bwMode="auto">
            <a:xfrm>
              <a:off x="2474" y="1341"/>
              <a:ext cx="3383"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Aft>
                  <a:spcPct val="30000"/>
                </a:spcAft>
                <a:buClr>
                  <a:srgbClr val="993366"/>
                </a:buClr>
                <a:buFont typeface="Wingdings" pitchFamily="2" charset="2"/>
                <a:defRPr kumimoji="1" sz="3200" b="1">
                  <a:solidFill>
                    <a:schemeClr val="tx1"/>
                  </a:solidFill>
                  <a:latin typeface="Times New Roman" pitchFamily="18" charset="0"/>
                  <a:ea typeface="標楷體" pitchFamily="65" charset="-120"/>
                </a:defRPr>
              </a:lvl1pPr>
              <a:lvl2pPr marL="742950" indent="-285750" algn="l" eaLnBrk="0" hangingPunct="0">
                <a:spcAft>
                  <a:spcPct val="30000"/>
                </a:spcAft>
                <a:buClr>
                  <a:srgbClr val="800000"/>
                </a:buClr>
                <a:buSzPct val="130000"/>
                <a:buChar char="•"/>
                <a:defRPr kumimoji="1" sz="2800">
                  <a:solidFill>
                    <a:srgbClr val="000066"/>
                  </a:solidFill>
                  <a:latin typeface="Times New Roman" pitchFamily="18" charset="0"/>
                  <a:ea typeface="新細明體" charset="-120"/>
                </a:defRPr>
              </a:lvl2pPr>
              <a:lvl3pPr marL="1143000" indent="-228600" algn="l" eaLnBrk="0" hangingPunct="0">
                <a:spcAft>
                  <a:spcPct val="30000"/>
                </a:spcAft>
                <a:buFont typeface="Wingdings" pitchFamily="2" charset="2"/>
                <a:buChar char="Ø"/>
                <a:defRPr kumimoji="1" sz="2400" b="1">
                  <a:solidFill>
                    <a:srgbClr val="000066"/>
                  </a:solidFill>
                  <a:latin typeface="Times New Roman" pitchFamily="18" charset="0"/>
                  <a:ea typeface="新細明體" charset="-120"/>
                </a:defRPr>
              </a:lvl3pPr>
              <a:lvl4pPr marL="1600200" indent="-228600" algn="l" eaLnBrk="0" hangingPunct="0">
                <a:spcBef>
                  <a:spcPct val="20000"/>
                </a:spcBef>
                <a:buChar char="–"/>
                <a:defRPr kumimoji="1" sz="2000">
                  <a:solidFill>
                    <a:schemeClr val="tx1"/>
                  </a:solidFill>
                  <a:latin typeface="Times New Roman" pitchFamily="18" charset="0"/>
                  <a:ea typeface="新細明體" charset="-120"/>
                </a:defRPr>
              </a:lvl4pPr>
              <a:lvl5pPr marL="2057400" indent="-228600" algn="l" eaLnBrk="0" hangingPunct="0">
                <a:spcBef>
                  <a:spcPct val="20000"/>
                </a:spcBef>
                <a:buChar char="•"/>
                <a:defRPr kumimoji="1" sz="2000">
                  <a:solidFill>
                    <a:schemeClr val="tx1"/>
                  </a:solidFill>
                  <a:latin typeface="Times New Roman" pitchFamily="18" charset="0"/>
                  <a:ea typeface="新細明體" charset="-120"/>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9pPr>
            </a:lstStyle>
            <a:p>
              <a:pPr algn="ctr" eaLnBrk="1" hangingPunct="1">
                <a:spcAft>
                  <a:spcPct val="0"/>
                </a:spcAft>
                <a:buClrTx/>
                <a:buFontTx/>
                <a:buNone/>
              </a:pPr>
              <a:r>
                <a:rPr lang="en-US" altLang="zh-TW" sz="2400">
                  <a:solidFill>
                    <a:srgbClr val="333399"/>
                  </a:solidFill>
                </a:rPr>
                <a:t>                                        </a:t>
              </a:r>
              <a:r>
                <a:rPr lang="zh-TW" altLang="zh-TW" sz="2400">
                  <a:solidFill>
                    <a:schemeClr val="bg1"/>
                  </a:solidFill>
                </a:rPr>
                <a:t>被</a:t>
              </a:r>
              <a:r>
                <a:rPr lang="zh-TW" altLang="en-US" sz="2400">
                  <a:solidFill>
                    <a:schemeClr val="bg1"/>
                  </a:solidFill>
                </a:rPr>
                <a:t>動式防護層</a:t>
              </a:r>
            </a:p>
          </p:txBody>
        </p:sp>
        <p:sp>
          <p:nvSpPr>
            <p:cNvPr id="9230" name="Rectangle 11"/>
            <p:cNvSpPr>
              <a:spLocks noChangeArrowheads="1"/>
            </p:cNvSpPr>
            <p:nvPr/>
          </p:nvSpPr>
          <p:spPr bwMode="auto">
            <a:xfrm>
              <a:off x="2112" y="1733"/>
              <a:ext cx="3833" cy="364"/>
            </a:xfrm>
            <a:prstGeom prst="rect">
              <a:avLst/>
            </a:prstGeom>
            <a:solidFill>
              <a:srgbClr val="FF33C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Aft>
                  <a:spcPct val="30000"/>
                </a:spcAft>
                <a:buClr>
                  <a:srgbClr val="993366"/>
                </a:buClr>
                <a:buFont typeface="Wingdings" pitchFamily="2" charset="2"/>
                <a:defRPr kumimoji="1" sz="3200" b="1">
                  <a:solidFill>
                    <a:schemeClr val="tx1"/>
                  </a:solidFill>
                  <a:latin typeface="Times New Roman" pitchFamily="18" charset="0"/>
                  <a:ea typeface="標楷體" pitchFamily="65" charset="-120"/>
                </a:defRPr>
              </a:lvl1pPr>
              <a:lvl2pPr marL="742950" indent="-285750" algn="l" eaLnBrk="0" hangingPunct="0">
                <a:spcAft>
                  <a:spcPct val="30000"/>
                </a:spcAft>
                <a:buClr>
                  <a:srgbClr val="800000"/>
                </a:buClr>
                <a:buSzPct val="130000"/>
                <a:buChar char="•"/>
                <a:defRPr kumimoji="1" sz="2800">
                  <a:solidFill>
                    <a:srgbClr val="000066"/>
                  </a:solidFill>
                  <a:latin typeface="Times New Roman" pitchFamily="18" charset="0"/>
                  <a:ea typeface="新細明體" charset="-120"/>
                </a:defRPr>
              </a:lvl2pPr>
              <a:lvl3pPr marL="1143000" indent="-228600" algn="l" eaLnBrk="0" hangingPunct="0">
                <a:spcAft>
                  <a:spcPct val="30000"/>
                </a:spcAft>
                <a:buFont typeface="Wingdings" pitchFamily="2" charset="2"/>
                <a:buChar char="Ø"/>
                <a:defRPr kumimoji="1" sz="2400" b="1">
                  <a:solidFill>
                    <a:srgbClr val="000066"/>
                  </a:solidFill>
                  <a:latin typeface="Times New Roman" pitchFamily="18" charset="0"/>
                  <a:ea typeface="新細明體" charset="-120"/>
                </a:defRPr>
              </a:lvl3pPr>
              <a:lvl4pPr marL="1600200" indent="-228600" algn="l" eaLnBrk="0" hangingPunct="0">
                <a:spcBef>
                  <a:spcPct val="20000"/>
                </a:spcBef>
                <a:buChar char="–"/>
                <a:defRPr kumimoji="1" sz="2000">
                  <a:solidFill>
                    <a:schemeClr val="tx1"/>
                  </a:solidFill>
                  <a:latin typeface="Times New Roman" pitchFamily="18" charset="0"/>
                  <a:ea typeface="新細明體" charset="-120"/>
                </a:defRPr>
              </a:lvl4pPr>
              <a:lvl5pPr marL="2057400" indent="-228600" algn="l" eaLnBrk="0" hangingPunct="0">
                <a:spcBef>
                  <a:spcPct val="20000"/>
                </a:spcBef>
                <a:buChar char="•"/>
                <a:defRPr kumimoji="1" sz="2000">
                  <a:solidFill>
                    <a:schemeClr val="tx1"/>
                  </a:solidFill>
                  <a:latin typeface="Times New Roman" pitchFamily="18" charset="0"/>
                  <a:ea typeface="新細明體" charset="-120"/>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9pPr>
            </a:lstStyle>
            <a:p>
              <a:pPr algn="ctr" eaLnBrk="1" hangingPunct="1">
                <a:spcAft>
                  <a:spcPct val="0"/>
                </a:spcAft>
                <a:buClrTx/>
                <a:buFontTx/>
                <a:buNone/>
              </a:pPr>
              <a:endParaRPr lang="zh-TW" altLang="en-US" sz="3600">
                <a:solidFill>
                  <a:srgbClr val="333399"/>
                </a:solidFill>
                <a:ea typeface="新細明體" charset="-120"/>
              </a:endParaRPr>
            </a:p>
          </p:txBody>
        </p:sp>
        <p:sp>
          <p:nvSpPr>
            <p:cNvPr id="9231" name="Rectangle 12"/>
            <p:cNvSpPr>
              <a:spLocks noChangeArrowheads="1"/>
            </p:cNvSpPr>
            <p:nvPr/>
          </p:nvSpPr>
          <p:spPr bwMode="auto">
            <a:xfrm>
              <a:off x="2112" y="1733"/>
              <a:ext cx="3833" cy="364"/>
            </a:xfrm>
            <a:prstGeom prst="rect">
              <a:avLst/>
            </a:prstGeom>
            <a:noFill/>
            <a:ln w="15875"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lgn="l" eaLnBrk="0" hangingPunct="0">
                <a:spcAft>
                  <a:spcPct val="30000"/>
                </a:spcAft>
                <a:buClr>
                  <a:srgbClr val="993366"/>
                </a:buClr>
                <a:buFont typeface="Wingdings" pitchFamily="2" charset="2"/>
                <a:defRPr kumimoji="1" sz="3200" b="1">
                  <a:solidFill>
                    <a:schemeClr val="tx1"/>
                  </a:solidFill>
                  <a:latin typeface="Times New Roman" pitchFamily="18" charset="0"/>
                  <a:ea typeface="標楷體" pitchFamily="65" charset="-120"/>
                </a:defRPr>
              </a:lvl1pPr>
              <a:lvl2pPr marL="742950" indent="-285750" algn="l" eaLnBrk="0" hangingPunct="0">
                <a:spcAft>
                  <a:spcPct val="30000"/>
                </a:spcAft>
                <a:buClr>
                  <a:srgbClr val="800000"/>
                </a:buClr>
                <a:buSzPct val="130000"/>
                <a:buChar char="•"/>
                <a:defRPr kumimoji="1" sz="2800">
                  <a:solidFill>
                    <a:srgbClr val="000066"/>
                  </a:solidFill>
                  <a:latin typeface="Times New Roman" pitchFamily="18" charset="0"/>
                  <a:ea typeface="新細明體" charset="-120"/>
                </a:defRPr>
              </a:lvl2pPr>
              <a:lvl3pPr marL="1143000" indent="-228600" algn="l" eaLnBrk="0" hangingPunct="0">
                <a:spcAft>
                  <a:spcPct val="30000"/>
                </a:spcAft>
                <a:buFont typeface="Wingdings" pitchFamily="2" charset="2"/>
                <a:buChar char="Ø"/>
                <a:defRPr kumimoji="1" sz="2400" b="1">
                  <a:solidFill>
                    <a:srgbClr val="000066"/>
                  </a:solidFill>
                  <a:latin typeface="Times New Roman" pitchFamily="18" charset="0"/>
                  <a:ea typeface="新細明體" charset="-120"/>
                </a:defRPr>
              </a:lvl3pPr>
              <a:lvl4pPr marL="1600200" indent="-228600" algn="l" eaLnBrk="0" hangingPunct="0">
                <a:spcBef>
                  <a:spcPct val="20000"/>
                </a:spcBef>
                <a:buChar char="–"/>
                <a:defRPr kumimoji="1" sz="2000">
                  <a:solidFill>
                    <a:schemeClr val="tx1"/>
                  </a:solidFill>
                  <a:latin typeface="Times New Roman" pitchFamily="18" charset="0"/>
                  <a:ea typeface="新細明體" charset="-120"/>
                </a:defRPr>
              </a:lvl4pPr>
              <a:lvl5pPr marL="2057400" indent="-228600" algn="l" eaLnBrk="0" hangingPunct="0">
                <a:spcBef>
                  <a:spcPct val="20000"/>
                </a:spcBef>
                <a:buChar char="•"/>
                <a:defRPr kumimoji="1" sz="2000">
                  <a:solidFill>
                    <a:schemeClr val="tx1"/>
                  </a:solidFill>
                  <a:latin typeface="Times New Roman" pitchFamily="18" charset="0"/>
                  <a:ea typeface="新細明體" charset="-120"/>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9pPr>
            </a:lstStyle>
            <a:p>
              <a:pPr algn="ctr" eaLnBrk="1" hangingPunct="1">
                <a:spcAft>
                  <a:spcPct val="0"/>
                </a:spcAft>
                <a:buClrTx/>
                <a:buFontTx/>
                <a:buNone/>
              </a:pPr>
              <a:endParaRPr lang="zh-TW" altLang="en-US" sz="3600">
                <a:solidFill>
                  <a:srgbClr val="333399"/>
                </a:solidFill>
                <a:ea typeface="新細明體" charset="-120"/>
              </a:endParaRPr>
            </a:p>
          </p:txBody>
        </p:sp>
        <p:sp>
          <p:nvSpPr>
            <p:cNvPr id="9232" name="Rectangle 13"/>
            <p:cNvSpPr>
              <a:spLocks noChangeArrowheads="1"/>
            </p:cNvSpPr>
            <p:nvPr/>
          </p:nvSpPr>
          <p:spPr bwMode="auto">
            <a:xfrm>
              <a:off x="2453" y="1813"/>
              <a:ext cx="3436"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Aft>
                  <a:spcPct val="30000"/>
                </a:spcAft>
                <a:buClr>
                  <a:srgbClr val="993366"/>
                </a:buClr>
                <a:buFont typeface="Wingdings" pitchFamily="2" charset="2"/>
                <a:defRPr kumimoji="1" sz="3200" b="1">
                  <a:solidFill>
                    <a:schemeClr val="tx1"/>
                  </a:solidFill>
                  <a:latin typeface="Times New Roman" pitchFamily="18" charset="0"/>
                  <a:ea typeface="標楷體" pitchFamily="65" charset="-120"/>
                </a:defRPr>
              </a:lvl1pPr>
              <a:lvl2pPr marL="742950" indent="-285750" algn="l" eaLnBrk="0" hangingPunct="0">
                <a:spcAft>
                  <a:spcPct val="30000"/>
                </a:spcAft>
                <a:buClr>
                  <a:srgbClr val="800000"/>
                </a:buClr>
                <a:buSzPct val="130000"/>
                <a:buChar char="•"/>
                <a:defRPr kumimoji="1" sz="2800">
                  <a:solidFill>
                    <a:srgbClr val="000066"/>
                  </a:solidFill>
                  <a:latin typeface="Times New Roman" pitchFamily="18" charset="0"/>
                  <a:ea typeface="新細明體" charset="-120"/>
                </a:defRPr>
              </a:lvl2pPr>
              <a:lvl3pPr marL="1143000" indent="-228600" algn="l" eaLnBrk="0" hangingPunct="0">
                <a:spcAft>
                  <a:spcPct val="30000"/>
                </a:spcAft>
                <a:buFont typeface="Wingdings" pitchFamily="2" charset="2"/>
                <a:buChar char="Ø"/>
                <a:defRPr kumimoji="1" sz="2400" b="1">
                  <a:solidFill>
                    <a:srgbClr val="000066"/>
                  </a:solidFill>
                  <a:latin typeface="Times New Roman" pitchFamily="18" charset="0"/>
                  <a:ea typeface="新細明體" charset="-120"/>
                </a:defRPr>
              </a:lvl3pPr>
              <a:lvl4pPr marL="1600200" indent="-228600" algn="l" eaLnBrk="0" hangingPunct="0">
                <a:spcBef>
                  <a:spcPct val="20000"/>
                </a:spcBef>
                <a:buChar char="–"/>
                <a:defRPr kumimoji="1" sz="2000">
                  <a:solidFill>
                    <a:schemeClr val="tx1"/>
                  </a:solidFill>
                  <a:latin typeface="Times New Roman" pitchFamily="18" charset="0"/>
                  <a:ea typeface="新細明體" charset="-120"/>
                </a:defRPr>
              </a:lvl4pPr>
              <a:lvl5pPr marL="2057400" indent="-228600" algn="l" eaLnBrk="0" hangingPunct="0">
                <a:spcBef>
                  <a:spcPct val="20000"/>
                </a:spcBef>
                <a:buChar char="•"/>
                <a:defRPr kumimoji="1" sz="2000">
                  <a:solidFill>
                    <a:schemeClr val="tx1"/>
                  </a:solidFill>
                  <a:latin typeface="Times New Roman" pitchFamily="18" charset="0"/>
                  <a:ea typeface="新細明體" charset="-120"/>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9pPr>
            </a:lstStyle>
            <a:p>
              <a:pPr algn="ctr" eaLnBrk="1" hangingPunct="1">
                <a:spcAft>
                  <a:spcPct val="0"/>
                </a:spcAft>
                <a:buClrTx/>
                <a:buFontTx/>
                <a:buNone/>
              </a:pPr>
              <a:r>
                <a:rPr lang="en-US" altLang="zh-TW" sz="2400">
                  <a:solidFill>
                    <a:srgbClr val="333399"/>
                  </a:solidFill>
                </a:rPr>
                <a:t>                                         </a:t>
              </a:r>
              <a:r>
                <a:rPr lang="zh-TW" altLang="en-US" sz="2400">
                  <a:solidFill>
                    <a:schemeClr val="bg1"/>
                  </a:solidFill>
                </a:rPr>
                <a:t>主動式防護層</a:t>
              </a:r>
            </a:p>
          </p:txBody>
        </p:sp>
        <p:sp>
          <p:nvSpPr>
            <p:cNvPr id="9233" name="Rectangle 14"/>
            <p:cNvSpPr>
              <a:spLocks noChangeArrowheads="1"/>
            </p:cNvSpPr>
            <p:nvPr/>
          </p:nvSpPr>
          <p:spPr bwMode="auto">
            <a:xfrm>
              <a:off x="2112" y="2207"/>
              <a:ext cx="3833" cy="436"/>
            </a:xfrm>
            <a:prstGeom prst="rect">
              <a:avLst/>
            </a:prstGeom>
            <a:solidFill>
              <a:srgbClr val="FF66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Aft>
                  <a:spcPct val="30000"/>
                </a:spcAft>
                <a:buClr>
                  <a:srgbClr val="993366"/>
                </a:buClr>
                <a:buFont typeface="Wingdings" pitchFamily="2" charset="2"/>
                <a:defRPr kumimoji="1" sz="3200" b="1">
                  <a:solidFill>
                    <a:schemeClr val="tx1"/>
                  </a:solidFill>
                  <a:latin typeface="Times New Roman" pitchFamily="18" charset="0"/>
                  <a:ea typeface="標楷體" pitchFamily="65" charset="-120"/>
                </a:defRPr>
              </a:lvl1pPr>
              <a:lvl2pPr marL="742950" indent="-285750" algn="l" eaLnBrk="0" hangingPunct="0">
                <a:spcAft>
                  <a:spcPct val="30000"/>
                </a:spcAft>
                <a:buClr>
                  <a:srgbClr val="800000"/>
                </a:buClr>
                <a:buSzPct val="130000"/>
                <a:buChar char="•"/>
                <a:defRPr kumimoji="1" sz="2800">
                  <a:solidFill>
                    <a:srgbClr val="000066"/>
                  </a:solidFill>
                  <a:latin typeface="Times New Roman" pitchFamily="18" charset="0"/>
                  <a:ea typeface="新細明體" charset="-120"/>
                </a:defRPr>
              </a:lvl2pPr>
              <a:lvl3pPr marL="1143000" indent="-228600" algn="l" eaLnBrk="0" hangingPunct="0">
                <a:spcAft>
                  <a:spcPct val="30000"/>
                </a:spcAft>
                <a:buFont typeface="Wingdings" pitchFamily="2" charset="2"/>
                <a:buChar char="Ø"/>
                <a:defRPr kumimoji="1" sz="2400" b="1">
                  <a:solidFill>
                    <a:srgbClr val="000066"/>
                  </a:solidFill>
                  <a:latin typeface="Times New Roman" pitchFamily="18" charset="0"/>
                  <a:ea typeface="新細明體" charset="-120"/>
                </a:defRPr>
              </a:lvl3pPr>
              <a:lvl4pPr marL="1600200" indent="-228600" algn="l" eaLnBrk="0" hangingPunct="0">
                <a:spcBef>
                  <a:spcPct val="20000"/>
                </a:spcBef>
                <a:buChar char="–"/>
                <a:defRPr kumimoji="1" sz="2000">
                  <a:solidFill>
                    <a:schemeClr val="tx1"/>
                  </a:solidFill>
                  <a:latin typeface="Times New Roman" pitchFamily="18" charset="0"/>
                  <a:ea typeface="新細明體" charset="-120"/>
                </a:defRPr>
              </a:lvl4pPr>
              <a:lvl5pPr marL="2057400" indent="-228600" algn="l" eaLnBrk="0" hangingPunct="0">
                <a:spcBef>
                  <a:spcPct val="20000"/>
                </a:spcBef>
                <a:buChar char="•"/>
                <a:defRPr kumimoji="1" sz="2000">
                  <a:solidFill>
                    <a:schemeClr val="tx1"/>
                  </a:solidFill>
                  <a:latin typeface="Times New Roman" pitchFamily="18" charset="0"/>
                  <a:ea typeface="新細明體" charset="-120"/>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9pPr>
            </a:lstStyle>
            <a:p>
              <a:pPr algn="ctr" eaLnBrk="1" hangingPunct="1">
                <a:spcAft>
                  <a:spcPct val="0"/>
                </a:spcAft>
                <a:buClrTx/>
                <a:buFontTx/>
                <a:buNone/>
              </a:pPr>
              <a:endParaRPr lang="zh-TW" altLang="en-US" sz="3600">
                <a:solidFill>
                  <a:srgbClr val="333399"/>
                </a:solidFill>
                <a:ea typeface="新細明體" charset="-120"/>
              </a:endParaRPr>
            </a:p>
          </p:txBody>
        </p:sp>
        <p:sp>
          <p:nvSpPr>
            <p:cNvPr id="9234" name="Rectangle 15"/>
            <p:cNvSpPr>
              <a:spLocks noChangeArrowheads="1"/>
            </p:cNvSpPr>
            <p:nvPr/>
          </p:nvSpPr>
          <p:spPr bwMode="auto">
            <a:xfrm>
              <a:off x="2112" y="2207"/>
              <a:ext cx="3833" cy="436"/>
            </a:xfrm>
            <a:prstGeom prst="rect">
              <a:avLst/>
            </a:prstGeom>
            <a:noFill/>
            <a:ln w="15875"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lgn="l" eaLnBrk="0" hangingPunct="0">
                <a:spcAft>
                  <a:spcPct val="30000"/>
                </a:spcAft>
                <a:buClr>
                  <a:srgbClr val="993366"/>
                </a:buClr>
                <a:buFont typeface="Wingdings" pitchFamily="2" charset="2"/>
                <a:defRPr kumimoji="1" sz="3200" b="1">
                  <a:solidFill>
                    <a:schemeClr val="tx1"/>
                  </a:solidFill>
                  <a:latin typeface="Times New Roman" pitchFamily="18" charset="0"/>
                  <a:ea typeface="標楷體" pitchFamily="65" charset="-120"/>
                </a:defRPr>
              </a:lvl1pPr>
              <a:lvl2pPr marL="742950" indent="-285750" algn="l" eaLnBrk="0" hangingPunct="0">
                <a:spcAft>
                  <a:spcPct val="30000"/>
                </a:spcAft>
                <a:buClr>
                  <a:srgbClr val="800000"/>
                </a:buClr>
                <a:buSzPct val="130000"/>
                <a:buChar char="•"/>
                <a:defRPr kumimoji="1" sz="2800">
                  <a:solidFill>
                    <a:srgbClr val="000066"/>
                  </a:solidFill>
                  <a:latin typeface="Times New Roman" pitchFamily="18" charset="0"/>
                  <a:ea typeface="新細明體" charset="-120"/>
                </a:defRPr>
              </a:lvl2pPr>
              <a:lvl3pPr marL="1143000" indent="-228600" algn="l" eaLnBrk="0" hangingPunct="0">
                <a:spcAft>
                  <a:spcPct val="30000"/>
                </a:spcAft>
                <a:buFont typeface="Wingdings" pitchFamily="2" charset="2"/>
                <a:buChar char="Ø"/>
                <a:defRPr kumimoji="1" sz="2400" b="1">
                  <a:solidFill>
                    <a:srgbClr val="000066"/>
                  </a:solidFill>
                  <a:latin typeface="Times New Roman" pitchFamily="18" charset="0"/>
                  <a:ea typeface="新細明體" charset="-120"/>
                </a:defRPr>
              </a:lvl3pPr>
              <a:lvl4pPr marL="1600200" indent="-228600" algn="l" eaLnBrk="0" hangingPunct="0">
                <a:spcBef>
                  <a:spcPct val="20000"/>
                </a:spcBef>
                <a:buChar char="–"/>
                <a:defRPr kumimoji="1" sz="2000">
                  <a:solidFill>
                    <a:schemeClr val="tx1"/>
                  </a:solidFill>
                  <a:latin typeface="Times New Roman" pitchFamily="18" charset="0"/>
                  <a:ea typeface="新細明體" charset="-120"/>
                </a:defRPr>
              </a:lvl4pPr>
              <a:lvl5pPr marL="2057400" indent="-228600" algn="l" eaLnBrk="0" hangingPunct="0">
                <a:spcBef>
                  <a:spcPct val="20000"/>
                </a:spcBef>
                <a:buChar char="•"/>
                <a:defRPr kumimoji="1" sz="2000">
                  <a:solidFill>
                    <a:schemeClr val="tx1"/>
                  </a:solidFill>
                  <a:latin typeface="Times New Roman" pitchFamily="18" charset="0"/>
                  <a:ea typeface="新細明體" charset="-120"/>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9pPr>
            </a:lstStyle>
            <a:p>
              <a:pPr algn="ctr" eaLnBrk="1" hangingPunct="1">
                <a:spcAft>
                  <a:spcPct val="0"/>
                </a:spcAft>
                <a:buClrTx/>
                <a:buFontTx/>
                <a:buNone/>
              </a:pPr>
              <a:endParaRPr lang="zh-TW" altLang="en-US" sz="3600">
                <a:solidFill>
                  <a:srgbClr val="333399"/>
                </a:solidFill>
                <a:ea typeface="新細明體" charset="-120"/>
              </a:endParaRPr>
            </a:p>
          </p:txBody>
        </p:sp>
        <p:sp>
          <p:nvSpPr>
            <p:cNvPr id="9235" name="Rectangle 16"/>
            <p:cNvSpPr>
              <a:spLocks noChangeArrowheads="1"/>
            </p:cNvSpPr>
            <p:nvPr/>
          </p:nvSpPr>
          <p:spPr bwMode="auto">
            <a:xfrm>
              <a:off x="4516" y="2342"/>
              <a:ext cx="1480"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Aft>
                  <a:spcPct val="30000"/>
                </a:spcAft>
                <a:buClr>
                  <a:srgbClr val="993366"/>
                </a:buClr>
                <a:buFont typeface="Wingdings" pitchFamily="2" charset="2"/>
                <a:defRPr kumimoji="1" sz="3200" b="1">
                  <a:solidFill>
                    <a:schemeClr val="tx1"/>
                  </a:solidFill>
                  <a:latin typeface="Times New Roman" pitchFamily="18" charset="0"/>
                  <a:ea typeface="標楷體" pitchFamily="65" charset="-120"/>
                </a:defRPr>
              </a:lvl1pPr>
              <a:lvl2pPr marL="742950" indent="-285750" algn="l" eaLnBrk="0" hangingPunct="0">
                <a:spcAft>
                  <a:spcPct val="30000"/>
                </a:spcAft>
                <a:buClr>
                  <a:srgbClr val="800000"/>
                </a:buClr>
                <a:buSzPct val="130000"/>
                <a:buChar char="•"/>
                <a:defRPr kumimoji="1" sz="2800">
                  <a:solidFill>
                    <a:srgbClr val="000066"/>
                  </a:solidFill>
                  <a:latin typeface="Times New Roman" pitchFamily="18" charset="0"/>
                  <a:ea typeface="新細明體" charset="-120"/>
                </a:defRPr>
              </a:lvl2pPr>
              <a:lvl3pPr marL="1143000" indent="-228600" algn="l" eaLnBrk="0" hangingPunct="0">
                <a:spcAft>
                  <a:spcPct val="30000"/>
                </a:spcAft>
                <a:buFont typeface="Wingdings" pitchFamily="2" charset="2"/>
                <a:buChar char="Ø"/>
                <a:defRPr kumimoji="1" sz="2400" b="1">
                  <a:solidFill>
                    <a:srgbClr val="000066"/>
                  </a:solidFill>
                  <a:latin typeface="Times New Roman" pitchFamily="18" charset="0"/>
                  <a:ea typeface="新細明體" charset="-120"/>
                </a:defRPr>
              </a:lvl3pPr>
              <a:lvl4pPr marL="1600200" indent="-228600" algn="l" eaLnBrk="0" hangingPunct="0">
                <a:spcBef>
                  <a:spcPct val="20000"/>
                </a:spcBef>
                <a:buChar char="–"/>
                <a:defRPr kumimoji="1" sz="2000">
                  <a:solidFill>
                    <a:schemeClr val="tx1"/>
                  </a:solidFill>
                  <a:latin typeface="Times New Roman" pitchFamily="18" charset="0"/>
                  <a:ea typeface="新細明體" charset="-120"/>
                </a:defRPr>
              </a:lvl4pPr>
              <a:lvl5pPr marL="2057400" indent="-228600" algn="l" eaLnBrk="0" hangingPunct="0">
                <a:spcBef>
                  <a:spcPct val="20000"/>
                </a:spcBef>
                <a:buChar char="•"/>
                <a:defRPr kumimoji="1" sz="2000">
                  <a:solidFill>
                    <a:schemeClr val="tx1"/>
                  </a:solidFill>
                  <a:latin typeface="Times New Roman" pitchFamily="18" charset="0"/>
                  <a:ea typeface="新細明體" charset="-120"/>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9pPr>
            </a:lstStyle>
            <a:p>
              <a:pPr algn="ctr" eaLnBrk="1" hangingPunct="1">
                <a:spcAft>
                  <a:spcPct val="0"/>
                </a:spcAft>
                <a:buClrTx/>
                <a:buFontTx/>
                <a:buNone/>
              </a:pPr>
              <a:r>
                <a:rPr lang="zh-TW" altLang="zh-TW" sz="2400">
                  <a:solidFill>
                    <a:schemeClr val="bg1"/>
                  </a:solidFill>
                </a:rPr>
                <a:t>設備</a:t>
              </a:r>
              <a:r>
                <a:rPr lang="zh-TW" altLang="en-US" sz="2400">
                  <a:solidFill>
                    <a:schemeClr val="bg1"/>
                  </a:solidFill>
                </a:rPr>
                <a:t>安全防護層</a:t>
              </a:r>
            </a:p>
          </p:txBody>
        </p:sp>
        <p:sp>
          <p:nvSpPr>
            <p:cNvPr id="9236" name="Rectangle 17"/>
            <p:cNvSpPr>
              <a:spLocks noChangeArrowheads="1"/>
            </p:cNvSpPr>
            <p:nvPr/>
          </p:nvSpPr>
          <p:spPr bwMode="auto">
            <a:xfrm>
              <a:off x="2193" y="2227"/>
              <a:ext cx="846"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Aft>
                  <a:spcPct val="30000"/>
                </a:spcAft>
                <a:buClr>
                  <a:srgbClr val="993366"/>
                </a:buClr>
                <a:buFont typeface="Wingdings" pitchFamily="2" charset="2"/>
                <a:defRPr kumimoji="1" sz="3200" b="1">
                  <a:solidFill>
                    <a:schemeClr val="tx1"/>
                  </a:solidFill>
                  <a:latin typeface="Times New Roman" pitchFamily="18" charset="0"/>
                  <a:ea typeface="標楷體" pitchFamily="65" charset="-120"/>
                </a:defRPr>
              </a:lvl1pPr>
              <a:lvl2pPr marL="742950" indent="-285750" algn="l" eaLnBrk="0" hangingPunct="0">
                <a:spcAft>
                  <a:spcPct val="30000"/>
                </a:spcAft>
                <a:buClr>
                  <a:srgbClr val="800000"/>
                </a:buClr>
                <a:buSzPct val="130000"/>
                <a:buChar char="•"/>
                <a:defRPr kumimoji="1" sz="2800">
                  <a:solidFill>
                    <a:srgbClr val="000066"/>
                  </a:solidFill>
                  <a:latin typeface="Times New Roman" pitchFamily="18" charset="0"/>
                  <a:ea typeface="新細明體" charset="-120"/>
                </a:defRPr>
              </a:lvl2pPr>
              <a:lvl3pPr marL="1143000" indent="-228600" algn="l" eaLnBrk="0" hangingPunct="0">
                <a:spcAft>
                  <a:spcPct val="30000"/>
                </a:spcAft>
                <a:buFont typeface="Wingdings" pitchFamily="2" charset="2"/>
                <a:buChar char="Ø"/>
                <a:defRPr kumimoji="1" sz="2400" b="1">
                  <a:solidFill>
                    <a:srgbClr val="000066"/>
                  </a:solidFill>
                  <a:latin typeface="Times New Roman" pitchFamily="18" charset="0"/>
                  <a:ea typeface="新細明體" charset="-120"/>
                </a:defRPr>
              </a:lvl3pPr>
              <a:lvl4pPr marL="1600200" indent="-228600" algn="l" eaLnBrk="0" hangingPunct="0">
                <a:spcBef>
                  <a:spcPct val="20000"/>
                </a:spcBef>
                <a:buChar char="–"/>
                <a:defRPr kumimoji="1" sz="2000">
                  <a:solidFill>
                    <a:schemeClr val="tx1"/>
                  </a:solidFill>
                  <a:latin typeface="Times New Roman" pitchFamily="18" charset="0"/>
                  <a:ea typeface="新細明體" charset="-120"/>
                </a:defRPr>
              </a:lvl4pPr>
              <a:lvl5pPr marL="2057400" indent="-228600" algn="l" eaLnBrk="0" hangingPunct="0">
                <a:spcBef>
                  <a:spcPct val="20000"/>
                </a:spcBef>
                <a:buChar char="•"/>
                <a:defRPr kumimoji="1" sz="2000">
                  <a:solidFill>
                    <a:schemeClr val="tx1"/>
                  </a:solidFill>
                  <a:latin typeface="Times New Roman" pitchFamily="18" charset="0"/>
                  <a:ea typeface="新細明體" charset="-120"/>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9pPr>
            </a:lstStyle>
            <a:p>
              <a:pPr algn="ctr" eaLnBrk="1" hangingPunct="1">
                <a:spcAft>
                  <a:spcPct val="0"/>
                </a:spcAft>
                <a:buClrTx/>
                <a:buFontTx/>
                <a:buNone/>
              </a:pPr>
              <a:r>
                <a:rPr lang="zh-TW" altLang="zh-TW" sz="2400">
                  <a:solidFill>
                    <a:schemeClr val="bg1"/>
                  </a:solidFill>
                </a:rPr>
                <a:t>緊急</a:t>
              </a:r>
              <a:r>
                <a:rPr lang="zh-TW" altLang="en-US" sz="2400">
                  <a:solidFill>
                    <a:schemeClr val="bg1"/>
                  </a:solidFill>
                </a:rPr>
                <a:t>停俥</a:t>
              </a:r>
            </a:p>
          </p:txBody>
        </p:sp>
        <p:sp>
          <p:nvSpPr>
            <p:cNvPr id="9237" name="Rectangle 18"/>
            <p:cNvSpPr>
              <a:spLocks noChangeArrowheads="1"/>
            </p:cNvSpPr>
            <p:nvPr/>
          </p:nvSpPr>
          <p:spPr bwMode="auto">
            <a:xfrm>
              <a:off x="2612" y="2429"/>
              <a:ext cx="0" cy="3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Aft>
                  <a:spcPct val="30000"/>
                </a:spcAft>
                <a:buClr>
                  <a:srgbClr val="993366"/>
                </a:buClr>
                <a:buFont typeface="Wingdings" pitchFamily="2" charset="2"/>
                <a:defRPr kumimoji="1" sz="3200" b="1">
                  <a:solidFill>
                    <a:schemeClr val="tx1"/>
                  </a:solidFill>
                  <a:latin typeface="Times New Roman" pitchFamily="18" charset="0"/>
                  <a:ea typeface="標楷體" pitchFamily="65" charset="-120"/>
                </a:defRPr>
              </a:lvl1pPr>
              <a:lvl2pPr marL="742950" indent="-285750" algn="l" eaLnBrk="0" hangingPunct="0">
                <a:spcAft>
                  <a:spcPct val="30000"/>
                </a:spcAft>
                <a:buClr>
                  <a:srgbClr val="800000"/>
                </a:buClr>
                <a:buSzPct val="130000"/>
                <a:buChar char="•"/>
                <a:defRPr kumimoji="1" sz="2800">
                  <a:solidFill>
                    <a:srgbClr val="000066"/>
                  </a:solidFill>
                  <a:latin typeface="Times New Roman" pitchFamily="18" charset="0"/>
                  <a:ea typeface="新細明體" charset="-120"/>
                </a:defRPr>
              </a:lvl2pPr>
              <a:lvl3pPr marL="1143000" indent="-228600" algn="l" eaLnBrk="0" hangingPunct="0">
                <a:spcAft>
                  <a:spcPct val="30000"/>
                </a:spcAft>
                <a:buFont typeface="Wingdings" pitchFamily="2" charset="2"/>
                <a:buChar char="Ø"/>
                <a:defRPr kumimoji="1" sz="2400" b="1">
                  <a:solidFill>
                    <a:srgbClr val="000066"/>
                  </a:solidFill>
                  <a:latin typeface="Times New Roman" pitchFamily="18" charset="0"/>
                  <a:ea typeface="新細明體" charset="-120"/>
                </a:defRPr>
              </a:lvl3pPr>
              <a:lvl4pPr marL="1600200" indent="-228600" algn="l" eaLnBrk="0" hangingPunct="0">
                <a:spcBef>
                  <a:spcPct val="20000"/>
                </a:spcBef>
                <a:buChar char="–"/>
                <a:defRPr kumimoji="1" sz="2000">
                  <a:solidFill>
                    <a:schemeClr val="tx1"/>
                  </a:solidFill>
                  <a:latin typeface="Times New Roman" pitchFamily="18" charset="0"/>
                  <a:ea typeface="新細明體" charset="-120"/>
                </a:defRPr>
              </a:lvl4pPr>
              <a:lvl5pPr marL="2057400" indent="-228600" algn="l" eaLnBrk="0" hangingPunct="0">
                <a:spcBef>
                  <a:spcPct val="20000"/>
                </a:spcBef>
                <a:buChar char="•"/>
                <a:defRPr kumimoji="1" sz="2000">
                  <a:solidFill>
                    <a:schemeClr val="tx1"/>
                  </a:solidFill>
                  <a:latin typeface="Times New Roman" pitchFamily="18" charset="0"/>
                  <a:ea typeface="新細明體" charset="-120"/>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9pPr>
            </a:lstStyle>
            <a:p>
              <a:pPr algn="ctr" eaLnBrk="1" hangingPunct="1">
                <a:spcAft>
                  <a:spcPct val="0"/>
                </a:spcAft>
                <a:buClrTx/>
                <a:buFontTx/>
                <a:buNone/>
              </a:pPr>
              <a:endParaRPr lang="zh-TW" altLang="zh-TW" sz="3600">
                <a:solidFill>
                  <a:srgbClr val="333399"/>
                </a:solidFill>
                <a:ea typeface="新細明體" charset="-120"/>
              </a:endParaRPr>
            </a:p>
          </p:txBody>
        </p:sp>
        <p:sp>
          <p:nvSpPr>
            <p:cNvPr id="9238" name="Rectangle 19"/>
            <p:cNvSpPr>
              <a:spLocks noChangeArrowheads="1"/>
            </p:cNvSpPr>
            <p:nvPr/>
          </p:nvSpPr>
          <p:spPr bwMode="auto">
            <a:xfrm>
              <a:off x="2112" y="2788"/>
              <a:ext cx="3833" cy="437"/>
            </a:xfrm>
            <a:prstGeom prst="rect">
              <a:avLst/>
            </a:prstGeom>
            <a:solidFill>
              <a:srgbClr val="66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Aft>
                  <a:spcPct val="30000"/>
                </a:spcAft>
                <a:buClr>
                  <a:srgbClr val="993366"/>
                </a:buClr>
                <a:buFont typeface="Wingdings" pitchFamily="2" charset="2"/>
                <a:defRPr kumimoji="1" sz="3200" b="1">
                  <a:solidFill>
                    <a:schemeClr val="tx1"/>
                  </a:solidFill>
                  <a:latin typeface="Times New Roman" pitchFamily="18" charset="0"/>
                  <a:ea typeface="標楷體" pitchFamily="65" charset="-120"/>
                </a:defRPr>
              </a:lvl1pPr>
              <a:lvl2pPr marL="742950" indent="-285750" algn="l" eaLnBrk="0" hangingPunct="0">
                <a:spcAft>
                  <a:spcPct val="30000"/>
                </a:spcAft>
                <a:buClr>
                  <a:srgbClr val="800000"/>
                </a:buClr>
                <a:buSzPct val="130000"/>
                <a:buChar char="•"/>
                <a:defRPr kumimoji="1" sz="2800">
                  <a:solidFill>
                    <a:srgbClr val="000066"/>
                  </a:solidFill>
                  <a:latin typeface="Times New Roman" pitchFamily="18" charset="0"/>
                  <a:ea typeface="新細明體" charset="-120"/>
                </a:defRPr>
              </a:lvl2pPr>
              <a:lvl3pPr marL="1143000" indent="-228600" algn="l" eaLnBrk="0" hangingPunct="0">
                <a:spcAft>
                  <a:spcPct val="30000"/>
                </a:spcAft>
                <a:buFont typeface="Wingdings" pitchFamily="2" charset="2"/>
                <a:buChar char="Ø"/>
                <a:defRPr kumimoji="1" sz="2400" b="1">
                  <a:solidFill>
                    <a:srgbClr val="000066"/>
                  </a:solidFill>
                  <a:latin typeface="Times New Roman" pitchFamily="18" charset="0"/>
                  <a:ea typeface="新細明體" charset="-120"/>
                </a:defRPr>
              </a:lvl3pPr>
              <a:lvl4pPr marL="1600200" indent="-228600" algn="l" eaLnBrk="0" hangingPunct="0">
                <a:spcBef>
                  <a:spcPct val="20000"/>
                </a:spcBef>
                <a:buChar char="–"/>
                <a:defRPr kumimoji="1" sz="2000">
                  <a:solidFill>
                    <a:schemeClr val="tx1"/>
                  </a:solidFill>
                  <a:latin typeface="Times New Roman" pitchFamily="18" charset="0"/>
                  <a:ea typeface="新細明體" charset="-120"/>
                </a:defRPr>
              </a:lvl4pPr>
              <a:lvl5pPr marL="2057400" indent="-228600" algn="l" eaLnBrk="0" hangingPunct="0">
                <a:spcBef>
                  <a:spcPct val="20000"/>
                </a:spcBef>
                <a:buChar char="•"/>
                <a:defRPr kumimoji="1" sz="2000">
                  <a:solidFill>
                    <a:schemeClr val="tx1"/>
                  </a:solidFill>
                  <a:latin typeface="Times New Roman" pitchFamily="18" charset="0"/>
                  <a:ea typeface="新細明體" charset="-120"/>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9pPr>
            </a:lstStyle>
            <a:p>
              <a:pPr algn="ctr" eaLnBrk="1" hangingPunct="1">
                <a:spcAft>
                  <a:spcPct val="0"/>
                </a:spcAft>
                <a:buClrTx/>
                <a:buFontTx/>
                <a:buNone/>
              </a:pPr>
              <a:endParaRPr lang="zh-TW" altLang="en-US" sz="3600">
                <a:solidFill>
                  <a:srgbClr val="333399"/>
                </a:solidFill>
                <a:ea typeface="新細明體" charset="-120"/>
              </a:endParaRPr>
            </a:p>
          </p:txBody>
        </p:sp>
        <p:sp>
          <p:nvSpPr>
            <p:cNvPr id="9239" name="Rectangle 20"/>
            <p:cNvSpPr>
              <a:spLocks noChangeArrowheads="1"/>
            </p:cNvSpPr>
            <p:nvPr/>
          </p:nvSpPr>
          <p:spPr bwMode="auto">
            <a:xfrm>
              <a:off x="2112" y="2788"/>
              <a:ext cx="3833" cy="437"/>
            </a:xfrm>
            <a:prstGeom prst="rect">
              <a:avLst/>
            </a:prstGeom>
            <a:noFill/>
            <a:ln w="15875"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lgn="l" eaLnBrk="0" hangingPunct="0">
                <a:spcAft>
                  <a:spcPct val="30000"/>
                </a:spcAft>
                <a:buClr>
                  <a:srgbClr val="993366"/>
                </a:buClr>
                <a:buFont typeface="Wingdings" pitchFamily="2" charset="2"/>
                <a:defRPr kumimoji="1" sz="3200" b="1">
                  <a:solidFill>
                    <a:schemeClr val="tx1"/>
                  </a:solidFill>
                  <a:latin typeface="Times New Roman" pitchFamily="18" charset="0"/>
                  <a:ea typeface="標楷體" pitchFamily="65" charset="-120"/>
                </a:defRPr>
              </a:lvl1pPr>
              <a:lvl2pPr marL="742950" indent="-285750" algn="l" eaLnBrk="0" hangingPunct="0">
                <a:spcAft>
                  <a:spcPct val="30000"/>
                </a:spcAft>
                <a:buClr>
                  <a:srgbClr val="800000"/>
                </a:buClr>
                <a:buSzPct val="130000"/>
                <a:buChar char="•"/>
                <a:defRPr kumimoji="1" sz="2800">
                  <a:solidFill>
                    <a:srgbClr val="000066"/>
                  </a:solidFill>
                  <a:latin typeface="Times New Roman" pitchFamily="18" charset="0"/>
                  <a:ea typeface="新細明體" charset="-120"/>
                </a:defRPr>
              </a:lvl2pPr>
              <a:lvl3pPr marL="1143000" indent="-228600" algn="l" eaLnBrk="0" hangingPunct="0">
                <a:spcAft>
                  <a:spcPct val="30000"/>
                </a:spcAft>
                <a:buFont typeface="Wingdings" pitchFamily="2" charset="2"/>
                <a:buChar char="Ø"/>
                <a:defRPr kumimoji="1" sz="2400" b="1">
                  <a:solidFill>
                    <a:srgbClr val="000066"/>
                  </a:solidFill>
                  <a:latin typeface="Times New Roman" pitchFamily="18" charset="0"/>
                  <a:ea typeface="新細明體" charset="-120"/>
                </a:defRPr>
              </a:lvl3pPr>
              <a:lvl4pPr marL="1600200" indent="-228600" algn="l" eaLnBrk="0" hangingPunct="0">
                <a:spcBef>
                  <a:spcPct val="20000"/>
                </a:spcBef>
                <a:buChar char="–"/>
                <a:defRPr kumimoji="1" sz="2000">
                  <a:solidFill>
                    <a:schemeClr val="tx1"/>
                  </a:solidFill>
                  <a:latin typeface="Times New Roman" pitchFamily="18" charset="0"/>
                  <a:ea typeface="新細明體" charset="-120"/>
                </a:defRPr>
              </a:lvl4pPr>
              <a:lvl5pPr marL="2057400" indent="-228600" algn="l" eaLnBrk="0" hangingPunct="0">
                <a:spcBef>
                  <a:spcPct val="20000"/>
                </a:spcBef>
                <a:buChar char="•"/>
                <a:defRPr kumimoji="1" sz="2000">
                  <a:solidFill>
                    <a:schemeClr val="tx1"/>
                  </a:solidFill>
                  <a:latin typeface="Times New Roman" pitchFamily="18" charset="0"/>
                  <a:ea typeface="新細明體" charset="-120"/>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9pPr>
            </a:lstStyle>
            <a:p>
              <a:pPr algn="ctr" eaLnBrk="1" hangingPunct="1">
                <a:spcAft>
                  <a:spcPct val="0"/>
                </a:spcAft>
                <a:buClrTx/>
                <a:buFontTx/>
                <a:buNone/>
              </a:pPr>
              <a:endParaRPr lang="zh-TW" altLang="en-US" sz="3600">
                <a:solidFill>
                  <a:srgbClr val="333399"/>
                </a:solidFill>
                <a:ea typeface="新細明體" charset="-120"/>
              </a:endParaRPr>
            </a:p>
          </p:txBody>
        </p:sp>
        <p:sp>
          <p:nvSpPr>
            <p:cNvPr id="9240" name="Rectangle 21"/>
            <p:cNvSpPr>
              <a:spLocks noChangeArrowheads="1"/>
            </p:cNvSpPr>
            <p:nvPr/>
          </p:nvSpPr>
          <p:spPr bwMode="auto">
            <a:xfrm>
              <a:off x="4246" y="2910"/>
              <a:ext cx="1903"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Aft>
                  <a:spcPct val="30000"/>
                </a:spcAft>
                <a:buClr>
                  <a:srgbClr val="993366"/>
                </a:buClr>
                <a:buFont typeface="Wingdings" pitchFamily="2" charset="2"/>
                <a:defRPr kumimoji="1" sz="3200" b="1">
                  <a:solidFill>
                    <a:schemeClr val="tx1"/>
                  </a:solidFill>
                  <a:latin typeface="Times New Roman" pitchFamily="18" charset="0"/>
                  <a:ea typeface="標楷體" pitchFamily="65" charset="-120"/>
                </a:defRPr>
              </a:lvl1pPr>
              <a:lvl2pPr marL="742950" indent="-285750" algn="l" eaLnBrk="0" hangingPunct="0">
                <a:spcAft>
                  <a:spcPct val="30000"/>
                </a:spcAft>
                <a:buClr>
                  <a:srgbClr val="800000"/>
                </a:buClr>
                <a:buSzPct val="130000"/>
                <a:buChar char="•"/>
                <a:defRPr kumimoji="1" sz="2800">
                  <a:solidFill>
                    <a:srgbClr val="000066"/>
                  </a:solidFill>
                  <a:latin typeface="Times New Roman" pitchFamily="18" charset="0"/>
                  <a:ea typeface="新細明體" charset="-120"/>
                </a:defRPr>
              </a:lvl2pPr>
              <a:lvl3pPr marL="1143000" indent="-228600" algn="l" eaLnBrk="0" hangingPunct="0">
                <a:spcAft>
                  <a:spcPct val="30000"/>
                </a:spcAft>
                <a:buFont typeface="Wingdings" pitchFamily="2" charset="2"/>
                <a:buChar char="Ø"/>
                <a:defRPr kumimoji="1" sz="2400" b="1">
                  <a:solidFill>
                    <a:srgbClr val="000066"/>
                  </a:solidFill>
                  <a:latin typeface="Times New Roman" pitchFamily="18" charset="0"/>
                  <a:ea typeface="新細明體" charset="-120"/>
                </a:defRPr>
              </a:lvl3pPr>
              <a:lvl4pPr marL="1600200" indent="-228600" algn="l" eaLnBrk="0" hangingPunct="0">
                <a:spcBef>
                  <a:spcPct val="20000"/>
                </a:spcBef>
                <a:buChar char="–"/>
                <a:defRPr kumimoji="1" sz="2000">
                  <a:solidFill>
                    <a:schemeClr val="tx1"/>
                  </a:solidFill>
                  <a:latin typeface="Times New Roman" pitchFamily="18" charset="0"/>
                  <a:ea typeface="新細明體" charset="-120"/>
                </a:defRPr>
              </a:lvl4pPr>
              <a:lvl5pPr marL="2057400" indent="-228600" algn="l" eaLnBrk="0" hangingPunct="0">
                <a:spcBef>
                  <a:spcPct val="20000"/>
                </a:spcBef>
                <a:buChar char="•"/>
                <a:defRPr kumimoji="1" sz="2000">
                  <a:solidFill>
                    <a:schemeClr val="tx1"/>
                  </a:solidFill>
                  <a:latin typeface="Times New Roman" pitchFamily="18" charset="0"/>
                  <a:ea typeface="新細明體" charset="-120"/>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9pPr>
            </a:lstStyle>
            <a:p>
              <a:pPr algn="ctr" eaLnBrk="1" hangingPunct="1">
                <a:spcAft>
                  <a:spcPct val="0"/>
                </a:spcAft>
                <a:buClrTx/>
                <a:buFontTx/>
                <a:buNone/>
              </a:pPr>
              <a:r>
                <a:rPr lang="zh-TW" altLang="zh-TW" sz="2400">
                  <a:solidFill>
                    <a:srgbClr val="333399"/>
                  </a:solidFill>
                </a:rPr>
                <a:t>異常狀態</a:t>
              </a:r>
              <a:r>
                <a:rPr lang="zh-TW" altLang="en-US" sz="2400">
                  <a:solidFill>
                    <a:srgbClr val="333399"/>
                  </a:solidFill>
                </a:rPr>
                <a:t>程序控制層</a:t>
              </a:r>
            </a:p>
          </p:txBody>
        </p:sp>
        <p:sp>
          <p:nvSpPr>
            <p:cNvPr id="9241" name="Rectangle 22"/>
            <p:cNvSpPr>
              <a:spLocks noChangeArrowheads="1"/>
            </p:cNvSpPr>
            <p:nvPr/>
          </p:nvSpPr>
          <p:spPr bwMode="auto">
            <a:xfrm>
              <a:off x="2077" y="2814"/>
              <a:ext cx="846"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Aft>
                  <a:spcPct val="30000"/>
                </a:spcAft>
                <a:buClr>
                  <a:srgbClr val="993366"/>
                </a:buClr>
                <a:buFont typeface="Wingdings" pitchFamily="2" charset="2"/>
                <a:defRPr kumimoji="1" sz="3200" b="1">
                  <a:solidFill>
                    <a:schemeClr val="tx1"/>
                  </a:solidFill>
                  <a:latin typeface="Times New Roman" pitchFamily="18" charset="0"/>
                  <a:ea typeface="標楷體" pitchFamily="65" charset="-120"/>
                </a:defRPr>
              </a:lvl1pPr>
              <a:lvl2pPr marL="742950" indent="-285750" algn="l" eaLnBrk="0" hangingPunct="0">
                <a:spcAft>
                  <a:spcPct val="30000"/>
                </a:spcAft>
                <a:buClr>
                  <a:srgbClr val="800000"/>
                </a:buClr>
                <a:buSzPct val="130000"/>
                <a:buChar char="•"/>
                <a:defRPr kumimoji="1" sz="2800">
                  <a:solidFill>
                    <a:srgbClr val="000066"/>
                  </a:solidFill>
                  <a:latin typeface="Times New Roman" pitchFamily="18" charset="0"/>
                  <a:ea typeface="新細明體" charset="-120"/>
                </a:defRPr>
              </a:lvl2pPr>
              <a:lvl3pPr marL="1143000" indent="-228600" algn="l" eaLnBrk="0" hangingPunct="0">
                <a:spcAft>
                  <a:spcPct val="30000"/>
                </a:spcAft>
                <a:buFont typeface="Wingdings" pitchFamily="2" charset="2"/>
                <a:buChar char="Ø"/>
                <a:defRPr kumimoji="1" sz="2400" b="1">
                  <a:solidFill>
                    <a:srgbClr val="000066"/>
                  </a:solidFill>
                  <a:latin typeface="Times New Roman" pitchFamily="18" charset="0"/>
                  <a:ea typeface="新細明體" charset="-120"/>
                </a:defRPr>
              </a:lvl3pPr>
              <a:lvl4pPr marL="1600200" indent="-228600" algn="l" eaLnBrk="0" hangingPunct="0">
                <a:spcBef>
                  <a:spcPct val="20000"/>
                </a:spcBef>
                <a:buChar char="–"/>
                <a:defRPr kumimoji="1" sz="2000">
                  <a:solidFill>
                    <a:schemeClr val="tx1"/>
                  </a:solidFill>
                  <a:latin typeface="Times New Roman" pitchFamily="18" charset="0"/>
                  <a:ea typeface="新細明體" charset="-120"/>
                </a:defRPr>
              </a:lvl4pPr>
              <a:lvl5pPr marL="2057400" indent="-228600" algn="l" eaLnBrk="0" hangingPunct="0">
                <a:spcBef>
                  <a:spcPct val="20000"/>
                </a:spcBef>
                <a:buChar char="•"/>
                <a:defRPr kumimoji="1" sz="2000">
                  <a:solidFill>
                    <a:schemeClr val="tx1"/>
                  </a:solidFill>
                  <a:latin typeface="Times New Roman" pitchFamily="18" charset="0"/>
                  <a:ea typeface="新細明體" charset="-120"/>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9pPr>
            </a:lstStyle>
            <a:p>
              <a:pPr algn="ctr" eaLnBrk="1" hangingPunct="1">
                <a:spcAft>
                  <a:spcPct val="0"/>
                </a:spcAft>
                <a:buClrTx/>
                <a:buFontTx/>
                <a:buNone/>
              </a:pPr>
              <a:r>
                <a:rPr lang="zh-TW" altLang="en-US" sz="2400">
                  <a:solidFill>
                    <a:srgbClr val="0000FF"/>
                  </a:solidFill>
                </a:rPr>
                <a:t>製程停俥</a:t>
              </a:r>
            </a:p>
          </p:txBody>
        </p:sp>
        <p:sp>
          <p:nvSpPr>
            <p:cNvPr id="9242" name="Rectangle 23"/>
            <p:cNvSpPr>
              <a:spLocks noChangeArrowheads="1"/>
            </p:cNvSpPr>
            <p:nvPr/>
          </p:nvSpPr>
          <p:spPr bwMode="auto">
            <a:xfrm>
              <a:off x="2576" y="3016"/>
              <a:ext cx="0" cy="3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Aft>
                  <a:spcPct val="30000"/>
                </a:spcAft>
                <a:buClr>
                  <a:srgbClr val="993366"/>
                </a:buClr>
                <a:buFont typeface="Wingdings" pitchFamily="2" charset="2"/>
                <a:defRPr kumimoji="1" sz="3200" b="1">
                  <a:solidFill>
                    <a:schemeClr val="tx1"/>
                  </a:solidFill>
                  <a:latin typeface="Times New Roman" pitchFamily="18" charset="0"/>
                  <a:ea typeface="標楷體" pitchFamily="65" charset="-120"/>
                </a:defRPr>
              </a:lvl1pPr>
              <a:lvl2pPr marL="742950" indent="-285750" algn="l" eaLnBrk="0" hangingPunct="0">
                <a:spcAft>
                  <a:spcPct val="30000"/>
                </a:spcAft>
                <a:buClr>
                  <a:srgbClr val="800000"/>
                </a:buClr>
                <a:buSzPct val="130000"/>
                <a:buChar char="•"/>
                <a:defRPr kumimoji="1" sz="2800">
                  <a:solidFill>
                    <a:srgbClr val="000066"/>
                  </a:solidFill>
                  <a:latin typeface="Times New Roman" pitchFamily="18" charset="0"/>
                  <a:ea typeface="新細明體" charset="-120"/>
                </a:defRPr>
              </a:lvl2pPr>
              <a:lvl3pPr marL="1143000" indent="-228600" algn="l" eaLnBrk="0" hangingPunct="0">
                <a:spcAft>
                  <a:spcPct val="30000"/>
                </a:spcAft>
                <a:buFont typeface="Wingdings" pitchFamily="2" charset="2"/>
                <a:buChar char="Ø"/>
                <a:defRPr kumimoji="1" sz="2400" b="1">
                  <a:solidFill>
                    <a:srgbClr val="000066"/>
                  </a:solidFill>
                  <a:latin typeface="Times New Roman" pitchFamily="18" charset="0"/>
                  <a:ea typeface="新細明體" charset="-120"/>
                </a:defRPr>
              </a:lvl3pPr>
              <a:lvl4pPr marL="1600200" indent="-228600" algn="l" eaLnBrk="0" hangingPunct="0">
                <a:spcBef>
                  <a:spcPct val="20000"/>
                </a:spcBef>
                <a:buChar char="–"/>
                <a:defRPr kumimoji="1" sz="2000">
                  <a:solidFill>
                    <a:schemeClr val="tx1"/>
                  </a:solidFill>
                  <a:latin typeface="Times New Roman" pitchFamily="18" charset="0"/>
                  <a:ea typeface="新細明體" charset="-120"/>
                </a:defRPr>
              </a:lvl4pPr>
              <a:lvl5pPr marL="2057400" indent="-228600" algn="l" eaLnBrk="0" hangingPunct="0">
                <a:spcBef>
                  <a:spcPct val="20000"/>
                </a:spcBef>
                <a:buChar char="•"/>
                <a:defRPr kumimoji="1" sz="2000">
                  <a:solidFill>
                    <a:schemeClr val="tx1"/>
                  </a:solidFill>
                  <a:latin typeface="Times New Roman" pitchFamily="18" charset="0"/>
                  <a:ea typeface="新細明體" charset="-120"/>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9pPr>
            </a:lstStyle>
            <a:p>
              <a:pPr algn="ctr" eaLnBrk="1" hangingPunct="1">
                <a:spcAft>
                  <a:spcPct val="0"/>
                </a:spcAft>
                <a:buClrTx/>
                <a:buFontTx/>
                <a:buNone/>
              </a:pPr>
              <a:endParaRPr lang="zh-TW" altLang="zh-TW" sz="3600">
                <a:solidFill>
                  <a:srgbClr val="333399"/>
                </a:solidFill>
                <a:ea typeface="新細明體" charset="-120"/>
              </a:endParaRPr>
            </a:p>
          </p:txBody>
        </p:sp>
        <p:sp>
          <p:nvSpPr>
            <p:cNvPr id="9243" name="Rectangle 24"/>
            <p:cNvSpPr>
              <a:spLocks noChangeArrowheads="1"/>
            </p:cNvSpPr>
            <p:nvPr/>
          </p:nvSpPr>
          <p:spPr bwMode="auto">
            <a:xfrm>
              <a:off x="2112" y="3371"/>
              <a:ext cx="3833" cy="436"/>
            </a:xfrm>
            <a:prstGeom prst="rect">
              <a:avLst/>
            </a:prstGeom>
            <a:solidFill>
              <a:srgbClr val="CC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Aft>
                  <a:spcPct val="30000"/>
                </a:spcAft>
                <a:buClr>
                  <a:srgbClr val="993366"/>
                </a:buClr>
                <a:buFont typeface="Wingdings" pitchFamily="2" charset="2"/>
                <a:defRPr kumimoji="1" sz="3200" b="1">
                  <a:solidFill>
                    <a:schemeClr val="tx1"/>
                  </a:solidFill>
                  <a:latin typeface="Times New Roman" pitchFamily="18" charset="0"/>
                  <a:ea typeface="標楷體" pitchFamily="65" charset="-120"/>
                </a:defRPr>
              </a:lvl1pPr>
              <a:lvl2pPr marL="742950" indent="-285750" algn="l" eaLnBrk="0" hangingPunct="0">
                <a:spcAft>
                  <a:spcPct val="30000"/>
                </a:spcAft>
                <a:buClr>
                  <a:srgbClr val="800000"/>
                </a:buClr>
                <a:buSzPct val="130000"/>
                <a:buChar char="•"/>
                <a:defRPr kumimoji="1" sz="2800">
                  <a:solidFill>
                    <a:srgbClr val="000066"/>
                  </a:solidFill>
                  <a:latin typeface="Times New Roman" pitchFamily="18" charset="0"/>
                  <a:ea typeface="新細明體" charset="-120"/>
                </a:defRPr>
              </a:lvl2pPr>
              <a:lvl3pPr marL="1143000" indent="-228600" algn="l" eaLnBrk="0" hangingPunct="0">
                <a:spcAft>
                  <a:spcPct val="30000"/>
                </a:spcAft>
                <a:buFont typeface="Wingdings" pitchFamily="2" charset="2"/>
                <a:buChar char="Ø"/>
                <a:defRPr kumimoji="1" sz="2400" b="1">
                  <a:solidFill>
                    <a:srgbClr val="000066"/>
                  </a:solidFill>
                  <a:latin typeface="Times New Roman" pitchFamily="18" charset="0"/>
                  <a:ea typeface="新細明體" charset="-120"/>
                </a:defRPr>
              </a:lvl3pPr>
              <a:lvl4pPr marL="1600200" indent="-228600" algn="l" eaLnBrk="0" hangingPunct="0">
                <a:spcBef>
                  <a:spcPct val="20000"/>
                </a:spcBef>
                <a:buChar char="–"/>
                <a:defRPr kumimoji="1" sz="2000">
                  <a:solidFill>
                    <a:schemeClr val="tx1"/>
                  </a:solidFill>
                  <a:latin typeface="Times New Roman" pitchFamily="18" charset="0"/>
                  <a:ea typeface="新細明體" charset="-120"/>
                </a:defRPr>
              </a:lvl4pPr>
              <a:lvl5pPr marL="2057400" indent="-228600" algn="l" eaLnBrk="0" hangingPunct="0">
                <a:spcBef>
                  <a:spcPct val="20000"/>
                </a:spcBef>
                <a:buChar char="•"/>
                <a:defRPr kumimoji="1" sz="2000">
                  <a:solidFill>
                    <a:schemeClr val="tx1"/>
                  </a:solidFill>
                  <a:latin typeface="Times New Roman" pitchFamily="18" charset="0"/>
                  <a:ea typeface="新細明體" charset="-120"/>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9pPr>
            </a:lstStyle>
            <a:p>
              <a:pPr algn="ctr" eaLnBrk="1" hangingPunct="1">
                <a:spcAft>
                  <a:spcPct val="0"/>
                </a:spcAft>
                <a:buClrTx/>
                <a:buFontTx/>
                <a:buNone/>
              </a:pPr>
              <a:endParaRPr lang="zh-TW" altLang="en-US" sz="3600">
                <a:solidFill>
                  <a:srgbClr val="333399"/>
                </a:solidFill>
                <a:ea typeface="新細明體" charset="-120"/>
              </a:endParaRPr>
            </a:p>
          </p:txBody>
        </p:sp>
        <p:sp>
          <p:nvSpPr>
            <p:cNvPr id="9244" name="Rectangle 25"/>
            <p:cNvSpPr>
              <a:spLocks noChangeArrowheads="1"/>
            </p:cNvSpPr>
            <p:nvPr/>
          </p:nvSpPr>
          <p:spPr bwMode="auto">
            <a:xfrm>
              <a:off x="2112" y="3371"/>
              <a:ext cx="3833" cy="436"/>
            </a:xfrm>
            <a:prstGeom prst="rect">
              <a:avLst/>
            </a:prstGeom>
            <a:noFill/>
            <a:ln w="15875"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lgn="l" eaLnBrk="0" hangingPunct="0">
                <a:spcAft>
                  <a:spcPct val="30000"/>
                </a:spcAft>
                <a:buClr>
                  <a:srgbClr val="993366"/>
                </a:buClr>
                <a:buFont typeface="Wingdings" pitchFamily="2" charset="2"/>
                <a:defRPr kumimoji="1" sz="3200" b="1">
                  <a:solidFill>
                    <a:schemeClr val="tx1"/>
                  </a:solidFill>
                  <a:latin typeface="Times New Roman" pitchFamily="18" charset="0"/>
                  <a:ea typeface="標楷體" pitchFamily="65" charset="-120"/>
                </a:defRPr>
              </a:lvl1pPr>
              <a:lvl2pPr marL="742950" indent="-285750" algn="l" eaLnBrk="0" hangingPunct="0">
                <a:spcAft>
                  <a:spcPct val="30000"/>
                </a:spcAft>
                <a:buClr>
                  <a:srgbClr val="800000"/>
                </a:buClr>
                <a:buSzPct val="130000"/>
                <a:buChar char="•"/>
                <a:defRPr kumimoji="1" sz="2800">
                  <a:solidFill>
                    <a:srgbClr val="000066"/>
                  </a:solidFill>
                  <a:latin typeface="Times New Roman" pitchFamily="18" charset="0"/>
                  <a:ea typeface="新細明體" charset="-120"/>
                </a:defRPr>
              </a:lvl2pPr>
              <a:lvl3pPr marL="1143000" indent="-228600" algn="l" eaLnBrk="0" hangingPunct="0">
                <a:spcAft>
                  <a:spcPct val="30000"/>
                </a:spcAft>
                <a:buFont typeface="Wingdings" pitchFamily="2" charset="2"/>
                <a:buChar char="Ø"/>
                <a:defRPr kumimoji="1" sz="2400" b="1">
                  <a:solidFill>
                    <a:srgbClr val="000066"/>
                  </a:solidFill>
                  <a:latin typeface="Times New Roman" pitchFamily="18" charset="0"/>
                  <a:ea typeface="新細明體" charset="-120"/>
                </a:defRPr>
              </a:lvl3pPr>
              <a:lvl4pPr marL="1600200" indent="-228600" algn="l" eaLnBrk="0" hangingPunct="0">
                <a:spcBef>
                  <a:spcPct val="20000"/>
                </a:spcBef>
                <a:buChar char="–"/>
                <a:defRPr kumimoji="1" sz="2000">
                  <a:solidFill>
                    <a:schemeClr val="tx1"/>
                  </a:solidFill>
                  <a:latin typeface="Times New Roman" pitchFamily="18" charset="0"/>
                  <a:ea typeface="新細明體" charset="-120"/>
                </a:defRPr>
              </a:lvl4pPr>
              <a:lvl5pPr marL="2057400" indent="-228600" algn="l" eaLnBrk="0" hangingPunct="0">
                <a:spcBef>
                  <a:spcPct val="20000"/>
                </a:spcBef>
                <a:buChar char="•"/>
                <a:defRPr kumimoji="1" sz="2000">
                  <a:solidFill>
                    <a:schemeClr val="tx1"/>
                  </a:solidFill>
                  <a:latin typeface="Times New Roman" pitchFamily="18" charset="0"/>
                  <a:ea typeface="新細明體" charset="-120"/>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9pPr>
            </a:lstStyle>
            <a:p>
              <a:pPr algn="ctr" eaLnBrk="1" hangingPunct="1">
                <a:spcAft>
                  <a:spcPct val="0"/>
                </a:spcAft>
                <a:buClrTx/>
                <a:buFontTx/>
                <a:buNone/>
              </a:pPr>
              <a:endParaRPr lang="zh-TW" altLang="en-US" sz="3600">
                <a:solidFill>
                  <a:srgbClr val="333399"/>
                </a:solidFill>
                <a:ea typeface="新細明體" charset="-120"/>
              </a:endParaRPr>
            </a:p>
          </p:txBody>
        </p:sp>
        <p:sp>
          <p:nvSpPr>
            <p:cNvPr id="9245" name="Rectangle 26"/>
            <p:cNvSpPr>
              <a:spLocks noChangeArrowheads="1"/>
            </p:cNvSpPr>
            <p:nvPr/>
          </p:nvSpPr>
          <p:spPr bwMode="auto">
            <a:xfrm>
              <a:off x="4239" y="3488"/>
              <a:ext cx="1903"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Aft>
                  <a:spcPct val="30000"/>
                </a:spcAft>
                <a:buClr>
                  <a:srgbClr val="993366"/>
                </a:buClr>
                <a:buFont typeface="Wingdings" pitchFamily="2" charset="2"/>
                <a:defRPr kumimoji="1" sz="3200" b="1">
                  <a:solidFill>
                    <a:schemeClr val="tx1"/>
                  </a:solidFill>
                  <a:latin typeface="Times New Roman" pitchFamily="18" charset="0"/>
                  <a:ea typeface="標楷體" pitchFamily="65" charset="-120"/>
                </a:defRPr>
              </a:lvl1pPr>
              <a:lvl2pPr marL="742950" indent="-285750" algn="l" eaLnBrk="0" hangingPunct="0">
                <a:spcAft>
                  <a:spcPct val="30000"/>
                </a:spcAft>
                <a:buClr>
                  <a:srgbClr val="800000"/>
                </a:buClr>
                <a:buSzPct val="130000"/>
                <a:buChar char="•"/>
                <a:defRPr kumimoji="1" sz="2800">
                  <a:solidFill>
                    <a:srgbClr val="000066"/>
                  </a:solidFill>
                  <a:latin typeface="Times New Roman" pitchFamily="18" charset="0"/>
                  <a:ea typeface="新細明體" charset="-120"/>
                </a:defRPr>
              </a:lvl2pPr>
              <a:lvl3pPr marL="1143000" indent="-228600" algn="l" eaLnBrk="0" hangingPunct="0">
                <a:spcAft>
                  <a:spcPct val="30000"/>
                </a:spcAft>
                <a:buFont typeface="Wingdings" pitchFamily="2" charset="2"/>
                <a:buChar char="Ø"/>
                <a:defRPr kumimoji="1" sz="2400" b="1">
                  <a:solidFill>
                    <a:srgbClr val="000066"/>
                  </a:solidFill>
                  <a:latin typeface="Times New Roman" pitchFamily="18" charset="0"/>
                  <a:ea typeface="新細明體" charset="-120"/>
                </a:defRPr>
              </a:lvl3pPr>
              <a:lvl4pPr marL="1600200" indent="-228600" algn="l" eaLnBrk="0" hangingPunct="0">
                <a:spcBef>
                  <a:spcPct val="20000"/>
                </a:spcBef>
                <a:buChar char="–"/>
                <a:defRPr kumimoji="1" sz="2000">
                  <a:solidFill>
                    <a:schemeClr val="tx1"/>
                  </a:solidFill>
                  <a:latin typeface="Times New Roman" pitchFamily="18" charset="0"/>
                  <a:ea typeface="新細明體" charset="-120"/>
                </a:defRPr>
              </a:lvl4pPr>
              <a:lvl5pPr marL="2057400" indent="-228600" algn="l" eaLnBrk="0" hangingPunct="0">
                <a:spcBef>
                  <a:spcPct val="20000"/>
                </a:spcBef>
                <a:buChar char="•"/>
                <a:defRPr kumimoji="1" sz="2000">
                  <a:solidFill>
                    <a:schemeClr val="tx1"/>
                  </a:solidFill>
                  <a:latin typeface="Times New Roman" pitchFamily="18" charset="0"/>
                  <a:ea typeface="新細明體" charset="-120"/>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9pPr>
            </a:lstStyle>
            <a:p>
              <a:pPr algn="ctr" eaLnBrk="1" hangingPunct="1">
                <a:spcAft>
                  <a:spcPct val="0"/>
                </a:spcAft>
                <a:buClrTx/>
                <a:buFontTx/>
                <a:buNone/>
              </a:pPr>
              <a:r>
                <a:rPr lang="zh-TW" altLang="zh-TW" sz="2400">
                  <a:solidFill>
                    <a:srgbClr val="333399"/>
                  </a:solidFill>
                </a:rPr>
                <a:t>正常狀態</a:t>
              </a:r>
              <a:r>
                <a:rPr lang="zh-TW" altLang="en-US" sz="2400">
                  <a:solidFill>
                    <a:srgbClr val="333399"/>
                  </a:solidFill>
                </a:rPr>
                <a:t>程序控制層</a:t>
              </a:r>
            </a:p>
          </p:txBody>
        </p:sp>
        <p:sp>
          <p:nvSpPr>
            <p:cNvPr id="9246" name="Rectangle 27"/>
            <p:cNvSpPr>
              <a:spLocks noChangeArrowheads="1"/>
            </p:cNvSpPr>
            <p:nvPr/>
          </p:nvSpPr>
          <p:spPr bwMode="auto">
            <a:xfrm>
              <a:off x="2077" y="3391"/>
              <a:ext cx="846"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Aft>
                  <a:spcPct val="30000"/>
                </a:spcAft>
                <a:buClr>
                  <a:srgbClr val="993366"/>
                </a:buClr>
                <a:buFont typeface="Wingdings" pitchFamily="2" charset="2"/>
                <a:defRPr kumimoji="1" sz="3200" b="1">
                  <a:solidFill>
                    <a:schemeClr val="tx1"/>
                  </a:solidFill>
                  <a:latin typeface="Times New Roman" pitchFamily="18" charset="0"/>
                  <a:ea typeface="標楷體" pitchFamily="65" charset="-120"/>
                </a:defRPr>
              </a:lvl1pPr>
              <a:lvl2pPr marL="742950" indent="-285750" algn="l" eaLnBrk="0" hangingPunct="0">
                <a:spcAft>
                  <a:spcPct val="30000"/>
                </a:spcAft>
                <a:buClr>
                  <a:srgbClr val="800000"/>
                </a:buClr>
                <a:buSzPct val="130000"/>
                <a:buChar char="•"/>
                <a:defRPr kumimoji="1" sz="2800">
                  <a:solidFill>
                    <a:srgbClr val="000066"/>
                  </a:solidFill>
                  <a:latin typeface="Times New Roman" pitchFamily="18" charset="0"/>
                  <a:ea typeface="新細明體" charset="-120"/>
                </a:defRPr>
              </a:lvl2pPr>
              <a:lvl3pPr marL="1143000" indent="-228600" algn="l" eaLnBrk="0" hangingPunct="0">
                <a:spcAft>
                  <a:spcPct val="30000"/>
                </a:spcAft>
                <a:buFont typeface="Wingdings" pitchFamily="2" charset="2"/>
                <a:buChar char="Ø"/>
                <a:defRPr kumimoji="1" sz="2400" b="1">
                  <a:solidFill>
                    <a:srgbClr val="000066"/>
                  </a:solidFill>
                  <a:latin typeface="Times New Roman" pitchFamily="18" charset="0"/>
                  <a:ea typeface="新細明體" charset="-120"/>
                </a:defRPr>
              </a:lvl3pPr>
              <a:lvl4pPr marL="1600200" indent="-228600" algn="l" eaLnBrk="0" hangingPunct="0">
                <a:spcBef>
                  <a:spcPct val="20000"/>
                </a:spcBef>
                <a:buChar char="–"/>
                <a:defRPr kumimoji="1" sz="2000">
                  <a:solidFill>
                    <a:schemeClr val="tx1"/>
                  </a:solidFill>
                  <a:latin typeface="Times New Roman" pitchFamily="18" charset="0"/>
                  <a:ea typeface="新細明體" charset="-120"/>
                </a:defRPr>
              </a:lvl4pPr>
              <a:lvl5pPr marL="2057400" indent="-228600" algn="l" eaLnBrk="0" hangingPunct="0">
                <a:spcBef>
                  <a:spcPct val="20000"/>
                </a:spcBef>
                <a:buChar char="•"/>
                <a:defRPr kumimoji="1" sz="2000">
                  <a:solidFill>
                    <a:schemeClr val="tx1"/>
                  </a:solidFill>
                  <a:latin typeface="Times New Roman" pitchFamily="18" charset="0"/>
                  <a:ea typeface="新細明體" charset="-120"/>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9pPr>
            </a:lstStyle>
            <a:p>
              <a:pPr algn="ctr" eaLnBrk="1" hangingPunct="1">
                <a:spcAft>
                  <a:spcPct val="0"/>
                </a:spcAft>
                <a:buClrTx/>
                <a:buFontTx/>
                <a:buNone/>
              </a:pPr>
              <a:r>
                <a:rPr lang="zh-TW" altLang="en-US" sz="2400">
                  <a:solidFill>
                    <a:srgbClr val="333399"/>
                  </a:solidFill>
                </a:rPr>
                <a:t>製程變數</a:t>
              </a:r>
            </a:p>
          </p:txBody>
        </p:sp>
        <p:sp>
          <p:nvSpPr>
            <p:cNvPr id="9247" name="Rectangle 28"/>
            <p:cNvSpPr>
              <a:spLocks noChangeArrowheads="1"/>
            </p:cNvSpPr>
            <p:nvPr/>
          </p:nvSpPr>
          <p:spPr bwMode="auto">
            <a:xfrm>
              <a:off x="2420" y="3594"/>
              <a:ext cx="0" cy="3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Aft>
                  <a:spcPct val="30000"/>
                </a:spcAft>
                <a:buClr>
                  <a:srgbClr val="993366"/>
                </a:buClr>
                <a:buFont typeface="Wingdings" pitchFamily="2" charset="2"/>
                <a:defRPr kumimoji="1" sz="3200" b="1">
                  <a:solidFill>
                    <a:schemeClr val="tx1"/>
                  </a:solidFill>
                  <a:latin typeface="Times New Roman" pitchFamily="18" charset="0"/>
                  <a:ea typeface="標楷體" pitchFamily="65" charset="-120"/>
                </a:defRPr>
              </a:lvl1pPr>
              <a:lvl2pPr marL="742950" indent="-285750" algn="l" eaLnBrk="0" hangingPunct="0">
                <a:spcAft>
                  <a:spcPct val="30000"/>
                </a:spcAft>
                <a:buClr>
                  <a:srgbClr val="800000"/>
                </a:buClr>
                <a:buSzPct val="130000"/>
                <a:buChar char="•"/>
                <a:defRPr kumimoji="1" sz="2800">
                  <a:solidFill>
                    <a:srgbClr val="000066"/>
                  </a:solidFill>
                  <a:latin typeface="Times New Roman" pitchFamily="18" charset="0"/>
                  <a:ea typeface="新細明體" charset="-120"/>
                </a:defRPr>
              </a:lvl2pPr>
              <a:lvl3pPr marL="1143000" indent="-228600" algn="l" eaLnBrk="0" hangingPunct="0">
                <a:spcAft>
                  <a:spcPct val="30000"/>
                </a:spcAft>
                <a:buFont typeface="Wingdings" pitchFamily="2" charset="2"/>
                <a:buChar char="Ø"/>
                <a:defRPr kumimoji="1" sz="2400" b="1">
                  <a:solidFill>
                    <a:srgbClr val="000066"/>
                  </a:solidFill>
                  <a:latin typeface="Times New Roman" pitchFamily="18" charset="0"/>
                  <a:ea typeface="新細明體" charset="-120"/>
                </a:defRPr>
              </a:lvl3pPr>
              <a:lvl4pPr marL="1600200" indent="-228600" algn="l" eaLnBrk="0" hangingPunct="0">
                <a:spcBef>
                  <a:spcPct val="20000"/>
                </a:spcBef>
                <a:buChar char="–"/>
                <a:defRPr kumimoji="1" sz="2000">
                  <a:solidFill>
                    <a:schemeClr val="tx1"/>
                  </a:solidFill>
                  <a:latin typeface="Times New Roman" pitchFamily="18" charset="0"/>
                  <a:ea typeface="新細明體" charset="-120"/>
                </a:defRPr>
              </a:lvl4pPr>
              <a:lvl5pPr marL="2057400" indent="-228600" algn="l" eaLnBrk="0" hangingPunct="0">
                <a:spcBef>
                  <a:spcPct val="20000"/>
                </a:spcBef>
                <a:buChar char="•"/>
                <a:defRPr kumimoji="1" sz="2000">
                  <a:solidFill>
                    <a:schemeClr val="tx1"/>
                  </a:solidFill>
                  <a:latin typeface="Times New Roman" pitchFamily="18" charset="0"/>
                  <a:ea typeface="新細明體" charset="-120"/>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9pPr>
            </a:lstStyle>
            <a:p>
              <a:pPr algn="ctr" eaLnBrk="1" hangingPunct="1">
                <a:spcAft>
                  <a:spcPct val="0"/>
                </a:spcAft>
                <a:buClrTx/>
                <a:buFontTx/>
                <a:buNone/>
              </a:pPr>
              <a:endParaRPr lang="zh-TW" altLang="zh-TW" sz="3600">
                <a:solidFill>
                  <a:srgbClr val="333399"/>
                </a:solidFill>
                <a:ea typeface="新細明體" charset="-120"/>
              </a:endParaRPr>
            </a:p>
          </p:txBody>
        </p:sp>
        <p:sp>
          <p:nvSpPr>
            <p:cNvPr id="9248" name="Rectangle 29"/>
            <p:cNvSpPr>
              <a:spLocks noChangeArrowheads="1"/>
            </p:cNvSpPr>
            <p:nvPr/>
          </p:nvSpPr>
          <p:spPr bwMode="auto">
            <a:xfrm>
              <a:off x="5016" y="2640"/>
              <a:ext cx="705"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Aft>
                  <a:spcPct val="30000"/>
                </a:spcAft>
                <a:buClr>
                  <a:srgbClr val="993366"/>
                </a:buClr>
                <a:buFont typeface="Wingdings" pitchFamily="2" charset="2"/>
                <a:defRPr kumimoji="1" sz="3200" b="1">
                  <a:solidFill>
                    <a:schemeClr val="tx1"/>
                  </a:solidFill>
                  <a:latin typeface="Times New Roman" pitchFamily="18" charset="0"/>
                  <a:ea typeface="標楷體" pitchFamily="65" charset="-120"/>
                </a:defRPr>
              </a:lvl1pPr>
              <a:lvl2pPr marL="742950" indent="-285750" algn="l" eaLnBrk="0" hangingPunct="0">
                <a:spcAft>
                  <a:spcPct val="30000"/>
                </a:spcAft>
                <a:buClr>
                  <a:srgbClr val="800000"/>
                </a:buClr>
                <a:buSzPct val="130000"/>
                <a:buChar char="•"/>
                <a:defRPr kumimoji="1" sz="2800">
                  <a:solidFill>
                    <a:srgbClr val="000066"/>
                  </a:solidFill>
                  <a:latin typeface="Times New Roman" pitchFamily="18" charset="0"/>
                  <a:ea typeface="新細明體" charset="-120"/>
                </a:defRPr>
              </a:lvl2pPr>
              <a:lvl3pPr marL="1143000" indent="-228600" algn="l" eaLnBrk="0" hangingPunct="0">
                <a:spcAft>
                  <a:spcPct val="30000"/>
                </a:spcAft>
                <a:buFont typeface="Wingdings" pitchFamily="2" charset="2"/>
                <a:buChar char="Ø"/>
                <a:defRPr kumimoji="1" sz="2400" b="1">
                  <a:solidFill>
                    <a:srgbClr val="000066"/>
                  </a:solidFill>
                  <a:latin typeface="Times New Roman" pitchFamily="18" charset="0"/>
                  <a:ea typeface="新細明體" charset="-120"/>
                </a:defRPr>
              </a:lvl3pPr>
              <a:lvl4pPr marL="1600200" indent="-228600" algn="l" eaLnBrk="0" hangingPunct="0">
                <a:spcBef>
                  <a:spcPct val="20000"/>
                </a:spcBef>
                <a:buChar char="–"/>
                <a:defRPr kumimoji="1" sz="2000">
                  <a:solidFill>
                    <a:schemeClr val="tx1"/>
                  </a:solidFill>
                  <a:latin typeface="Times New Roman" pitchFamily="18" charset="0"/>
                  <a:ea typeface="新細明體" charset="-120"/>
                </a:defRPr>
              </a:lvl4pPr>
              <a:lvl5pPr marL="2057400" indent="-228600" algn="l" eaLnBrk="0" hangingPunct="0">
                <a:spcBef>
                  <a:spcPct val="20000"/>
                </a:spcBef>
                <a:buChar char="•"/>
                <a:defRPr kumimoji="1" sz="2000">
                  <a:solidFill>
                    <a:schemeClr val="tx1"/>
                  </a:solidFill>
                  <a:latin typeface="Times New Roman" pitchFamily="18" charset="0"/>
                  <a:ea typeface="新細明體" charset="-120"/>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9pPr>
            </a:lstStyle>
            <a:p>
              <a:pPr algn="ctr" eaLnBrk="1" hangingPunct="1">
                <a:spcAft>
                  <a:spcPct val="0"/>
                </a:spcAft>
                <a:buClrTx/>
                <a:buFontTx/>
                <a:buNone/>
              </a:pPr>
              <a:r>
                <a:rPr lang="zh-TW" altLang="en-US" sz="2000">
                  <a:solidFill>
                    <a:srgbClr val="FF0000"/>
                  </a:solidFill>
                </a:rPr>
                <a:t>停俥條件</a:t>
              </a:r>
            </a:p>
          </p:txBody>
        </p:sp>
        <p:sp>
          <p:nvSpPr>
            <p:cNvPr id="9249" name="Rectangle 30"/>
            <p:cNvSpPr>
              <a:spLocks noChangeArrowheads="1"/>
            </p:cNvSpPr>
            <p:nvPr/>
          </p:nvSpPr>
          <p:spPr bwMode="auto">
            <a:xfrm>
              <a:off x="5002" y="3217"/>
              <a:ext cx="705"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Aft>
                  <a:spcPct val="30000"/>
                </a:spcAft>
                <a:buClr>
                  <a:srgbClr val="993366"/>
                </a:buClr>
                <a:buFont typeface="Wingdings" pitchFamily="2" charset="2"/>
                <a:defRPr kumimoji="1" sz="3200" b="1">
                  <a:solidFill>
                    <a:schemeClr val="tx1"/>
                  </a:solidFill>
                  <a:latin typeface="Times New Roman" pitchFamily="18" charset="0"/>
                  <a:ea typeface="標楷體" pitchFamily="65" charset="-120"/>
                </a:defRPr>
              </a:lvl1pPr>
              <a:lvl2pPr marL="742950" indent="-285750" algn="l" eaLnBrk="0" hangingPunct="0">
                <a:spcAft>
                  <a:spcPct val="30000"/>
                </a:spcAft>
                <a:buClr>
                  <a:srgbClr val="800000"/>
                </a:buClr>
                <a:buSzPct val="130000"/>
                <a:buChar char="•"/>
                <a:defRPr kumimoji="1" sz="2800">
                  <a:solidFill>
                    <a:srgbClr val="000066"/>
                  </a:solidFill>
                  <a:latin typeface="Times New Roman" pitchFamily="18" charset="0"/>
                  <a:ea typeface="新細明體" charset="-120"/>
                </a:defRPr>
              </a:lvl2pPr>
              <a:lvl3pPr marL="1143000" indent="-228600" algn="l" eaLnBrk="0" hangingPunct="0">
                <a:spcAft>
                  <a:spcPct val="30000"/>
                </a:spcAft>
                <a:buFont typeface="Wingdings" pitchFamily="2" charset="2"/>
                <a:buChar char="Ø"/>
                <a:defRPr kumimoji="1" sz="2400" b="1">
                  <a:solidFill>
                    <a:srgbClr val="000066"/>
                  </a:solidFill>
                  <a:latin typeface="Times New Roman" pitchFamily="18" charset="0"/>
                  <a:ea typeface="新細明體" charset="-120"/>
                </a:defRPr>
              </a:lvl3pPr>
              <a:lvl4pPr marL="1600200" indent="-228600" algn="l" eaLnBrk="0" hangingPunct="0">
                <a:spcBef>
                  <a:spcPct val="20000"/>
                </a:spcBef>
                <a:buChar char="–"/>
                <a:defRPr kumimoji="1" sz="2000">
                  <a:solidFill>
                    <a:schemeClr val="tx1"/>
                  </a:solidFill>
                  <a:latin typeface="Times New Roman" pitchFamily="18" charset="0"/>
                  <a:ea typeface="新細明體" charset="-120"/>
                </a:defRPr>
              </a:lvl4pPr>
              <a:lvl5pPr marL="2057400" indent="-228600" algn="l" eaLnBrk="0" hangingPunct="0">
                <a:spcBef>
                  <a:spcPct val="20000"/>
                </a:spcBef>
                <a:buChar char="•"/>
                <a:defRPr kumimoji="1" sz="2000">
                  <a:solidFill>
                    <a:schemeClr val="tx1"/>
                  </a:solidFill>
                  <a:latin typeface="Times New Roman" pitchFamily="18" charset="0"/>
                  <a:ea typeface="新細明體" charset="-120"/>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9pPr>
            </a:lstStyle>
            <a:p>
              <a:pPr algn="ctr" eaLnBrk="1" hangingPunct="1">
                <a:spcAft>
                  <a:spcPct val="0"/>
                </a:spcAft>
                <a:buClrTx/>
                <a:buFontTx/>
                <a:buNone/>
              </a:pPr>
              <a:r>
                <a:rPr lang="zh-TW" altLang="en-US" sz="2000">
                  <a:solidFill>
                    <a:srgbClr val="FF0000"/>
                  </a:solidFill>
                </a:rPr>
                <a:t>警報條件</a:t>
              </a:r>
            </a:p>
          </p:txBody>
        </p:sp>
        <p:sp>
          <p:nvSpPr>
            <p:cNvPr id="9250" name="Line 31"/>
            <p:cNvSpPr>
              <a:spLocks noChangeShapeType="1"/>
            </p:cNvSpPr>
            <p:nvPr/>
          </p:nvSpPr>
          <p:spPr bwMode="auto">
            <a:xfrm>
              <a:off x="1078" y="751"/>
              <a:ext cx="1226" cy="0"/>
            </a:xfrm>
            <a:prstGeom prst="line">
              <a:avLst/>
            </a:prstGeom>
            <a:noFill/>
            <a:ln w="25400"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zh-TW" altLang="en-US"/>
            </a:p>
          </p:txBody>
        </p:sp>
        <p:sp>
          <p:nvSpPr>
            <p:cNvPr id="9251" name="Line 32"/>
            <p:cNvSpPr>
              <a:spLocks noChangeShapeType="1"/>
            </p:cNvSpPr>
            <p:nvPr/>
          </p:nvSpPr>
          <p:spPr bwMode="auto">
            <a:xfrm flipH="1">
              <a:off x="1078" y="2170"/>
              <a:ext cx="1226" cy="0"/>
            </a:xfrm>
            <a:prstGeom prst="line">
              <a:avLst/>
            </a:prstGeom>
            <a:noFill/>
            <a:ln w="25400"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zh-TW" altLang="en-US"/>
            </a:p>
          </p:txBody>
        </p:sp>
        <p:sp>
          <p:nvSpPr>
            <p:cNvPr id="9252" name="Line 33"/>
            <p:cNvSpPr>
              <a:spLocks noChangeShapeType="1"/>
            </p:cNvSpPr>
            <p:nvPr/>
          </p:nvSpPr>
          <p:spPr bwMode="auto">
            <a:xfrm flipH="1">
              <a:off x="1078" y="3298"/>
              <a:ext cx="1226" cy="0"/>
            </a:xfrm>
            <a:prstGeom prst="line">
              <a:avLst/>
            </a:prstGeom>
            <a:noFill/>
            <a:ln w="25400"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zh-TW" altLang="en-US"/>
            </a:p>
          </p:txBody>
        </p:sp>
        <p:sp>
          <p:nvSpPr>
            <p:cNvPr id="9253" name="Line 34"/>
            <p:cNvSpPr>
              <a:spLocks noChangeShapeType="1"/>
            </p:cNvSpPr>
            <p:nvPr/>
          </p:nvSpPr>
          <p:spPr bwMode="auto">
            <a:xfrm>
              <a:off x="1202" y="882"/>
              <a:ext cx="0" cy="1157"/>
            </a:xfrm>
            <a:prstGeom prst="line">
              <a:avLst/>
            </a:prstGeom>
            <a:noFill/>
            <a:ln w="25400"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zh-TW" altLang="en-US"/>
            </a:p>
          </p:txBody>
        </p:sp>
        <p:sp>
          <p:nvSpPr>
            <p:cNvPr id="9254" name="Freeform 35"/>
            <p:cNvSpPr>
              <a:spLocks/>
            </p:cNvSpPr>
            <p:nvPr/>
          </p:nvSpPr>
          <p:spPr bwMode="auto">
            <a:xfrm>
              <a:off x="1152" y="751"/>
              <a:ext cx="101" cy="143"/>
            </a:xfrm>
            <a:custGeom>
              <a:avLst/>
              <a:gdLst>
                <a:gd name="T0" fmla="*/ 0 w 101"/>
                <a:gd name="T1" fmla="*/ 143 h 143"/>
                <a:gd name="T2" fmla="*/ 50 w 101"/>
                <a:gd name="T3" fmla="*/ 0 h 143"/>
                <a:gd name="T4" fmla="*/ 101 w 101"/>
                <a:gd name="T5" fmla="*/ 143 h 143"/>
                <a:gd name="T6" fmla="*/ 0 w 101"/>
                <a:gd name="T7" fmla="*/ 143 h 14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01" h="143">
                  <a:moveTo>
                    <a:pt x="0" y="143"/>
                  </a:moveTo>
                  <a:lnTo>
                    <a:pt x="50" y="0"/>
                  </a:lnTo>
                  <a:lnTo>
                    <a:pt x="101" y="143"/>
                  </a:lnTo>
                  <a:lnTo>
                    <a:pt x="0" y="14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TW" altLang="en-US"/>
            </a:p>
          </p:txBody>
        </p:sp>
        <p:sp>
          <p:nvSpPr>
            <p:cNvPr id="9255" name="Freeform 36"/>
            <p:cNvSpPr>
              <a:spLocks/>
            </p:cNvSpPr>
            <p:nvPr/>
          </p:nvSpPr>
          <p:spPr bwMode="auto">
            <a:xfrm>
              <a:off x="1152" y="2027"/>
              <a:ext cx="101" cy="143"/>
            </a:xfrm>
            <a:custGeom>
              <a:avLst/>
              <a:gdLst>
                <a:gd name="T0" fmla="*/ 101 w 101"/>
                <a:gd name="T1" fmla="*/ 0 h 143"/>
                <a:gd name="T2" fmla="*/ 50 w 101"/>
                <a:gd name="T3" fmla="*/ 143 h 143"/>
                <a:gd name="T4" fmla="*/ 0 w 101"/>
                <a:gd name="T5" fmla="*/ 0 h 143"/>
                <a:gd name="T6" fmla="*/ 101 w 101"/>
                <a:gd name="T7" fmla="*/ 0 h 14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01" h="143">
                  <a:moveTo>
                    <a:pt x="101" y="0"/>
                  </a:moveTo>
                  <a:lnTo>
                    <a:pt x="50" y="143"/>
                  </a:lnTo>
                  <a:lnTo>
                    <a:pt x="0" y="0"/>
                  </a:lnTo>
                  <a:lnTo>
                    <a:pt x="10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TW" altLang="en-US"/>
            </a:p>
          </p:txBody>
        </p:sp>
        <p:sp>
          <p:nvSpPr>
            <p:cNvPr id="9256" name="Line 37"/>
            <p:cNvSpPr>
              <a:spLocks noChangeShapeType="1"/>
            </p:cNvSpPr>
            <p:nvPr/>
          </p:nvSpPr>
          <p:spPr bwMode="auto">
            <a:xfrm>
              <a:off x="1202" y="2292"/>
              <a:ext cx="0" cy="865"/>
            </a:xfrm>
            <a:prstGeom prst="line">
              <a:avLst/>
            </a:prstGeom>
            <a:noFill/>
            <a:ln w="25400"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zh-TW" altLang="en-US"/>
            </a:p>
          </p:txBody>
        </p:sp>
        <p:sp>
          <p:nvSpPr>
            <p:cNvPr id="9257" name="Freeform 38"/>
            <p:cNvSpPr>
              <a:spLocks/>
            </p:cNvSpPr>
            <p:nvPr/>
          </p:nvSpPr>
          <p:spPr bwMode="auto">
            <a:xfrm>
              <a:off x="1152" y="2161"/>
              <a:ext cx="101" cy="143"/>
            </a:xfrm>
            <a:custGeom>
              <a:avLst/>
              <a:gdLst>
                <a:gd name="T0" fmla="*/ 0 w 101"/>
                <a:gd name="T1" fmla="*/ 143 h 143"/>
                <a:gd name="T2" fmla="*/ 50 w 101"/>
                <a:gd name="T3" fmla="*/ 0 h 143"/>
                <a:gd name="T4" fmla="*/ 101 w 101"/>
                <a:gd name="T5" fmla="*/ 143 h 143"/>
                <a:gd name="T6" fmla="*/ 0 w 101"/>
                <a:gd name="T7" fmla="*/ 143 h 14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01" h="143">
                  <a:moveTo>
                    <a:pt x="0" y="143"/>
                  </a:moveTo>
                  <a:lnTo>
                    <a:pt x="50" y="0"/>
                  </a:lnTo>
                  <a:lnTo>
                    <a:pt x="101" y="143"/>
                  </a:lnTo>
                  <a:lnTo>
                    <a:pt x="0" y="14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TW" altLang="en-US"/>
            </a:p>
          </p:txBody>
        </p:sp>
        <p:sp>
          <p:nvSpPr>
            <p:cNvPr id="9258" name="Freeform 39"/>
            <p:cNvSpPr>
              <a:spLocks/>
            </p:cNvSpPr>
            <p:nvPr/>
          </p:nvSpPr>
          <p:spPr bwMode="auto">
            <a:xfrm>
              <a:off x="1152" y="3145"/>
              <a:ext cx="101" cy="144"/>
            </a:xfrm>
            <a:custGeom>
              <a:avLst/>
              <a:gdLst>
                <a:gd name="T0" fmla="*/ 101 w 101"/>
                <a:gd name="T1" fmla="*/ 0 h 144"/>
                <a:gd name="T2" fmla="*/ 50 w 101"/>
                <a:gd name="T3" fmla="*/ 144 h 144"/>
                <a:gd name="T4" fmla="*/ 0 w 101"/>
                <a:gd name="T5" fmla="*/ 0 h 144"/>
                <a:gd name="T6" fmla="*/ 101 w 101"/>
                <a:gd name="T7" fmla="*/ 0 h 14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01" h="144">
                  <a:moveTo>
                    <a:pt x="101" y="0"/>
                  </a:moveTo>
                  <a:lnTo>
                    <a:pt x="50" y="144"/>
                  </a:lnTo>
                  <a:lnTo>
                    <a:pt x="0" y="0"/>
                  </a:lnTo>
                  <a:lnTo>
                    <a:pt x="10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TW" altLang="en-US"/>
            </a:p>
          </p:txBody>
        </p:sp>
        <p:sp>
          <p:nvSpPr>
            <p:cNvPr id="9259" name="Rectangle 40"/>
            <p:cNvSpPr>
              <a:spLocks noChangeArrowheads="1"/>
            </p:cNvSpPr>
            <p:nvPr/>
          </p:nvSpPr>
          <p:spPr bwMode="auto">
            <a:xfrm>
              <a:off x="1116" y="772"/>
              <a:ext cx="1057" cy="4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Aft>
                  <a:spcPct val="30000"/>
                </a:spcAft>
                <a:buClr>
                  <a:srgbClr val="993366"/>
                </a:buClr>
                <a:buFont typeface="Wingdings" pitchFamily="2" charset="2"/>
                <a:defRPr kumimoji="1" sz="3200" b="1">
                  <a:solidFill>
                    <a:schemeClr val="tx1"/>
                  </a:solidFill>
                  <a:latin typeface="Times New Roman" pitchFamily="18" charset="0"/>
                  <a:ea typeface="標楷體" pitchFamily="65" charset="-120"/>
                </a:defRPr>
              </a:lvl1pPr>
              <a:lvl2pPr marL="742950" indent="-285750" algn="l" eaLnBrk="0" hangingPunct="0">
                <a:spcAft>
                  <a:spcPct val="30000"/>
                </a:spcAft>
                <a:buClr>
                  <a:srgbClr val="800000"/>
                </a:buClr>
                <a:buSzPct val="130000"/>
                <a:buChar char="•"/>
                <a:defRPr kumimoji="1" sz="2800">
                  <a:solidFill>
                    <a:srgbClr val="000066"/>
                  </a:solidFill>
                  <a:latin typeface="Times New Roman" pitchFamily="18" charset="0"/>
                  <a:ea typeface="新細明體" charset="-120"/>
                </a:defRPr>
              </a:lvl2pPr>
              <a:lvl3pPr marL="1143000" indent="-228600" algn="l" eaLnBrk="0" hangingPunct="0">
                <a:spcAft>
                  <a:spcPct val="30000"/>
                </a:spcAft>
                <a:buFont typeface="Wingdings" pitchFamily="2" charset="2"/>
                <a:buChar char="Ø"/>
                <a:defRPr kumimoji="1" sz="2400" b="1">
                  <a:solidFill>
                    <a:srgbClr val="000066"/>
                  </a:solidFill>
                  <a:latin typeface="Times New Roman" pitchFamily="18" charset="0"/>
                  <a:ea typeface="新細明體" charset="-120"/>
                </a:defRPr>
              </a:lvl3pPr>
              <a:lvl4pPr marL="1600200" indent="-228600" algn="l" eaLnBrk="0" hangingPunct="0">
                <a:spcBef>
                  <a:spcPct val="20000"/>
                </a:spcBef>
                <a:buChar char="–"/>
                <a:defRPr kumimoji="1" sz="2000">
                  <a:solidFill>
                    <a:schemeClr val="tx1"/>
                  </a:solidFill>
                  <a:latin typeface="Times New Roman" pitchFamily="18" charset="0"/>
                  <a:ea typeface="新細明體" charset="-120"/>
                </a:defRPr>
              </a:lvl4pPr>
              <a:lvl5pPr marL="2057400" indent="-228600" algn="l" eaLnBrk="0" hangingPunct="0">
                <a:spcBef>
                  <a:spcPct val="20000"/>
                </a:spcBef>
                <a:buChar char="•"/>
                <a:defRPr kumimoji="1" sz="2000">
                  <a:solidFill>
                    <a:schemeClr val="tx1"/>
                  </a:solidFill>
                  <a:latin typeface="Times New Roman" pitchFamily="18" charset="0"/>
                  <a:ea typeface="新細明體" charset="-120"/>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9pPr>
            </a:lstStyle>
            <a:p>
              <a:pPr algn="ctr" eaLnBrk="1" hangingPunct="1">
                <a:spcAft>
                  <a:spcPct val="0"/>
                </a:spcAft>
                <a:buClrTx/>
                <a:buFontTx/>
                <a:buNone/>
              </a:pPr>
              <a:r>
                <a:rPr lang="zh-TW" altLang="en-US" sz="2400">
                  <a:solidFill>
                    <a:srgbClr val="FF0000"/>
                  </a:solidFill>
                </a:rPr>
                <a:t>廠區和社區</a:t>
              </a:r>
            </a:p>
            <a:p>
              <a:pPr algn="ctr" eaLnBrk="1" hangingPunct="1">
                <a:spcAft>
                  <a:spcPct val="0"/>
                </a:spcAft>
                <a:buClrTx/>
                <a:buFontTx/>
                <a:buNone/>
              </a:pPr>
              <a:r>
                <a:rPr lang="zh-TW" altLang="en-US" sz="2400">
                  <a:solidFill>
                    <a:srgbClr val="FF0000"/>
                  </a:solidFill>
                </a:rPr>
                <a:t>緊急應變</a:t>
              </a:r>
            </a:p>
          </p:txBody>
        </p:sp>
        <p:sp>
          <p:nvSpPr>
            <p:cNvPr id="9260" name="Rectangle 41"/>
            <p:cNvSpPr>
              <a:spLocks noChangeArrowheads="1"/>
            </p:cNvSpPr>
            <p:nvPr/>
          </p:nvSpPr>
          <p:spPr bwMode="auto">
            <a:xfrm>
              <a:off x="1673" y="926"/>
              <a:ext cx="0" cy="3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Aft>
                  <a:spcPct val="30000"/>
                </a:spcAft>
                <a:buClr>
                  <a:srgbClr val="993366"/>
                </a:buClr>
                <a:buFont typeface="Wingdings" pitchFamily="2" charset="2"/>
                <a:defRPr kumimoji="1" sz="3200" b="1">
                  <a:solidFill>
                    <a:schemeClr val="tx1"/>
                  </a:solidFill>
                  <a:latin typeface="Times New Roman" pitchFamily="18" charset="0"/>
                  <a:ea typeface="標楷體" pitchFamily="65" charset="-120"/>
                </a:defRPr>
              </a:lvl1pPr>
              <a:lvl2pPr marL="742950" indent="-285750" algn="l" eaLnBrk="0" hangingPunct="0">
                <a:spcAft>
                  <a:spcPct val="30000"/>
                </a:spcAft>
                <a:buClr>
                  <a:srgbClr val="800000"/>
                </a:buClr>
                <a:buSzPct val="130000"/>
                <a:buChar char="•"/>
                <a:defRPr kumimoji="1" sz="2800">
                  <a:solidFill>
                    <a:srgbClr val="000066"/>
                  </a:solidFill>
                  <a:latin typeface="Times New Roman" pitchFamily="18" charset="0"/>
                  <a:ea typeface="新細明體" charset="-120"/>
                </a:defRPr>
              </a:lvl2pPr>
              <a:lvl3pPr marL="1143000" indent="-228600" algn="l" eaLnBrk="0" hangingPunct="0">
                <a:spcAft>
                  <a:spcPct val="30000"/>
                </a:spcAft>
                <a:buFont typeface="Wingdings" pitchFamily="2" charset="2"/>
                <a:buChar char="Ø"/>
                <a:defRPr kumimoji="1" sz="2400" b="1">
                  <a:solidFill>
                    <a:srgbClr val="000066"/>
                  </a:solidFill>
                  <a:latin typeface="Times New Roman" pitchFamily="18" charset="0"/>
                  <a:ea typeface="新細明體" charset="-120"/>
                </a:defRPr>
              </a:lvl3pPr>
              <a:lvl4pPr marL="1600200" indent="-228600" algn="l" eaLnBrk="0" hangingPunct="0">
                <a:spcBef>
                  <a:spcPct val="20000"/>
                </a:spcBef>
                <a:buChar char="–"/>
                <a:defRPr kumimoji="1" sz="2000">
                  <a:solidFill>
                    <a:schemeClr val="tx1"/>
                  </a:solidFill>
                  <a:latin typeface="Times New Roman" pitchFamily="18" charset="0"/>
                  <a:ea typeface="新細明體" charset="-120"/>
                </a:defRPr>
              </a:lvl4pPr>
              <a:lvl5pPr marL="2057400" indent="-228600" algn="l" eaLnBrk="0" hangingPunct="0">
                <a:spcBef>
                  <a:spcPct val="20000"/>
                </a:spcBef>
                <a:buChar char="•"/>
                <a:defRPr kumimoji="1" sz="2000">
                  <a:solidFill>
                    <a:schemeClr val="tx1"/>
                  </a:solidFill>
                  <a:latin typeface="Times New Roman" pitchFamily="18" charset="0"/>
                  <a:ea typeface="新細明體" charset="-120"/>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9pPr>
            </a:lstStyle>
            <a:p>
              <a:pPr algn="ctr" eaLnBrk="1" hangingPunct="1">
                <a:spcAft>
                  <a:spcPct val="0"/>
                </a:spcAft>
                <a:buClrTx/>
                <a:buFontTx/>
                <a:buNone/>
              </a:pPr>
              <a:endParaRPr lang="zh-TW" altLang="zh-TW" sz="3600">
                <a:solidFill>
                  <a:srgbClr val="333399"/>
                </a:solidFill>
                <a:ea typeface="新細明體" charset="-120"/>
              </a:endParaRPr>
            </a:p>
          </p:txBody>
        </p:sp>
        <p:sp>
          <p:nvSpPr>
            <p:cNvPr id="9261" name="Rectangle 42"/>
            <p:cNvSpPr>
              <a:spLocks noChangeArrowheads="1"/>
            </p:cNvSpPr>
            <p:nvPr/>
          </p:nvSpPr>
          <p:spPr bwMode="auto">
            <a:xfrm>
              <a:off x="1619" y="1080"/>
              <a:ext cx="0" cy="3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Aft>
                  <a:spcPct val="30000"/>
                </a:spcAft>
                <a:buClr>
                  <a:srgbClr val="993366"/>
                </a:buClr>
                <a:buFont typeface="Wingdings" pitchFamily="2" charset="2"/>
                <a:defRPr kumimoji="1" sz="3200" b="1">
                  <a:solidFill>
                    <a:schemeClr val="tx1"/>
                  </a:solidFill>
                  <a:latin typeface="Times New Roman" pitchFamily="18" charset="0"/>
                  <a:ea typeface="標楷體" pitchFamily="65" charset="-120"/>
                </a:defRPr>
              </a:lvl1pPr>
              <a:lvl2pPr marL="742950" indent="-285750" algn="l" eaLnBrk="0" hangingPunct="0">
                <a:spcAft>
                  <a:spcPct val="30000"/>
                </a:spcAft>
                <a:buClr>
                  <a:srgbClr val="800000"/>
                </a:buClr>
                <a:buSzPct val="130000"/>
                <a:buChar char="•"/>
                <a:defRPr kumimoji="1" sz="2800">
                  <a:solidFill>
                    <a:srgbClr val="000066"/>
                  </a:solidFill>
                  <a:latin typeface="Times New Roman" pitchFamily="18" charset="0"/>
                  <a:ea typeface="新細明體" charset="-120"/>
                </a:defRPr>
              </a:lvl2pPr>
              <a:lvl3pPr marL="1143000" indent="-228600" algn="l" eaLnBrk="0" hangingPunct="0">
                <a:spcAft>
                  <a:spcPct val="30000"/>
                </a:spcAft>
                <a:buFont typeface="Wingdings" pitchFamily="2" charset="2"/>
                <a:buChar char="Ø"/>
                <a:defRPr kumimoji="1" sz="2400" b="1">
                  <a:solidFill>
                    <a:srgbClr val="000066"/>
                  </a:solidFill>
                  <a:latin typeface="Times New Roman" pitchFamily="18" charset="0"/>
                  <a:ea typeface="新細明體" charset="-120"/>
                </a:defRPr>
              </a:lvl3pPr>
              <a:lvl4pPr marL="1600200" indent="-228600" algn="l" eaLnBrk="0" hangingPunct="0">
                <a:spcBef>
                  <a:spcPct val="20000"/>
                </a:spcBef>
                <a:buChar char="–"/>
                <a:defRPr kumimoji="1" sz="2000">
                  <a:solidFill>
                    <a:schemeClr val="tx1"/>
                  </a:solidFill>
                  <a:latin typeface="Times New Roman" pitchFamily="18" charset="0"/>
                  <a:ea typeface="新細明體" charset="-120"/>
                </a:defRPr>
              </a:lvl4pPr>
              <a:lvl5pPr marL="2057400" indent="-228600" algn="l" eaLnBrk="0" hangingPunct="0">
                <a:spcBef>
                  <a:spcPct val="20000"/>
                </a:spcBef>
                <a:buChar char="•"/>
                <a:defRPr kumimoji="1" sz="2000">
                  <a:solidFill>
                    <a:schemeClr val="tx1"/>
                  </a:solidFill>
                  <a:latin typeface="Times New Roman" pitchFamily="18" charset="0"/>
                  <a:ea typeface="新細明體" charset="-120"/>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9pPr>
            </a:lstStyle>
            <a:p>
              <a:pPr algn="ctr" eaLnBrk="1" hangingPunct="1">
                <a:spcAft>
                  <a:spcPct val="0"/>
                </a:spcAft>
                <a:buClrTx/>
                <a:buFontTx/>
                <a:buNone/>
              </a:pPr>
              <a:endParaRPr lang="zh-TW" altLang="zh-TW" sz="3600">
                <a:solidFill>
                  <a:srgbClr val="333399"/>
                </a:solidFill>
                <a:ea typeface="新細明體" charset="-120"/>
              </a:endParaRPr>
            </a:p>
          </p:txBody>
        </p:sp>
        <p:sp>
          <p:nvSpPr>
            <p:cNvPr id="9262" name="Rectangle 43"/>
            <p:cNvSpPr>
              <a:spLocks noChangeArrowheads="1"/>
            </p:cNvSpPr>
            <p:nvPr/>
          </p:nvSpPr>
          <p:spPr bwMode="auto">
            <a:xfrm>
              <a:off x="1038" y="1398"/>
              <a:ext cx="899"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Aft>
                  <a:spcPct val="30000"/>
                </a:spcAft>
                <a:buClr>
                  <a:srgbClr val="993366"/>
                </a:buClr>
                <a:buFont typeface="Wingdings" pitchFamily="2" charset="2"/>
                <a:defRPr kumimoji="1" sz="3200" b="1">
                  <a:solidFill>
                    <a:schemeClr val="tx1"/>
                  </a:solidFill>
                  <a:latin typeface="Times New Roman" pitchFamily="18" charset="0"/>
                  <a:ea typeface="標楷體" pitchFamily="65" charset="-120"/>
                </a:defRPr>
              </a:lvl1pPr>
              <a:lvl2pPr marL="742950" indent="-285750" algn="l" eaLnBrk="0" hangingPunct="0">
                <a:spcAft>
                  <a:spcPct val="30000"/>
                </a:spcAft>
                <a:buClr>
                  <a:srgbClr val="800000"/>
                </a:buClr>
                <a:buSzPct val="130000"/>
                <a:buChar char="•"/>
                <a:defRPr kumimoji="1" sz="2800">
                  <a:solidFill>
                    <a:srgbClr val="000066"/>
                  </a:solidFill>
                  <a:latin typeface="Times New Roman" pitchFamily="18" charset="0"/>
                  <a:ea typeface="新細明體" charset="-120"/>
                </a:defRPr>
              </a:lvl2pPr>
              <a:lvl3pPr marL="1143000" indent="-228600" algn="l" eaLnBrk="0" hangingPunct="0">
                <a:spcAft>
                  <a:spcPct val="30000"/>
                </a:spcAft>
                <a:buFont typeface="Wingdings" pitchFamily="2" charset="2"/>
                <a:buChar char="Ø"/>
                <a:defRPr kumimoji="1" sz="2400" b="1">
                  <a:solidFill>
                    <a:srgbClr val="000066"/>
                  </a:solidFill>
                  <a:latin typeface="Times New Roman" pitchFamily="18" charset="0"/>
                  <a:ea typeface="新細明體" charset="-120"/>
                </a:defRPr>
              </a:lvl3pPr>
              <a:lvl4pPr marL="1600200" indent="-228600" algn="l" eaLnBrk="0" hangingPunct="0">
                <a:spcBef>
                  <a:spcPct val="20000"/>
                </a:spcBef>
                <a:buChar char="–"/>
                <a:defRPr kumimoji="1" sz="2000">
                  <a:solidFill>
                    <a:schemeClr val="tx1"/>
                  </a:solidFill>
                  <a:latin typeface="Times New Roman" pitchFamily="18" charset="0"/>
                  <a:ea typeface="新細明體" charset="-120"/>
                </a:defRPr>
              </a:lvl4pPr>
              <a:lvl5pPr marL="2057400" indent="-228600" algn="l" eaLnBrk="0" hangingPunct="0">
                <a:spcBef>
                  <a:spcPct val="20000"/>
                </a:spcBef>
                <a:buChar char="•"/>
                <a:defRPr kumimoji="1" sz="2000">
                  <a:solidFill>
                    <a:schemeClr val="tx1"/>
                  </a:solidFill>
                  <a:latin typeface="Times New Roman" pitchFamily="18" charset="0"/>
                  <a:ea typeface="新細明體" charset="-120"/>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9pPr>
            </a:lstStyle>
            <a:p>
              <a:pPr algn="ctr" eaLnBrk="1" hangingPunct="1">
                <a:spcAft>
                  <a:spcPct val="0"/>
                </a:spcAft>
                <a:buClrTx/>
                <a:buFontTx/>
                <a:buNone/>
              </a:pPr>
              <a:r>
                <a:rPr lang="en-US" altLang="zh-TW" sz="2400">
                  <a:solidFill>
                    <a:srgbClr val="333399"/>
                  </a:solidFill>
                </a:rPr>
                <a:t>     </a:t>
              </a:r>
              <a:r>
                <a:rPr lang="zh-TW" altLang="en-US" sz="2400">
                  <a:solidFill>
                    <a:srgbClr val="FF0000"/>
                  </a:solidFill>
                </a:rPr>
                <a:t>防溢堤</a:t>
              </a:r>
            </a:p>
          </p:txBody>
        </p:sp>
        <p:sp>
          <p:nvSpPr>
            <p:cNvPr id="9263" name="Rectangle 44"/>
            <p:cNvSpPr>
              <a:spLocks noChangeArrowheads="1"/>
            </p:cNvSpPr>
            <p:nvPr/>
          </p:nvSpPr>
          <p:spPr bwMode="auto">
            <a:xfrm>
              <a:off x="1297" y="1764"/>
              <a:ext cx="846" cy="4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Aft>
                  <a:spcPct val="30000"/>
                </a:spcAft>
                <a:buClr>
                  <a:srgbClr val="993366"/>
                </a:buClr>
                <a:buFont typeface="Wingdings" pitchFamily="2" charset="2"/>
                <a:defRPr kumimoji="1" sz="3200" b="1">
                  <a:solidFill>
                    <a:schemeClr val="tx1"/>
                  </a:solidFill>
                  <a:latin typeface="Times New Roman" pitchFamily="18" charset="0"/>
                  <a:ea typeface="標楷體" pitchFamily="65" charset="-120"/>
                </a:defRPr>
              </a:lvl1pPr>
              <a:lvl2pPr marL="742950" indent="-285750" algn="l" eaLnBrk="0" hangingPunct="0">
                <a:spcAft>
                  <a:spcPct val="30000"/>
                </a:spcAft>
                <a:buClr>
                  <a:srgbClr val="800000"/>
                </a:buClr>
                <a:buSzPct val="130000"/>
                <a:buChar char="•"/>
                <a:defRPr kumimoji="1" sz="2800">
                  <a:solidFill>
                    <a:srgbClr val="000066"/>
                  </a:solidFill>
                  <a:latin typeface="Times New Roman" pitchFamily="18" charset="0"/>
                  <a:ea typeface="新細明體" charset="-120"/>
                </a:defRPr>
              </a:lvl2pPr>
              <a:lvl3pPr marL="1143000" indent="-228600" algn="l" eaLnBrk="0" hangingPunct="0">
                <a:spcAft>
                  <a:spcPct val="30000"/>
                </a:spcAft>
                <a:buFont typeface="Wingdings" pitchFamily="2" charset="2"/>
                <a:buChar char="Ø"/>
                <a:defRPr kumimoji="1" sz="2400" b="1">
                  <a:solidFill>
                    <a:srgbClr val="000066"/>
                  </a:solidFill>
                  <a:latin typeface="Times New Roman" pitchFamily="18" charset="0"/>
                  <a:ea typeface="新細明體" charset="-120"/>
                </a:defRPr>
              </a:lvl3pPr>
              <a:lvl4pPr marL="1600200" indent="-228600" algn="l" eaLnBrk="0" hangingPunct="0">
                <a:spcBef>
                  <a:spcPct val="20000"/>
                </a:spcBef>
                <a:buChar char="–"/>
                <a:defRPr kumimoji="1" sz="2000">
                  <a:solidFill>
                    <a:schemeClr val="tx1"/>
                  </a:solidFill>
                  <a:latin typeface="Times New Roman" pitchFamily="18" charset="0"/>
                  <a:ea typeface="新細明體" charset="-120"/>
                </a:defRPr>
              </a:lvl4pPr>
              <a:lvl5pPr marL="2057400" indent="-228600" algn="l" eaLnBrk="0" hangingPunct="0">
                <a:spcBef>
                  <a:spcPct val="20000"/>
                </a:spcBef>
                <a:buChar char="•"/>
                <a:defRPr kumimoji="1" sz="2000">
                  <a:solidFill>
                    <a:schemeClr val="tx1"/>
                  </a:solidFill>
                  <a:latin typeface="Times New Roman" pitchFamily="18" charset="0"/>
                  <a:ea typeface="新細明體" charset="-120"/>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9pPr>
            </a:lstStyle>
            <a:p>
              <a:pPr eaLnBrk="1" hangingPunct="1">
                <a:spcAft>
                  <a:spcPct val="0"/>
                </a:spcAft>
                <a:buClrTx/>
                <a:buFontTx/>
                <a:buNone/>
              </a:pPr>
              <a:r>
                <a:rPr lang="zh-TW" altLang="en-US" sz="2400">
                  <a:solidFill>
                    <a:srgbClr val="FF0000"/>
                  </a:solidFill>
                </a:rPr>
                <a:t>排放閥、</a:t>
              </a:r>
            </a:p>
            <a:p>
              <a:pPr eaLnBrk="1" hangingPunct="1">
                <a:spcAft>
                  <a:spcPct val="0"/>
                </a:spcAft>
                <a:buClrTx/>
                <a:buFontTx/>
                <a:buNone/>
              </a:pPr>
              <a:r>
                <a:rPr lang="zh-TW" altLang="en-US" sz="2400">
                  <a:solidFill>
                    <a:srgbClr val="FF0000"/>
                  </a:solidFill>
                </a:rPr>
                <a:t>破裂盤</a:t>
              </a:r>
            </a:p>
          </p:txBody>
        </p:sp>
        <p:sp>
          <p:nvSpPr>
            <p:cNvPr id="9264" name="Rectangle 45"/>
            <p:cNvSpPr>
              <a:spLocks noChangeArrowheads="1"/>
            </p:cNvSpPr>
            <p:nvPr/>
          </p:nvSpPr>
          <p:spPr bwMode="auto">
            <a:xfrm>
              <a:off x="2054" y="1764"/>
              <a:ext cx="35" cy="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Aft>
                  <a:spcPct val="30000"/>
                </a:spcAft>
                <a:buClr>
                  <a:srgbClr val="993366"/>
                </a:buClr>
                <a:buFont typeface="Wingdings" pitchFamily="2" charset="2"/>
                <a:defRPr kumimoji="1" sz="3200" b="1">
                  <a:solidFill>
                    <a:schemeClr val="tx1"/>
                  </a:solidFill>
                  <a:latin typeface="Times New Roman" pitchFamily="18" charset="0"/>
                  <a:ea typeface="標楷體" pitchFamily="65" charset="-120"/>
                </a:defRPr>
              </a:lvl1pPr>
              <a:lvl2pPr marL="742950" indent="-285750" algn="l" eaLnBrk="0" hangingPunct="0">
                <a:spcAft>
                  <a:spcPct val="30000"/>
                </a:spcAft>
                <a:buClr>
                  <a:srgbClr val="800000"/>
                </a:buClr>
                <a:buSzPct val="130000"/>
                <a:buChar char="•"/>
                <a:defRPr kumimoji="1" sz="2800">
                  <a:solidFill>
                    <a:srgbClr val="000066"/>
                  </a:solidFill>
                  <a:latin typeface="Times New Roman" pitchFamily="18" charset="0"/>
                  <a:ea typeface="新細明體" charset="-120"/>
                </a:defRPr>
              </a:lvl2pPr>
              <a:lvl3pPr marL="1143000" indent="-228600" algn="l" eaLnBrk="0" hangingPunct="0">
                <a:spcAft>
                  <a:spcPct val="30000"/>
                </a:spcAft>
                <a:buFont typeface="Wingdings" pitchFamily="2" charset="2"/>
                <a:buChar char="Ø"/>
                <a:defRPr kumimoji="1" sz="2400" b="1">
                  <a:solidFill>
                    <a:srgbClr val="000066"/>
                  </a:solidFill>
                  <a:latin typeface="Times New Roman" pitchFamily="18" charset="0"/>
                  <a:ea typeface="新細明體" charset="-120"/>
                </a:defRPr>
              </a:lvl3pPr>
              <a:lvl4pPr marL="1600200" indent="-228600" algn="l" eaLnBrk="0" hangingPunct="0">
                <a:spcBef>
                  <a:spcPct val="20000"/>
                </a:spcBef>
                <a:buChar char="–"/>
                <a:defRPr kumimoji="1" sz="2000">
                  <a:solidFill>
                    <a:schemeClr val="tx1"/>
                  </a:solidFill>
                  <a:latin typeface="Times New Roman" pitchFamily="18" charset="0"/>
                  <a:ea typeface="新細明體" charset="-120"/>
                </a:defRPr>
              </a:lvl4pPr>
              <a:lvl5pPr marL="2057400" indent="-228600" algn="l" eaLnBrk="0" hangingPunct="0">
                <a:spcBef>
                  <a:spcPct val="20000"/>
                </a:spcBef>
                <a:buChar char="•"/>
                <a:defRPr kumimoji="1" sz="2000">
                  <a:solidFill>
                    <a:schemeClr val="tx1"/>
                  </a:solidFill>
                  <a:latin typeface="Times New Roman" pitchFamily="18" charset="0"/>
                  <a:ea typeface="新細明體" charset="-120"/>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9pPr>
            </a:lstStyle>
            <a:p>
              <a:pPr algn="ctr" eaLnBrk="1" hangingPunct="1">
                <a:spcAft>
                  <a:spcPct val="0"/>
                </a:spcAft>
                <a:buClrTx/>
                <a:buFontTx/>
                <a:buNone/>
              </a:pPr>
              <a:r>
                <a:rPr lang="en-US" altLang="zh-TW" sz="1600">
                  <a:solidFill>
                    <a:srgbClr val="000000"/>
                  </a:solidFill>
                  <a:ea typeface="新細明體" charset="-120"/>
                </a:rPr>
                <a:t> </a:t>
              </a:r>
              <a:endParaRPr lang="en-US" altLang="zh-TW" sz="3600">
                <a:solidFill>
                  <a:srgbClr val="333399"/>
                </a:solidFill>
                <a:ea typeface="新細明體" charset="-120"/>
              </a:endParaRPr>
            </a:p>
          </p:txBody>
        </p:sp>
        <p:sp>
          <p:nvSpPr>
            <p:cNvPr id="9265" name="Rectangle 46"/>
            <p:cNvSpPr>
              <a:spLocks noChangeArrowheads="1"/>
            </p:cNvSpPr>
            <p:nvPr/>
          </p:nvSpPr>
          <p:spPr bwMode="auto">
            <a:xfrm>
              <a:off x="1723" y="1918"/>
              <a:ext cx="0" cy="3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Aft>
                  <a:spcPct val="30000"/>
                </a:spcAft>
                <a:buClr>
                  <a:srgbClr val="993366"/>
                </a:buClr>
                <a:buFont typeface="Wingdings" pitchFamily="2" charset="2"/>
                <a:defRPr kumimoji="1" sz="3200" b="1">
                  <a:solidFill>
                    <a:schemeClr val="tx1"/>
                  </a:solidFill>
                  <a:latin typeface="Times New Roman" pitchFamily="18" charset="0"/>
                  <a:ea typeface="標楷體" pitchFamily="65" charset="-120"/>
                </a:defRPr>
              </a:lvl1pPr>
              <a:lvl2pPr marL="742950" indent="-285750" algn="l" eaLnBrk="0" hangingPunct="0">
                <a:spcAft>
                  <a:spcPct val="30000"/>
                </a:spcAft>
                <a:buClr>
                  <a:srgbClr val="800000"/>
                </a:buClr>
                <a:buSzPct val="130000"/>
                <a:buChar char="•"/>
                <a:defRPr kumimoji="1" sz="2800">
                  <a:solidFill>
                    <a:srgbClr val="000066"/>
                  </a:solidFill>
                  <a:latin typeface="Times New Roman" pitchFamily="18" charset="0"/>
                  <a:ea typeface="新細明體" charset="-120"/>
                </a:defRPr>
              </a:lvl2pPr>
              <a:lvl3pPr marL="1143000" indent="-228600" algn="l" eaLnBrk="0" hangingPunct="0">
                <a:spcAft>
                  <a:spcPct val="30000"/>
                </a:spcAft>
                <a:buFont typeface="Wingdings" pitchFamily="2" charset="2"/>
                <a:buChar char="Ø"/>
                <a:defRPr kumimoji="1" sz="2400" b="1">
                  <a:solidFill>
                    <a:srgbClr val="000066"/>
                  </a:solidFill>
                  <a:latin typeface="Times New Roman" pitchFamily="18" charset="0"/>
                  <a:ea typeface="新細明體" charset="-120"/>
                </a:defRPr>
              </a:lvl3pPr>
              <a:lvl4pPr marL="1600200" indent="-228600" algn="l" eaLnBrk="0" hangingPunct="0">
                <a:spcBef>
                  <a:spcPct val="20000"/>
                </a:spcBef>
                <a:buChar char="–"/>
                <a:defRPr kumimoji="1" sz="2000">
                  <a:solidFill>
                    <a:schemeClr val="tx1"/>
                  </a:solidFill>
                  <a:latin typeface="Times New Roman" pitchFamily="18" charset="0"/>
                  <a:ea typeface="新細明體" charset="-120"/>
                </a:defRPr>
              </a:lvl4pPr>
              <a:lvl5pPr marL="2057400" indent="-228600" algn="l" eaLnBrk="0" hangingPunct="0">
                <a:spcBef>
                  <a:spcPct val="20000"/>
                </a:spcBef>
                <a:buChar char="•"/>
                <a:defRPr kumimoji="1" sz="2000">
                  <a:solidFill>
                    <a:schemeClr val="tx1"/>
                  </a:solidFill>
                  <a:latin typeface="Times New Roman" pitchFamily="18" charset="0"/>
                  <a:ea typeface="新細明體" charset="-120"/>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9pPr>
            </a:lstStyle>
            <a:p>
              <a:pPr algn="ctr" eaLnBrk="1" hangingPunct="1">
                <a:spcAft>
                  <a:spcPct val="0"/>
                </a:spcAft>
                <a:buClrTx/>
                <a:buFontTx/>
                <a:buNone/>
              </a:pPr>
              <a:endParaRPr lang="zh-TW" altLang="zh-TW" sz="3600">
                <a:solidFill>
                  <a:srgbClr val="333399"/>
                </a:solidFill>
                <a:ea typeface="新細明體" charset="-120"/>
              </a:endParaRPr>
            </a:p>
          </p:txBody>
        </p:sp>
        <p:sp>
          <p:nvSpPr>
            <p:cNvPr id="9266" name="Rectangle 47"/>
            <p:cNvSpPr>
              <a:spLocks noChangeArrowheads="1"/>
            </p:cNvSpPr>
            <p:nvPr/>
          </p:nvSpPr>
          <p:spPr bwMode="auto">
            <a:xfrm>
              <a:off x="1110" y="2197"/>
              <a:ext cx="846" cy="4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Aft>
                  <a:spcPct val="30000"/>
                </a:spcAft>
                <a:buClr>
                  <a:srgbClr val="993366"/>
                </a:buClr>
                <a:buFont typeface="Wingdings" pitchFamily="2" charset="2"/>
                <a:defRPr kumimoji="1" sz="3200" b="1">
                  <a:solidFill>
                    <a:schemeClr val="tx1"/>
                  </a:solidFill>
                  <a:latin typeface="Times New Roman" pitchFamily="18" charset="0"/>
                  <a:ea typeface="標楷體" pitchFamily="65" charset="-120"/>
                </a:defRPr>
              </a:lvl1pPr>
              <a:lvl2pPr marL="742950" indent="-285750" algn="l" eaLnBrk="0" hangingPunct="0">
                <a:spcAft>
                  <a:spcPct val="30000"/>
                </a:spcAft>
                <a:buClr>
                  <a:srgbClr val="800000"/>
                </a:buClr>
                <a:buSzPct val="130000"/>
                <a:buChar char="•"/>
                <a:defRPr kumimoji="1" sz="2800">
                  <a:solidFill>
                    <a:srgbClr val="000066"/>
                  </a:solidFill>
                  <a:latin typeface="Times New Roman" pitchFamily="18" charset="0"/>
                  <a:ea typeface="新細明體" charset="-120"/>
                </a:defRPr>
              </a:lvl2pPr>
              <a:lvl3pPr marL="1143000" indent="-228600" algn="l" eaLnBrk="0" hangingPunct="0">
                <a:spcAft>
                  <a:spcPct val="30000"/>
                </a:spcAft>
                <a:buFont typeface="Wingdings" pitchFamily="2" charset="2"/>
                <a:buChar char="Ø"/>
                <a:defRPr kumimoji="1" sz="2400" b="1">
                  <a:solidFill>
                    <a:srgbClr val="000066"/>
                  </a:solidFill>
                  <a:latin typeface="Times New Roman" pitchFamily="18" charset="0"/>
                  <a:ea typeface="新細明體" charset="-120"/>
                </a:defRPr>
              </a:lvl3pPr>
              <a:lvl4pPr marL="1600200" indent="-228600" algn="l" eaLnBrk="0" hangingPunct="0">
                <a:spcBef>
                  <a:spcPct val="20000"/>
                </a:spcBef>
                <a:buChar char="–"/>
                <a:defRPr kumimoji="1" sz="2000">
                  <a:solidFill>
                    <a:schemeClr val="tx1"/>
                  </a:solidFill>
                  <a:latin typeface="Times New Roman" pitchFamily="18" charset="0"/>
                  <a:ea typeface="新細明體" charset="-120"/>
                </a:defRPr>
              </a:lvl4pPr>
              <a:lvl5pPr marL="2057400" indent="-228600" algn="l" eaLnBrk="0" hangingPunct="0">
                <a:spcBef>
                  <a:spcPct val="20000"/>
                </a:spcBef>
                <a:buChar char="•"/>
                <a:defRPr kumimoji="1" sz="2000">
                  <a:solidFill>
                    <a:schemeClr val="tx1"/>
                  </a:solidFill>
                  <a:latin typeface="Times New Roman" pitchFamily="18" charset="0"/>
                  <a:ea typeface="新細明體" charset="-120"/>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9pPr>
            </a:lstStyle>
            <a:p>
              <a:pPr algn="ctr" eaLnBrk="1" hangingPunct="1">
                <a:spcAft>
                  <a:spcPct val="0"/>
                </a:spcAft>
                <a:buClrTx/>
                <a:buFontTx/>
                <a:buNone/>
              </a:pPr>
              <a:r>
                <a:rPr lang="zh-TW" altLang="en-US" sz="2400">
                  <a:solidFill>
                    <a:srgbClr val="333399"/>
                  </a:solidFill>
                </a:rPr>
                <a:t>安全儀控</a:t>
              </a:r>
            </a:p>
            <a:p>
              <a:pPr algn="ctr" eaLnBrk="1" hangingPunct="1">
                <a:spcAft>
                  <a:spcPct val="0"/>
                </a:spcAft>
                <a:buClrTx/>
                <a:buFontTx/>
                <a:buNone/>
              </a:pPr>
              <a:r>
                <a:rPr lang="zh-TW" altLang="en-US" sz="2400">
                  <a:solidFill>
                    <a:srgbClr val="333399"/>
                  </a:solidFill>
                </a:rPr>
                <a:t>系統</a:t>
              </a:r>
            </a:p>
          </p:txBody>
        </p:sp>
        <p:sp>
          <p:nvSpPr>
            <p:cNvPr id="9267" name="Rectangle 48"/>
            <p:cNvSpPr>
              <a:spLocks noChangeArrowheads="1"/>
            </p:cNvSpPr>
            <p:nvPr/>
          </p:nvSpPr>
          <p:spPr bwMode="auto">
            <a:xfrm>
              <a:off x="1738" y="2351"/>
              <a:ext cx="0" cy="3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Aft>
                  <a:spcPct val="30000"/>
                </a:spcAft>
                <a:buClr>
                  <a:srgbClr val="993366"/>
                </a:buClr>
                <a:buFont typeface="Wingdings" pitchFamily="2" charset="2"/>
                <a:defRPr kumimoji="1" sz="3200" b="1">
                  <a:solidFill>
                    <a:schemeClr val="tx1"/>
                  </a:solidFill>
                  <a:latin typeface="Times New Roman" pitchFamily="18" charset="0"/>
                  <a:ea typeface="標楷體" pitchFamily="65" charset="-120"/>
                </a:defRPr>
              </a:lvl1pPr>
              <a:lvl2pPr marL="742950" indent="-285750" algn="l" eaLnBrk="0" hangingPunct="0">
                <a:spcAft>
                  <a:spcPct val="30000"/>
                </a:spcAft>
                <a:buClr>
                  <a:srgbClr val="800000"/>
                </a:buClr>
                <a:buSzPct val="130000"/>
                <a:buChar char="•"/>
                <a:defRPr kumimoji="1" sz="2800">
                  <a:solidFill>
                    <a:srgbClr val="000066"/>
                  </a:solidFill>
                  <a:latin typeface="Times New Roman" pitchFamily="18" charset="0"/>
                  <a:ea typeface="新細明體" charset="-120"/>
                </a:defRPr>
              </a:lvl2pPr>
              <a:lvl3pPr marL="1143000" indent="-228600" algn="l" eaLnBrk="0" hangingPunct="0">
                <a:spcAft>
                  <a:spcPct val="30000"/>
                </a:spcAft>
                <a:buFont typeface="Wingdings" pitchFamily="2" charset="2"/>
                <a:buChar char="Ø"/>
                <a:defRPr kumimoji="1" sz="2400" b="1">
                  <a:solidFill>
                    <a:srgbClr val="000066"/>
                  </a:solidFill>
                  <a:latin typeface="Times New Roman" pitchFamily="18" charset="0"/>
                  <a:ea typeface="新細明體" charset="-120"/>
                </a:defRPr>
              </a:lvl3pPr>
              <a:lvl4pPr marL="1600200" indent="-228600" algn="l" eaLnBrk="0" hangingPunct="0">
                <a:spcBef>
                  <a:spcPct val="20000"/>
                </a:spcBef>
                <a:buChar char="–"/>
                <a:defRPr kumimoji="1" sz="2000">
                  <a:solidFill>
                    <a:schemeClr val="tx1"/>
                  </a:solidFill>
                  <a:latin typeface="Times New Roman" pitchFamily="18" charset="0"/>
                  <a:ea typeface="新細明體" charset="-120"/>
                </a:defRPr>
              </a:lvl4pPr>
              <a:lvl5pPr marL="2057400" indent="-228600" algn="l" eaLnBrk="0" hangingPunct="0">
                <a:spcBef>
                  <a:spcPct val="20000"/>
                </a:spcBef>
                <a:buChar char="•"/>
                <a:defRPr kumimoji="1" sz="2000">
                  <a:solidFill>
                    <a:schemeClr val="tx1"/>
                  </a:solidFill>
                  <a:latin typeface="Times New Roman" pitchFamily="18" charset="0"/>
                  <a:ea typeface="新細明體" charset="-120"/>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9pPr>
            </a:lstStyle>
            <a:p>
              <a:pPr algn="ctr" eaLnBrk="1" hangingPunct="1">
                <a:spcAft>
                  <a:spcPct val="0"/>
                </a:spcAft>
                <a:buClrTx/>
                <a:buFontTx/>
                <a:buNone/>
              </a:pPr>
              <a:endParaRPr lang="zh-TW" altLang="zh-TW" sz="3600">
                <a:solidFill>
                  <a:srgbClr val="333399"/>
                </a:solidFill>
                <a:ea typeface="新細明體" charset="-120"/>
              </a:endParaRPr>
            </a:p>
          </p:txBody>
        </p:sp>
        <p:sp>
          <p:nvSpPr>
            <p:cNvPr id="9268" name="Rectangle 49"/>
            <p:cNvSpPr>
              <a:spLocks noChangeArrowheads="1"/>
            </p:cNvSpPr>
            <p:nvPr/>
          </p:nvSpPr>
          <p:spPr bwMode="auto">
            <a:xfrm>
              <a:off x="1558" y="2505"/>
              <a:ext cx="0" cy="3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Aft>
                  <a:spcPct val="30000"/>
                </a:spcAft>
                <a:buClr>
                  <a:srgbClr val="993366"/>
                </a:buClr>
                <a:buFont typeface="Wingdings" pitchFamily="2" charset="2"/>
                <a:defRPr kumimoji="1" sz="3200" b="1">
                  <a:solidFill>
                    <a:schemeClr val="tx1"/>
                  </a:solidFill>
                  <a:latin typeface="Times New Roman" pitchFamily="18" charset="0"/>
                  <a:ea typeface="標楷體" pitchFamily="65" charset="-120"/>
                </a:defRPr>
              </a:lvl1pPr>
              <a:lvl2pPr marL="742950" indent="-285750" algn="l" eaLnBrk="0" hangingPunct="0">
                <a:spcAft>
                  <a:spcPct val="30000"/>
                </a:spcAft>
                <a:buClr>
                  <a:srgbClr val="800000"/>
                </a:buClr>
                <a:buSzPct val="130000"/>
                <a:buChar char="•"/>
                <a:defRPr kumimoji="1" sz="2800">
                  <a:solidFill>
                    <a:srgbClr val="000066"/>
                  </a:solidFill>
                  <a:latin typeface="Times New Roman" pitchFamily="18" charset="0"/>
                  <a:ea typeface="新細明體" charset="-120"/>
                </a:defRPr>
              </a:lvl2pPr>
              <a:lvl3pPr marL="1143000" indent="-228600" algn="l" eaLnBrk="0" hangingPunct="0">
                <a:spcAft>
                  <a:spcPct val="30000"/>
                </a:spcAft>
                <a:buFont typeface="Wingdings" pitchFamily="2" charset="2"/>
                <a:buChar char="Ø"/>
                <a:defRPr kumimoji="1" sz="2400" b="1">
                  <a:solidFill>
                    <a:srgbClr val="000066"/>
                  </a:solidFill>
                  <a:latin typeface="Times New Roman" pitchFamily="18" charset="0"/>
                  <a:ea typeface="新細明體" charset="-120"/>
                </a:defRPr>
              </a:lvl3pPr>
              <a:lvl4pPr marL="1600200" indent="-228600" algn="l" eaLnBrk="0" hangingPunct="0">
                <a:spcBef>
                  <a:spcPct val="20000"/>
                </a:spcBef>
                <a:buChar char="–"/>
                <a:defRPr kumimoji="1" sz="2000">
                  <a:solidFill>
                    <a:schemeClr val="tx1"/>
                  </a:solidFill>
                  <a:latin typeface="Times New Roman" pitchFamily="18" charset="0"/>
                  <a:ea typeface="新細明體" charset="-120"/>
                </a:defRPr>
              </a:lvl4pPr>
              <a:lvl5pPr marL="2057400" indent="-228600" algn="l" eaLnBrk="0" hangingPunct="0">
                <a:spcBef>
                  <a:spcPct val="20000"/>
                </a:spcBef>
                <a:buChar char="•"/>
                <a:defRPr kumimoji="1" sz="2000">
                  <a:solidFill>
                    <a:schemeClr val="tx1"/>
                  </a:solidFill>
                  <a:latin typeface="Times New Roman" pitchFamily="18" charset="0"/>
                  <a:ea typeface="新細明體" charset="-120"/>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9pPr>
            </a:lstStyle>
            <a:p>
              <a:pPr algn="ctr" eaLnBrk="1" hangingPunct="1">
                <a:spcAft>
                  <a:spcPct val="0"/>
                </a:spcAft>
                <a:buClrTx/>
                <a:buFontTx/>
                <a:buNone/>
              </a:pPr>
              <a:endParaRPr lang="zh-TW" altLang="zh-TW" sz="3600">
                <a:solidFill>
                  <a:srgbClr val="333399"/>
                </a:solidFill>
                <a:ea typeface="新細明體" charset="-120"/>
              </a:endParaRPr>
            </a:p>
          </p:txBody>
        </p:sp>
        <p:sp>
          <p:nvSpPr>
            <p:cNvPr id="9269" name="Rectangle 50"/>
            <p:cNvSpPr>
              <a:spLocks noChangeArrowheads="1"/>
            </p:cNvSpPr>
            <p:nvPr/>
          </p:nvSpPr>
          <p:spPr bwMode="auto">
            <a:xfrm>
              <a:off x="1211" y="2852"/>
              <a:ext cx="846"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Aft>
                  <a:spcPct val="30000"/>
                </a:spcAft>
                <a:buClr>
                  <a:srgbClr val="993366"/>
                </a:buClr>
                <a:buFont typeface="Wingdings" pitchFamily="2" charset="2"/>
                <a:defRPr kumimoji="1" sz="3200" b="1">
                  <a:solidFill>
                    <a:schemeClr val="tx1"/>
                  </a:solidFill>
                  <a:latin typeface="Times New Roman" pitchFamily="18" charset="0"/>
                  <a:ea typeface="標楷體" pitchFamily="65" charset="-120"/>
                </a:defRPr>
              </a:lvl1pPr>
              <a:lvl2pPr marL="742950" indent="-285750" algn="l" eaLnBrk="0" hangingPunct="0">
                <a:spcAft>
                  <a:spcPct val="30000"/>
                </a:spcAft>
                <a:buClr>
                  <a:srgbClr val="800000"/>
                </a:buClr>
                <a:buSzPct val="130000"/>
                <a:buChar char="•"/>
                <a:defRPr kumimoji="1" sz="2800">
                  <a:solidFill>
                    <a:srgbClr val="000066"/>
                  </a:solidFill>
                  <a:latin typeface="Times New Roman" pitchFamily="18" charset="0"/>
                  <a:ea typeface="新細明體" charset="-120"/>
                </a:defRPr>
              </a:lvl2pPr>
              <a:lvl3pPr marL="1143000" indent="-228600" algn="l" eaLnBrk="0" hangingPunct="0">
                <a:spcAft>
                  <a:spcPct val="30000"/>
                </a:spcAft>
                <a:buFont typeface="Wingdings" pitchFamily="2" charset="2"/>
                <a:buChar char="Ø"/>
                <a:defRPr kumimoji="1" sz="2400" b="1">
                  <a:solidFill>
                    <a:srgbClr val="000066"/>
                  </a:solidFill>
                  <a:latin typeface="Times New Roman" pitchFamily="18" charset="0"/>
                  <a:ea typeface="新細明體" charset="-120"/>
                </a:defRPr>
              </a:lvl3pPr>
              <a:lvl4pPr marL="1600200" indent="-228600" algn="l" eaLnBrk="0" hangingPunct="0">
                <a:spcBef>
                  <a:spcPct val="20000"/>
                </a:spcBef>
                <a:buChar char="–"/>
                <a:defRPr kumimoji="1" sz="2000">
                  <a:solidFill>
                    <a:schemeClr val="tx1"/>
                  </a:solidFill>
                  <a:latin typeface="Times New Roman" pitchFamily="18" charset="0"/>
                  <a:ea typeface="新細明體" charset="-120"/>
                </a:defRPr>
              </a:lvl4pPr>
              <a:lvl5pPr marL="2057400" indent="-228600" algn="l" eaLnBrk="0" hangingPunct="0">
                <a:spcBef>
                  <a:spcPct val="20000"/>
                </a:spcBef>
                <a:buChar char="•"/>
                <a:defRPr kumimoji="1" sz="2000">
                  <a:solidFill>
                    <a:schemeClr val="tx1"/>
                  </a:solidFill>
                  <a:latin typeface="Times New Roman" pitchFamily="18" charset="0"/>
                  <a:ea typeface="新細明體" charset="-120"/>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9pPr>
            </a:lstStyle>
            <a:p>
              <a:pPr algn="ctr" eaLnBrk="1" hangingPunct="1">
                <a:spcAft>
                  <a:spcPct val="0"/>
                </a:spcAft>
                <a:buClrTx/>
                <a:buFontTx/>
                <a:buNone/>
              </a:pPr>
              <a:r>
                <a:rPr lang="zh-TW" altLang="en-US" sz="2400">
                  <a:solidFill>
                    <a:srgbClr val="333399"/>
                  </a:solidFill>
                </a:rPr>
                <a:t>人員介入</a:t>
              </a:r>
            </a:p>
          </p:txBody>
        </p:sp>
        <p:sp>
          <p:nvSpPr>
            <p:cNvPr id="9270" name="Rectangle 51"/>
            <p:cNvSpPr>
              <a:spLocks noChangeArrowheads="1"/>
            </p:cNvSpPr>
            <p:nvPr/>
          </p:nvSpPr>
          <p:spPr bwMode="auto">
            <a:xfrm>
              <a:off x="1703" y="3006"/>
              <a:ext cx="0" cy="3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Aft>
                  <a:spcPct val="30000"/>
                </a:spcAft>
                <a:buClr>
                  <a:srgbClr val="993366"/>
                </a:buClr>
                <a:buFont typeface="Wingdings" pitchFamily="2" charset="2"/>
                <a:defRPr kumimoji="1" sz="3200" b="1">
                  <a:solidFill>
                    <a:schemeClr val="tx1"/>
                  </a:solidFill>
                  <a:latin typeface="Times New Roman" pitchFamily="18" charset="0"/>
                  <a:ea typeface="標楷體" pitchFamily="65" charset="-120"/>
                </a:defRPr>
              </a:lvl1pPr>
              <a:lvl2pPr marL="742950" indent="-285750" algn="l" eaLnBrk="0" hangingPunct="0">
                <a:spcAft>
                  <a:spcPct val="30000"/>
                </a:spcAft>
                <a:buClr>
                  <a:srgbClr val="800000"/>
                </a:buClr>
                <a:buSzPct val="130000"/>
                <a:buChar char="•"/>
                <a:defRPr kumimoji="1" sz="2800">
                  <a:solidFill>
                    <a:srgbClr val="000066"/>
                  </a:solidFill>
                  <a:latin typeface="Times New Roman" pitchFamily="18" charset="0"/>
                  <a:ea typeface="新細明體" charset="-120"/>
                </a:defRPr>
              </a:lvl2pPr>
              <a:lvl3pPr marL="1143000" indent="-228600" algn="l" eaLnBrk="0" hangingPunct="0">
                <a:spcAft>
                  <a:spcPct val="30000"/>
                </a:spcAft>
                <a:buFont typeface="Wingdings" pitchFamily="2" charset="2"/>
                <a:buChar char="Ø"/>
                <a:defRPr kumimoji="1" sz="2400" b="1">
                  <a:solidFill>
                    <a:srgbClr val="000066"/>
                  </a:solidFill>
                  <a:latin typeface="Times New Roman" pitchFamily="18" charset="0"/>
                  <a:ea typeface="新細明體" charset="-120"/>
                </a:defRPr>
              </a:lvl3pPr>
              <a:lvl4pPr marL="1600200" indent="-228600" algn="l" eaLnBrk="0" hangingPunct="0">
                <a:spcBef>
                  <a:spcPct val="20000"/>
                </a:spcBef>
                <a:buChar char="–"/>
                <a:defRPr kumimoji="1" sz="2000">
                  <a:solidFill>
                    <a:schemeClr val="tx1"/>
                  </a:solidFill>
                  <a:latin typeface="Times New Roman" pitchFamily="18" charset="0"/>
                  <a:ea typeface="新細明體" charset="-120"/>
                </a:defRPr>
              </a:lvl4pPr>
              <a:lvl5pPr marL="2057400" indent="-228600" algn="l" eaLnBrk="0" hangingPunct="0">
                <a:spcBef>
                  <a:spcPct val="20000"/>
                </a:spcBef>
                <a:buChar char="•"/>
                <a:defRPr kumimoji="1" sz="2000">
                  <a:solidFill>
                    <a:schemeClr val="tx1"/>
                  </a:solidFill>
                  <a:latin typeface="Times New Roman" pitchFamily="18" charset="0"/>
                  <a:ea typeface="新細明體" charset="-120"/>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9pPr>
            </a:lstStyle>
            <a:p>
              <a:pPr algn="ctr" eaLnBrk="1" hangingPunct="1">
                <a:spcAft>
                  <a:spcPct val="0"/>
                </a:spcAft>
                <a:buClrTx/>
                <a:buFontTx/>
                <a:buNone/>
              </a:pPr>
              <a:endParaRPr lang="zh-TW" altLang="zh-TW" sz="3600">
                <a:solidFill>
                  <a:srgbClr val="333399"/>
                </a:solidFill>
                <a:ea typeface="新細明體" charset="-120"/>
              </a:endParaRPr>
            </a:p>
          </p:txBody>
        </p:sp>
        <p:sp>
          <p:nvSpPr>
            <p:cNvPr id="9271" name="Rectangle 52"/>
            <p:cNvSpPr>
              <a:spLocks noChangeArrowheads="1"/>
            </p:cNvSpPr>
            <p:nvPr/>
          </p:nvSpPr>
          <p:spPr bwMode="auto">
            <a:xfrm>
              <a:off x="1085" y="3294"/>
              <a:ext cx="846" cy="4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Aft>
                  <a:spcPct val="30000"/>
                </a:spcAft>
                <a:buClr>
                  <a:srgbClr val="993366"/>
                </a:buClr>
                <a:buFont typeface="Wingdings" pitchFamily="2" charset="2"/>
                <a:defRPr kumimoji="1" sz="3200" b="1">
                  <a:solidFill>
                    <a:schemeClr val="tx1"/>
                  </a:solidFill>
                  <a:latin typeface="Times New Roman" pitchFamily="18" charset="0"/>
                  <a:ea typeface="標楷體" pitchFamily="65" charset="-120"/>
                </a:defRPr>
              </a:lvl1pPr>
              <a:lvl2pPr marL="742950" indent="-285750" algn="l" eaLnBrk="0" hangingPunct="0">
                <a:spcAft>
                  <a:spcPct val="30000"/>
                </a:spcAft>
                <a:buClr>
                  <a:srgbClr val="800000"/>
                </a:buClr>
                <a:buSzPct val="130000"/>
                <a:buChar char="•"/>
                <a:defRPr kumimoji="1" sz="2800">
                  <a:solidFill>
                    <a:srgbClr val="000066"/>
                  </a:solidFill>
                  <a:latin typeface="Times New Roman" pitchFamily="18" charset="0"/>
                  <a:ea typeface="新細明體" charset="-120"/>
                </a:defRPr>
              </a:lvl2pPr>
              <a:lvl3pPr marL="1143000" indent="-228600" algn="l" eaLnBrk="0" hangingPunct="0">
                <a:spcAft>
                  <a:spcPct val="30000"/>
                </a:spcAft>
                <a:buFont typeface="Wingdings" pitchFamily="2" charset="2"/>
                <a:buChar char="Ø"/>
                <a:defRPr kumimoji="1" sz="2400" b="1">
                  <a:solidFill>
                    <a:srgbClr val="000066"/>
                  </a:solidFill>
                  <a:latin typeface="Times New Roman" pitchFamily="18" charset="0"/>
                  <a:ea typeface="新細明體" charset="-120"/>
                </a:defRPr>
              </a:lvl3pPr>
              <a:lvl4pPr marL="1600200" indent="-228600" algn="l" eaLnBrk="0" hangingPunct="0">
                <a:spcBef>
                  <a:spcPct val="20000"/>
                </a:spcBef>
                <a:buChar char="–"/>
                <a:defRPr kumimoji="1" sz="2000">
                  <a:solidFill>
                    <a:schemeClr val="tx1"/>
                  </a:solidFill>
                  <a:latin typeface="Times New Roman" pitchFamily="18" charset="0"/>
                  <a:ea typeface="新細明體" charset="-120"/>
                </a:defRPr>
              </a:lvl4pPr>
              <a:lvl5pPr marL="2057400" indent="-228600" algn="l" eaLnBrk="0" hangingPunct="0">
                <a:spcBef>
                  <a:spcPct val="20000"/>
                </a:spcBef>
                <a:buChar char="•"/>
                <a:defRPr kumimoji="1" sz="2000">
                  <a:solidFill>
                    <a:schemeClr val="tx1"/>
                  </a:solidFill>
                  <a:latin typeface="Times New Roman" pitchFamily="18" charset="0"/>
                  <a:ea typeface="新細明體" charset="-120"/>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9pPr>
            </a:lstStyle>
            <a:p>
              <a:pPr algn="ctr" eaLnBrk="1" hangingPunct="1">
                <a:spcAft>
                  <a:spcPct val="0"/>
                </a:spcAft>
                <a:buClrTx/>
                <a:buFontTx/>
                <a:buNone/>
              </a:pPr>
              <a:r>
                <a:rPr lang="zh-TW" altLang="en-US" sz="2400">
                  <a:solidFill>
                    <a:srgbClr val="333399"/>
                  </a:solidFill>
                </a:rPr>
                <a:t>基本程序</a:t>
              </a:r>
            </a:p>
            <a:p>
              <a:pPr algn="ctr" eaLnBrk="1" hangingPunct="1">
                <a:spcAft>
                  <a:spcPct val="0"/>
                </a:spcAft>
                <a:buClrTx/>
                <a:buFontTx/>
                <a:buNone/>
              </a:pPr>
              <a:r>
                <a:rPr lang="zh-TW" altLang="en-US" sz="2400">
                  <a:solidFill>
                    <a:srgbClr val="333399"/>
                  </a:solidFill>
                </a:rPr>
                <a:t>控制系統</a:t>
              </a:r>
            </a:p>
          </p:txBody>
        </p:sp>
        <p:sp>
          <p:nvSpPr>
            <p:cNvPr id="9272" name="Rectangle 53"/>
            <p:cNvSpPr>
              <a:spLocks noChangeArrowheads="1"/>
            </p:cNvSpPr>
            <p:nvPr/>
          </p:nvSpPr>
          <p:spPr bwMode="auto">
            <a:xfrm>
              <a:off x="1569" y="3448"/>
              <a:ext cx="0" cy="3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Aft>
                  <a:spcPct val="30000"/>
                </a:spcAft>
                <a:buClr>
                  <a:srgbClr val="993366"/>
                </a:buClr>
                <a:buFont typeface="Wingdings" pitchFamily="2" charset="2"/>
                <a:defRPr kumimoji="1" sz="3200" b="1">
                  <a:solidFill>
                    <a:schemeClr val="tx1"/>
                  </a:solidFill>
                  <a:latin typeface="Times New Roman" pitchFamily="18" charset="0"/>
                  <a:ea typeface="標楷體" pitchFamily="65" charset="-120"/>
                </a:defRPr>
              </a:lvl1pPr>
              <a:lvl2pPr marL="742950" indent="-285750" algn="l" eaLnBrk="0" hangingPunct="0">
                <a:spcAft>
                  <a:spcPct val="30000"/>
                </a:spcAft>
                <a:buClr>
                  <a:srgbClr val="800000"/>
                </a:buClr>
                <a:buSzPct val="130000"/>
                <a:buChar char="•"/>
                <a:defRPr kumimoji="1" sz="2800">
                  <a:solidFill>
                    <a:srgbClr val="000066"/>
                  </a:solidFill>
                  <a:latin typeface="Times New Roman" pitchFamily="18" charset="0"/>
                  <a:ea typeface="新細明體" charset="-120"/>
                </a:defRPr>
              </a:lvl2pPr>
              <a:lvl3pPr marL="1143000" indent="-228600" algn="l" eaLnBrk="0" hangingPunct="0">
                <a:spcAft>
                  <a:spcPct val="30000"/>
                </a:spcAft>
                <a:buFont typeface="Wingdings" pitchFamily="2" charset="2"/>
                <a:buChar char="Ø"/>
                <a:defRPr kumimoji="1" sz="2400" b="1">
                  <a:solidFill>
                    <a:srgbClr val="000066"/>
                  </a:solidFill>
                  <a:latin typeface="Times New Roman" pitchFamily="18" charset="0"/>
                  <a:ea typeface="新細明體" charset="-120"/>
                </a:defRPr>
              </a:lvl3pPr>
              <a:lvl4pPr marL="1600200" indent="-228600" algn="l" eaLnBrk="0" hangingPunct="0">
                <a:spcBef>
                  <a:spcPct val="20000"/>
                </a:spcBef>
                <a:buChar char="–"/>
                <a:defRPr kumimoji="1" sz="2000">
                  <a:solidFill>
                    <a:schemeClr val="tx1"/>
                  </a:solidFill>
                  <a:latin typeface="Times New Roman" pitchFamily="18" charset="0"/>
                  <a:ea typeface="新細明體" charset="-120"/>
                </a:defRPr>
              </a:lvl4pPr>
              <a:lvl5pPr marL="2057400" indent="-228600" algn="l" eaLnBrk="0" hangingPunct="0">
                <a:spcBef>
                  <a:spcPct val="20000"/>
                </a:spcBef>
                <a:buChar char="•"/>
                <a:defRPr kumimoji="1" sz="2000">
                  <a:solidFill>
                    <a:schemeClr val="tx1"/>
                  </a:solidFill>
                  <a:latin typeface="Times New Roman" pitchFamily="18" charset="0"/>
                  <a:ea typeface="新細明體" charset="-120"/>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9pPr>
            </a:lstStyle>
            <a:p>
              <a:pPr algn="ctr" eaLnBrk="1" hangingPunct="1">
                <a:spcAft>
                  <a:spcPct val="0"/>
                </a:spcAft>
                <a:buClrTx/>
                <a:buFontTx/>
                <a:buNone/>
              </a:pPr>
              <a:endParaRPr lang="zh-TW" altLang="zh-TW" sz="3600">
                <a:solidFill>
                  <a:srgbClr val="333399"/>
                </a:solidFill>
                <a:ea typeface="新細明體" charset="-120"/>
              </a:endParaRPr>
            </a:p>
          </p:txBody>
        </p:sp>
        <p:sp>
          <p:nvSpPr>
            <p:cNvPr id="9273" name="Rectangle 54"/>
            <p:cNvSpPr>
              <a:spLocks noChangeArrowheads="1"/>
            </p:cNvSpPr>
            <p:nvPr/>
          </p:nvSpPr>
          <p:spPr bwMode="auto">
            <a:xfrm>
              <a:off x="1574" y="3602"/>
              <a:ext cx="0" cy="3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Aft>
                  <a:spcPct val="30000"/>
                </a:spcAft>
                <a:buClr>
                  <a:srgbClr val="993366"/>
                </a:buClr>
                <a:buFont typeface="Wingdings" pitchFamily="2" charset="2"/>
                <a:defRPr kumimoji="1" sz="3200" b="1">
                  <a:solidFill>
                    <a:schemeClr val="tx1"/>
                  </a:solidFill>
                  <a:latin typeface="Times New Roman" pitchFamily="18" charset="0"/>
                  <a:ea typeface="標楷體" pitchFamily="65" charset="-120"/>
                </a:defRPr>
              </a:lvl1pPr>
              <a:lvl2pPr marL="742950" indent="-285750" algn="l" eaLnBrk="0" hangingPunct="0">
                <a:spcAft>
                  <a:spcPct val="30000"/>
                </a:spcAft>
                <a:buClr>
                  <a:srgbClr val="800000"/>
                </a:buClr>
                <a:buSzPct val="130000"/>
                <a:buChar char="•"/>
                <a:defRPr kumimoji="1" sz="2800">
                  <a:solidFill>
                    <a:srgbClr val="000066"/>
                  </a:solidFill>
                  <a:latin typeface="Times New Roman" pitchFamily="18" charset="0"/>
                  <a:ea typeface="新細明體" charset="-120"/>
                </a:defRPr>
              </a:lvl2pPr>
              <a:lvl3pPr marL="1143000" indent="-228600" algn="l" eaLnBrk="0" hangingPunct="0">
                <a:spcAft>
                  <a:spcPct val="30000"/>
                </a:spcAft>
                <a:buFont typeface="Wingdings" pitchFamily="2" charset="2"/>
                <a:buChar char="Ø"/>
                <a:defRPr kumimoji="1" sz="2400" b="1">
                  <a:solidFill>
                    <a:srgbClr val="000066"/>
                  </a:solidFill>
                  <a:latin typeface="Times New Roman" pitchFamily="18" charset="0"/>
                  <a:ea typeface="新細明體" charset="-120"/>
                </a:defRPr>
              </a:lvl3pPr>
              <a:lvl4pPr marL="1600200" indent="-228600" algn="l" eaLnBrk="0" hangingPunct="0">
                <a:spcBef>
                  <a:spcPct val="20000"/>
                </a:spcBef>
                <a:buChar char="–"/>
                <a:defRPr kumimoji="1" sz="2000">
                  <a:solidFill>
                    <a:schemeClr val="tx1"/>
                  </a:solidFill>
                  <a:latin typeface="Times New Roman" pitchFamily="18" charset="0"/>
                  <a:ea typeface="新細明體" charset="-120"/>
                </a:defRPr>
              </a:lvl4pPr>
              <a:lvl5pPr marL="2057400" indent="-228600" algn="l" eaLnBrk="0" hangingPunct="0">
                <a:spcBef>
                  <a:spcPct val="20000"/>
                </a:spcBef>
                <a:buChar char="•"/>
                <a:defRPr kumimoji="1" sz="2000">
                  <a:solidFill>
                    <a:schemeClr val="tx1"/>
                  </a:solidFill>
                  <a:latin typeface="Times New Roman" pitchFamily="18" charset="0"/>
                  <a:ea typeface="新細明體" charset="-120"/>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9pPr>
            </a:lstStyle>
            <a:p>
              <a:pPr algn="ctr" eaLnBrk="1" hangingPunct="1">
                <a:spcAft>
                  <a:spcPct val="0"/>
                </a:spcAft>
                <a:buClrTx/>
                <a:buFontTx/>
                <a:buNone/>
              </a:pPr>
              <a:endParaRPr lang="zh-TW" altLang="zh-TW" sz="3600">
                <a:solidFill>
                  <a:srgbClr val="333399"/>
                </a:solidFill>
                <a:ea typeface="新細明體" charset="-120"/>
              </a:endParaRPr>
            </a:p>
          </p:txBody>
        </p:sp>
        <p:sp>
          <p:nvSpPr>
            <p:cNvPr id="9274" name="Rectangle 55"/>
            <p:cNvSpPr>
              <a:spLocks noChangeArrowheads="1"/>
            </p:cNvSpPr>
            <p:nvPr/>
          </p:nvSpPr>
          <p:spPr bwMode="auto">
            <a:xfrm>
              <a:off x="1558" y="3756"/>
              <a:ext cx="0" cy="3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Aft>
                  <a:spcPct val="30000"/>
                </a:spcAft>
                <a:buClr>
                  <a:srgbClr val="993366"/>
                </a:buClr>
                <a:buFont typeface="Wingdings" pitchFamily="2" charset="2"/>
                <a:defRPr kumimoji="1" sz="3200" b="1">
                  <a:solidFill>
                    <a:schemeClr val="tx1"/>
                  </a:solidFill>
                  <a:latin typeface="Times New Roman" pitchFamily="18" charset="0"/>
                  <a:ea typeface="標楷體" pitchFamily="65" charset="-120"/>
                </a:defRPr>
              </a:lvl1pPr>
              <a:lvl2pPr marL="742950" indent="-285750" algn="l" eaLnBrk="0" hangingPunct="0">
                <a:spcAft>
                  <a:spcPct val="30000"/>
                </a:spcAft>
                <a:buClr>
                  <a:srgbClr val="800000"/>
                </a:buClr>
                <a:buSzPct val="130000"/>
                <a:buChar char="•"/>
                <a:defRPr kumimoji="1" sz="2800">
                  <a:solidFill>
                    <a:srgbClr val="000066"/>
                  </a:solidFill>
                  <a:latin typeface="Times New Roman" pitchFamily="18" charset="0"/>
                  <a:ea typeface="新細明體" charset="-120"/>
                </a:defRPr>
              </a:lvl2pPr>
              <a:lvl3pPr marL="1143000" indent="-228600" algn="l" eaLnBrk="0" hangingPunct="0">
                <a:spcAft>
                  <a:spcPct val="30000"/>
                </a:spcAft>
                <a:buFont typeface="Wingdings" pitchFamily="2" charset="2"/>
                <a:buChar char="Ø"/>
                <a:defRPr kumimoji="1" sz="2400" b="1">
                  <a:solidFill>
                    <a:srgbClr val="000066"/>
                  </a:solidFill>
                  <a:latin typeface="Times New Roman" pitchFamily="18" charset="0"/>
                  <a:ea typeface="新細明體" charset="-120"/>
                </a:defRPr>
              </a:lvl3pPr>
              <a:lvl4pPr marL="1600200" indent="-228600" algn="l" eaLnBrk="0" hangingPunct="0">
                <a:spcBef>
                  <a:spcPct val="20000"/>
                </a:spcBef>
                <a:buChar char="–"/>
                <a:defRPr kumimoji="1" sz="2000">
                  <a:solidFill>
                    <a:schemeClr val="tx1"/>
                  </a:solidFill>
                  <a:latin typeface="Times New Roman" pitchFamily="18" charset="0"/>
                  <a:ea typeface="新細明體" charset="-120"/>
                </a:defRPr>
              </a:lvl4pPr>
              <a:lvl5pPr marL="2057400" indent="-228600" algn="l" eaLnBrk="0" hangingPunct="0">
                <a:spcBef>
                  <a:spcPct val="20000"/>
                </a:spcBef>
                <a:buChar char="•"/>
                <a:defRPr kumimoji="1" sz="2000">
                  <a:solidFill>
                    <a:schemeClr val="tx1"/>
                  </a:solidFill>
                  <a:latin typeface="Times New Roman" pitchFamily="18" charset="0"/>
                  <a:ea typeface="新細明體" charset="-120"/>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9pPr>
            </a:lstStyle>
            <a:p>
              <a:pPr algn="ctr" eaLnBrk="1" hangingPunct="1">
                <a:spcAft>
                  <a:spcPct val="0"/>
                </a:spcAft>
                <a:buClrTx/>
                <a:buFontTx/>
                <a:buNone/>
              </a:pPr>
              <a:endParaRPr lang="zh-TW" altLang="zh-TW" sz="3600">
                <a:solidFill>
                  <a:srgbClr val="333399"/>
                </a:solidFill>
                <a:ea typeface="新細明體" charset="-120"/>
              </a:endParaRPr>
            </a:p>
          </p:txBody>
        </p:sp>
        <p:sp>
          <p:nvSpPr>
            <p:cNvPr id="9275" name="Rectangle 56"/>
            <p:cNvSpPr>
              <a:spLocks noChangeArrowheads="1"/>
            </p:cNvSpPr>
            <p:nvPr/>
          </p:nvSpPr>
          <p:spPr bwMode="auto">
            <a:xfrm>
              <a:off x="309" y="1360"/>
              <a:ext cx="846"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Aft>
                  <a:spcPct val="30000"/>
                </a:spcAft>
                <a:buClr>
                  <a:srgbClr val="993366"/>
                </a:buClr>
                <a:buFont typeface="Wingdings" pitchFamily="2" charset="2"/>
                <a:defRPr kumimoji="1" sz="3200" b="1">
                  <a:solidFill>
                    <a:schemeClr val="tx1"/>
                  </a:solidFill>
                  <a:latin typeface="Times New Roman" pitchFamily="18" charset="0"/>
                  <a:ea typeface="標楷體" pitchFamily="65" charset="-120"/>
                </a:defRPr>
              </a:lvl1pPr>
              <a:lvl2pPr marL="742950" indent="-285750" algn="l" eaLnBrk="0" hangingPunct="0">
                <a:spcAft>
                  <a:spcPct val="30000"/>
                </a:spcAft>
                <a:buClr>
                  <a:srgbClr val="800000"/>
                </a:buClr>
                <a:buSzPct val="130000"/>
                <a:buChar char="•"/>
                <a:defRPr kumimoji="1" sz="2800">
                  <a:solidFill>
                    <a:srgbClr val="000066"/>
                  </a:solidFill>
                  <a:latin typeface="Times New Roman" pitchFamily="18" charset="0"/>
                  <a:ea typeface="新細明體" charset="-120"/>
                </a:defRPr>
              </a:lvl2pPr>
              <a:lvl3pPr marL="1143000" indent="-228600" algn="l" eaLnBrk="0" hangingPunct="0">
                <a:spcAft>
                  <a:spcPct val="30000"/>
                </a:spcAft>
                <a:buFont typeface="Wingdings" pitchFamily="2" charset="2"/>
                <a:buChar char="Ø"/>
                <a:defRPr kumimoji="1" sz="2400" b="1">
                  <a:solidFill>
                    <a:srgbClr val="000066"/>
                  </a:solidFill>
                  <a:latin typeface="Times New Roman" pitchFamily="18" charset="0"/>
                  <a:ea typeface="新細明體" charset="-120"/>
                </a:defRPr>
              </a:lvl3pPr>
              <a:lvl4pPr marL="1600200" indent="-228600" algn="l" eaLnBrk="0" hangingPunct="0">
                <a:spcBef>
                  <a:spcPct val="20000"/>
                </a:spcBef>
                <a:buChar char="–"/>
                <a:defRPr kumimoji="1" sz="2000">
                  <a:solidFill>
                    <a:schemeClr val="tx1"/>
                  </a:solidFill>
                  <a:latin typeface="Times New Roman" pitchFamily="18" charset="0"/>
                  <a:ea typeface="新細明體" charset="-120"/>
                </a:defRPr>
              </a:lvl4pPr>
              <a:lvl5pPr marL="2057400" indent="-228600" algn="l" eaLnBrk="0" hangingPunct="0">
                <a:spcBef>
                  <a:spcPct val="20000"/>
                </a:spcBef>
                <a:buChar char="•"/>
                <a:defRPr kumimoji="1" sz="2000">
                  <a:solidFill>
                    <a:schemeClr val="tx1"/>
                  </a:solidFill>
                  <a:latin typeface="Times New Roman" pitchFamily="18" charset="0"/>
                  <a:ea typeface="新細明體" charset="-120"/>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9pPr>
            </a:lstStyle>
            <a:p>
              <a:pPr algn="ctr" eaLnBrk="1" hangingPunct="1">
                <a:spcAft>
                  <a:spcPct val="0"/>
                </a:spcAft>
                <a:buClrTx/>
                <a:buFontTx/>
                <a:buNone/>
              </a:pPr>
              <a:r>
                <a:rPr lang="zh-TW" altLang="en-US" sz="2400">
                  <a:solidFill>
                    <a:srgbClr val="FF0000"/>
                  </a:solidFill>
                </a:rPr>
                <a:t>消减系統</a:t>
              </a:r>
            </a:p>
          </p:txBody>
        </p:sp>
        <p:sp>
          <p:nvSpPr>
            <p:cNvPr id="9276" name="Rectangle 57"/>
            <p:cNvSpPr>
              <a:spLocks noChangeArrowheads="1"/>
            </p:cNvSpPr>
            <p:nvPr/>
          </p:nvSpPr>
          <p:spPr bwMode="auto">
            <a:xfrm>
              <a:off x="302" y="2631"/>
              <a:ext cx="846"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Aft>
                  <a:spcPct val="30000"/>
                </a:spcAft>
                <a:buClr>
                  <a:srgbClr val="993366"/>
                </a:buClr>
                <a:buFont typeface="Wingdings" pitchFamily="2" charset="2"/>
                <a:defRPr kumimoji="1" sz="3200" b="1">
                  <a:solidFill>
                    <a:schemeClr val="tx1"/>
                  </a:solidFill>
                  <a:latin typeface="Times New Roman" pitchFamily="18" charset="0"/>
                  <a:ea typeface="標楷體" pitchFamily="65" charset="-120"/>
                </a:defRPr>
              </a:lvl1pPr>
              <a:lvl2pPr marL="742950" indent="-285750" algn="l" eaLnBrk="0" hangingPunct="0">
                <a:spcAft>
                  <a:spcPct val="30000"/>
                </a:spcAft>
                <a:buClr>
                  <a:srgbClr val="800000"/>
                </a:buClr>
                <a:buSzPct val="130000"/>
                <a:buChar char="•"/>
                <a:defRPr kumimoji="1" sz="2800">
                  <a:solidFill>
                    <a:srgbClr val="000066"/>
                  </a:solidFill>
                  <a:latin typeface="Times New Roman" pitchFamily="18" charset="0"/>
                  <a:ea typeface="新細明體" charset="-120"/>
                </a:defRPr>
              </a:lvl2pPr>
              <a:lvl3pPr marL="1143000" indent="-228600" algn="l" eaLnBrk="0" hangingPunct="0">
                <a:spcAft>
                  <a:spcPct val="30000"/>
                </a:spcAft>
                <a:buFont typeface="Wingdings" pitchFamily="2" charset="2"/>
                <a:buChar char="Ø"/>
                <a:defRPr kumimoji="1" sz="2400" b="1">
                  <a:solidFill>
                    <a:srgbClr val="000066"/>
                  </a:solidFill>
                  <a:latin typeface="Times New Roman" pitchFamily="18" charset="0"/>
                  <a:ea typeface="新細明體" charset="-120"/>
                </a:defRPr>
              </a:lvl3pPr>
              <a:lvl4pPr marL="1600200" indent="-228600" algn="l" eaLnBrk="0" hangingPunct="0">
                <a:spcBef>
                  <a:spcPct val="20000"/>
                </a:spcBef>
                <a:buChar char="–"/>
                <a:defRPr kumimoji="1" sz="2000">
                  <a:solidFill>
                    <a:schemeClr val="tx1"/>
                  </a:solidFill>
                  <a:latin typeface="Times New Roman" pitchFamily="18" charset="0"/>
                  <a:ea typeface="新細明體" charset="-120"/>
                </a:defRPr>
              </a:lvl4pPr>
              <a:lvl5pPr marL="2057400" indent="-228600" algn="l" eaLnBrk="0" hangingPunct="0">
                <a:spcBef>
                  <a:spcPct val="20000"/>
                </a:spcBef>
                <a:buChar char="•"/>
                <a:defRPr kumimoji="1" sz="2000">
                  <a:solidFill>
                    <a:schemeClr val="tx1"/>
                  </a:solidFill>
                  <a:latin typeface="Times New Roman" pitchFamily="18" charset="0"/>
                  <a:ea typeface="新細明體" charset="-120"/>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9pPr>
            </a:lstStyle>
            <a:p>
              <a:pPr algn="ctr" eaLnBrk="1" hangingPunct="1">
                <a:spcAft>
                  <a:spcPct val="0"/>
                </a:spcAft>
                <a:buClrTx/>
                <a:buFontTx/>
                <a:buNone/>
              </a:pPr>
              <a:r>
                <a:rPr lang="zh-TW" altLang="en-US" sz="2400">
                  <a:solidFill>
                    <a:srgbClr val="333399"/>
                  </a:solidFill>
                </a:rPr>
                <a:t>預防系統</a:t>
              </a:r>
            </a:p>
          </p:txBody>
        </p:sp>
        <p:sp>
          <p:nvSpPr>
            <p:cNvPr id="9277" name="Rectangle 58"/>
            <p:cNvSpPr>
              <a:spLocks noChangeArrowheads="1"/>
            </p:cNvSpPr>
            <p:nvPr/>
          </p:nvSpPr>
          <p:spPr bwMode="auto">
            <a:xfrm>
              <a:off x="3157" y="3642"/>
              <a:ext cx="1269"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Aft>
                  <a:spcPct val="30000"/>
                </a:spcAft>
                <a:buClr>
                  <a:srgbClr val="993366"/>
                </a:buClr>
                <a:buFont typeface="Wingdings" pitchFamily="2" charset="2"/>
                <a:defRPr kumimoji="1" sz="3200" b="1">
                  <a:solidFill>
                    <a:schemeClr val="tx1"/>
                  </a:solidFill>
                  <a:latin typeface="Times New Roman" pitchFamily="18" charset="0"/>
                  <a:ea typeface="標楷體" pitchFamily="65" charset="-120"/>
                </a:defRPr>
              </a:lvl1pPr>
              <a:lvl2pPr marL="742950" indent="-285750" algn="l" eaLnBrk="0" hangingPunct="0">
                <a:spcAft>
                  <a:spcPct val="30000"/>
                </a:spcAft>
                <a:buClr>
                  <a:srgbClr val="800000"/>
                </a:buClr>
                <a:buSzPct val="130000"/>
                <a:buChar char="•"/>
                <a:defRPr kumimoji="1" sz="2800">
                  <a:solidFill>
                    <a:srgbClr val="000066"/>
                  </a:solidFill>
                  <a:latin typeface="Times New Roman" pitchFamily="18" charset="0"/>
                  <a:ea typeface="新細明體" charset="-120"/>
                </a:defRPr>
              </a:lvl2pPr>
              <a:lvl3pPr marL="1143000" indent="-228600" algn="l" eaLnBrk="0" hangingPunct="0">
                <a:spcAft>
                  <a:spcPct val="30000"/>
                </a:spcAft>
                <a:buFont typeface="Wingdings" pitchFamily="2" charset="2"/>
                <a:buChar char="Ø"/>
                <a:defRPr kumimoji="1" sz="2400" b="1">
                  <a:solidFill>
                    <a:srgbClr val="000066"/>
                  </a:solidFill>
                  <a:latin typeface="Times New Roman" pitchFamily="18" charset="0"/>
                  <a:ea typeface="新細明體" charset="-120"/>
                </a:defRPr>
              </a:lvl3pPr>
              <a:lvl4pPr marL="1600200" indent="-228600" algn="l" eaLnBrk="0" hangingPunct="0">
                <a:spcBef>
                  <a:spcPct val="20000"/>
                </a:spcBef>
                <a:buChar char="–"/>
                <a:defRPr kumimoji="1" sz="2000">
                  <a:solidFill>
                    <a:schemeClr val="tx1"/>
                  </a:solidFill>
                  <a:latin typeface="Times New Roman" pitchFamily="18" charset="0"/>
                  <a:ea typeface="新細明體" charset="-120"/>
                </a:defRPr>
              </a:lvl4pPr>
              <a:lvl5pPr marL="2057400" indent="-228600" algn="l" eaLnBrk="0" hangingPunct="0">
                <a:spcBef>
                  <a:spcPct val="20000"/>
                </a:spcBef>
                <a:buChar char="•"/>
                <a:defRPr kumimoji="1" sz="2000">
                  <a:solidFill>
                    <a:schemeClr val="tx1"/>
                  </a:solidFill>
                  <a:latin typeface="Times New Roman" pitchFamily="18" charset="0"/>
                  <a:ea typeface="新細明體" charset="-120"/>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9pPr>
            </a:lstStyle>
            <a:p>
              <a:pPr algn="ctr" eaLnBrk="1" hangingPunct="1">
                <a:spcAft>
                  <a:spcPct val="0"/>
                </a:spcAft>
                <a:buClrTx/>
                <a:buFontTx/>
                <a:buNone/>
              </a:pPr>
              <a:r>
                <a:rPr lang="zh-TW" altLang="en-US" sz="2400">
                  <a:solidFill>
                    <a:srgbClr val="333399"/>
                  </a:solidFill>
                </a:rPr>
                <a:t>正常操作範圍</a:t>
              </a:r>
            </a:p>
          </p:txBody>
        </p:sp>
        <p:sp>
          <p:nvSpPr>
            <p:cNvPr id="9278" name="Freeform 59"/>
            <p:cNvSpPr>
              <a:spLocks/>
            </p:cNvSpPr>
            <p:nvPr/>
          </p:nvSpPr>
          <p:spPr bwMode="auto">
            <a:xfrm>
              <a:off x="2151" y="3735"/>
              <a:ext cx="230" cy="51"/>
            </a:xfrm>
            <a:custGeom>
              <a:avLst/>
              <a:gdLst>
                <a:gd name="T0" fmla="*/ 0 w 230"/>
                <a:gd name="T1" fmla="*/ 36 h 51"/>
                <a:gd name="T2" fmla="*/ 77 w 230"/>
                <a:gd name="T3" fmla="*/ 36 h 51"/>
                <a:gd name="T4" fmla="*/ 153 w 230"/>
                <a:gd name="T5" fmla="*/ 36 h 51"/>
                <a:gd name="T6" fmla="*/ 230 w 230"/>
                <a:gd name="T7" fmla="*/ 21 h 5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30" h="51">
                  <a:moveTo>
                    <a:pt x="0" y="36"/>
                  </a:moveTo>
                  <a:cubicBezTo>
                    <a:pt x="15" y="0"/>
                    <a:pt x="61" y="27"/>
                    <a:pt x="77" y="36"/>
                  </a:cubicBezTo>
                  <a:cubicBezTo>
                    <a:pt x="98" y="51"/>
                    <a:pt x="141" y="34"/>
                    <a:pt x="153" y="36"/>
                  </a:cubicBezTo>
                  <a:cubicBezTo>
                    <a:pt x="188" y="43"/>
                    <a:pt x="189" y="9"/>
                    <a:pt x="230" y="21"/>
                  </a:cubicBezTo>
                </a:path>
              </a:pathLst>
            </a:custGeom>
            <a:noFill/>
            <a:ln w="46038" cap="rnd">
              <a:solidFill>
                <a:srgbClr val="0000FF"/>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TW" altLang="en-US"/>
            </a:p>
          </p:txBody>
        </p:sp>
        <p:sp>
          <p:nvSpPr>
            <p:cNvPr id="9279" name="Freeform 60"/>
            <p:cNvSpPr>
              <a:spLocks/>
            </p:cNvSpPr>
            <p:nvPr/>
          </p:nvSpPr>
          <p:spPr bwMode="auto">
            <a:xfrm>
              <a:off x="2381" y="3641"/>
              <a:ext cx="383" cy="165"/>
            </a:xfrm>
            <a:custGeom>
              <a:avLst/>
              <a:gdLst>
                <a:gd name="T0" fmla="*/ 0 w 383"/>
                <a:gd name="T1" fmla="*/ 115 h 165"/>
                <a:gd name="T2" fmla="*/ 115 w 383"/>
                <a:gd name="T3" fmla="*/ 130 h 165"/>
                <a:gd name="T4" fmla="*/ 142 w 383"/>
                <a:gd name="T5" fmla="*/ 133 h 165"/>
                <a:gd name="T6" fmla="*/ 207 w 383"/>
                <a:gd name="T7" fmla="*/ 130 h 165"/>
                <a:gd name="T8" fmla="*/ 249 w 383"/>
                <a:gd name="T9" fmla="*/ 137 h 165"/>
                <a:gd name="T10" fmla="*/ 383 w 383"/>
                <a:gd name="T11" fmla="*/ 20 h 165"/>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83" h="165">
                  <a:moveTo>
                    <a:pt x="0" y="115"/>
                  </a:moveTo>
                  <a:cubicBezTo>
                    <a:pt x="57" y="122"/>
                    <a:pt x="86" y="114"/>
                    <a:pt x="115" y="130"/>
                  </a:cubicBezTo>
                  <a:cubicBezTo>
                    <a:pt x="123" y="134"/>
                    <a:pt x="132" y="133"/>
                    <a:pt x="142" y="133"/>
                  </a:cubicBezTo>
                  <a:cubicBezTo>
                    <a:pt x="165" y="133"/>
                    <a:pt x="185" y="141"/>
                    <a:pt x="207" y="130"/>
                  </a:cubicBezTo>
                  <a:cubicBezTo>
                    <a:pt x="224" y="121"/>
                    <a:pt x="237" y="132"/>
                    <a:pt x="249" y="137"/>
                  </a:cubicBezTo>
                  <a:cubicBezTo>
                    <a:pt x="317" y="165"/>
                    <a:pt x="336" y="0"/>
                    <a:pt x="383" y="20"/>
                  </a:cubicBezTo>
                </a:path>
              </a:pathLst>
            </a:custGeom>
            <a:noFill/>
            <a:ln w="46038" cap="rnd">
              <a:solidFill>
                <a:srgbClr val="0000FF"/>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TW" altLang="en-US"/>
            </a:p>
          </p:txBody>
        </p:sp>
        <p:sp>
          <p:nvSpPr>
            <p:cNvPr id="9280" name="Freeform 61"/>
            <p:cNvSpPr>
              <a:spLocks/>
            </p:cNvSpPr>
            <p:nvPr/>
          </p:nvSpPr>
          <p:spPr bwMode="auto">
            <a:xfrm>
              <a:off x="2764" y="3407"/>
              <a:ext cx="1725" cy="254"/>
            </a:xfrm>
            <a:custGeom>
              <a:avLst/>
              <a:gdLst>
                <a:gd name="T0" fmla="*/ 0 w 1725"/>
                <a:gd name="T1" fmla="*/ 254 h 254"/>
                <a:gd name="T2" fmla="*/ 54 w 1725"/>
                <a:gd name="T3" fmla="*/ 251 h 254"/>
                <a:gd name="T4" fmla="*/ 253 w 1725"/>
                <a:gd name="T5" fmla="*/ 120 h 254"/>
                <a:gd name="T6" fmla="*/ 280 w 1725"/>
                <a:gd name="T7" fmla="*/ 58 h 254"/>
                <a:gd name="T8" fmla="*/ 422 w 1725"/>
                <a:gd name="T9" fmla="*/ 0 h 254"/>
                <a:gd name="T10" fmla="*/ 675 w 1725"/>
                <a:gd name="T11" fmla="*/ 91 h 254"/>
                <a:gd name="T12" fmla="*/ 793 w 1725"/>
                <a:gd name="T13" fmla="*/ 160 h 254"/>
                <a:gd name="T14" fmla="*/ 973 w 1725"/>
                <a:gd name="T15" fmla="*/ 200 h 254"/>
                <a:gd name="T16" fmla="*/ 1284 w 1725"/>
                <a:gd name="T17" fmla="*/ 174 h 254"/>
                <a:gd name="T18" fmla="*/ 1514 w 1725"/>
                <a:gd name="T19" fmla="*/ 98 h 254"/>
                <a:gd name="T20" fmla="*/ 1725 w 1725"/>
                <a:gd name="T21" fmla="*/ 36 h 25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725" h="254">
                  <a:moveTo>
                    <a:pt x="0" y="254"/>
                  </a:moveTo>
                  <a:cubicBezTo>
                    <a:pt x="18" y="249"/>
                    <a:pt x="36" y="251"/>
                    <a:pt x="54" y="251"/>
                  </a:cubicBezTo>
                  <a:cubicBezTo>
                    <a:pt x="143" y="249"/>
                    <a:pt x="223" y="186"/>
                    <a:pt x="253" y="120"/>
                  </a:cubicBezTo>
                  <a:cubicBezTo>
                    <a:pt x="263" y="98"/>
                    <a:pt x="267" y="76"/>
                    <a:pt x="280" y="58"/>
                  </a:cubicBezTo>
                  <a:cubicBezTo>
                    <a:pt x="305" y="21"/>
                    <a:pt x="363" y="3"/>
                    <a:pt x="422" y="0"/>
                  </a:cubicBezTo>
                  <a:cubicBezTo>
                    <a:pt x="512" y="22"/>
                    <a:pt x="599" y="42"/>
                    <a:pt x="675" y="91"/>
                  </a:cubicBezTo>
                  <a:cubicBezTo>
                    <a:pt x="714" y="116"/>
                    <a:pt x="751" y="149"/>
                    <a:pt x="793" y="160"/>
                  </a:cubicBezTo>
                  <a:cubicBezTo>
                    <a:pt x="852" y="175"/>
                    <a:pt x="923" y="148"/>
                    <a:pt x="973" y="200"/>
                  </a:cubicBezTo>
                  <a:cubicBezTo>
                    <a:pt x="1074" y="201"/>
                    <a:pt x="1188" y="197"/>
                    <a:pt x="1284" y="174"/>
                  </a:cubicBezTo>
                  <a:cubicBezTo>
                    <a:pt x="1369" y="155"/>
                    <a:pt x="1441" y="121"/>
                    <a:pt x="1514" y="98"/>
                  </a:cubicBezTo>
                  <a:cubicBezTo>
                    <a:pt x="1582" y="77"/>
                    <a:pt x="1650" y="64"/>
                    <a:pt x="1725" y="36"/>
                  </a:cubicBezTo>
                </a:path>
              </a:pathLst>
            </a:custGeom>
            <a:noFill/>
            <a:ln w="46038" cap="rnd">
              <a:solidFill>
                <a:srgbClr val="0000FF"/>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TW" altLang="en-US"/>
            </a:p>
          </p:txBody>
        </p:sp>
        <p:sp>
          <p:nvSpPr>
            <p:cNvPr id="9281" name="Freeform 62"/>
            <p:cNvSpPr>
              <a:spLocks/>
            </p:cNvSpPr>
            <p:nvPr/>
          </p:nvSpPr>
          <p:spPr bwMode="auto">
            <a:xfrm>
              <a:off x="2756" y="2998"/>
              <a:ext cx="813" cy="661"/>
            </a:xfrm>
            <a:custGeom>
              <a:avLst/>
              <a:gdLst>
                <a:gd name="T0" fmla="*/ 0 w 813"/>
                <a:gd name="T1" fmla="*/ 661 h 661"/>
                <a:gd name="T2" fmla="*/ 181 w 813"/>
                <a:gd name="T3" fmla="*/ 318 h 661"/>
                <a:gd name="T4" fmla="*/ 238 w 813"/>
                <a:gd name="T5" fmla="*/ 227 h 661"/>
                <a:gd name="T6" fmla="*/ 334 w 813"/>
                <a:gd name="T7" fmla="*/ 56 h 661"/>
                <a:gd name="T8" fmla="*/ 391 w 813"/>
                <a:gd name="T9" fmla="*/ 9 h 661"/>
                <a:gd name="T10" fmla="*/ 633 w 813"/>
                <a:gd name="T11" fmla="*/ 118 h 661"/>
                <a:gd name="T12" fmla="*/ 813 w 813"/>
                <a:gd name="T13" fmla="*/ 263 h 66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13" h="661">
                  <a:moveTo>
                    <a:pt x="0" y="661"/>
                  </a:moveTo>
                  <a:cubicBezTo>
                    <a:pt x="138" y="598"/>
                    <a:pt x="123" y="423"/>
                    <a:pt x="181" y="318"/>
                  </a:cubicBezTo>
                  <a:cubicBezTo>
                    <a:pt x="202" y="279"/>
                    <a:pt x="232" y="251"/>
                    <a:pt x="238" y="227"/>
                  </a:cubicBezTo>
                  <a:cubicBezTo>
                    <a:pt x="247" y="145"/>
                    <a:pt x="305" y="108"/>
                    <a:pt x="334" y="56"/>
                  </a:cubicBezTo>
                  <a:cubicBezTo>
                    <a:pt x="349" y="30"/>
                    <a:pt x="356" y="0"/>
                    <a:pt x="391" y="9"/>
                  </a:cubicBezTo>
                  <a:cubicBezTo>
                    <a:pt x="502" y="6"/>
                    <a:pt x="564" y="70"/>
                    <a:pt x="633" y="118"/>
                  </a:cubicBezTo>
                  <a:cubicBezTo>
                    <a:pt x="701" y="165"/>
                    <a:pt x="775" y="195"/>
                    <a:pt x="813" y="263"/>
                  </a:cubicBezTo>
                </a:path>
              </a:pathLst>
            </a:custGeom>
            <a:noFill/>
            <a:ln w="46038" cap="rnd">
              <a:solidFill>
                <a:srgbClr val="0000FF"/>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TW" altLang="en-US"/>
            </a:p>
          </p:txBody>
        </p:sp>
        <p:sp>
          <p:nvSpPr>
            <p:cNvPr id="9282" name="Freeform 63"/>
            <p:cNvSpPr>
              <a:spLocks/>
            </p:cNvSpPr>
            <p:nvPr/>
          </p:nvSpPr>
          <p:spPr bwMode="auto">
            <a:xfrm>
              <a:off x="2990" y="2097"/>
              <a:ext cx="200" cy="1128"/>
            </a:xfrm>
            <a:custGeom>
              <a:avLst/>
              <a:gdLst>
                <a:gd name="T0" fmla="*/ 0 w 200"/>
                <a:gd name="T1" fmla="*/ 1128 h 1128"/>
                <a:gd name="T2" fmla="*/ 39 w 200"/>
                <a:gd name="T3" fmla="*/ 848 h 1128"/>
                <a:gd name="T4" fmla="*/ 119 w 200"/>
                <a:gd name="T5" fmla="*/ 546 h 1128"/>
                <a:gd name="T6" fmla="*/ 188 w 200"/>
                <a:gd name="T7" fmla="*/ 316 h 1128"/>
                <a:gd name="T8" fmla="*/ 196 w 200"/>
                <a:gd name="T9" fmla="*/ 0 h 11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00" h="1128">
                  <a:moveTo>
                    <a:pt x="0" y="1128"/>
                  </a:moveTo>
                  <a:cubicBezTo>
                    <a:pt x="45" y="1047"/>
                    <a:pt x="24" y="936"/>
                    <a:pt x="39" y="848"/>
                  </a:cubicBezTo>
                  <a:cubicBezTo>
                    <a:pt x="56" y="742"/>
                    <a:pt x="127" y="670"/>
                    <a:pt x="119" y="546"/>
                  </a:cubicBezTo>
                  <a:cubicBezTo>
                    <a:pt x="143" y="481"/>
                    <a:pt x="178" y="402"/>
                    <a:pt x="188" y="316"/>
                  </a:cubicBezTo>
                  <a:cubicBezTo>
                    <a:pt x="200" y="211"/>
                    <a:pt x="173" y="96"/>
                    <a:pt x="196" y="0"/>
                  </a:cubicBezTo>
                </a:path>
              </a:pathLst>
            </a:custGeom>
            <a:noFill/>
            <a:ln w="46038" cap="rnd">
              <a:solidFill>
                <a:srgbClr val="0000FF"/>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TW" altLang="en-US"/>
            </a:p>
          </p:txBody>
        </p:sp>
        <p:sp>
          <p:nvSpPr>
            <p:cNvPr id="9283" name="Freeform 64"/>
            <p:cNvSpPr>
              <a:spLocks/>
            </p:cNvSpPr>
            <p:nvPr/>
          </p:nvSpPr>
          <p:spPr bwMode="auto">
            <a:xfrm>
              <a:off x="3157" y="2461"/>
              <a:ext cx="297" cy="255"/>
            </a:xfrm>
            <a:custGeom>
              <a:avLst/>
              <a:gdLst>
                <a:gd name="T0" fmla="*/ 0 w 297"/>
                <a:gd name="T1" fmla="*/ 51 h 255"/>
                <a:gd name="T2" fmla="*/ 90 w 297"/>
                <a:gd name="T3" fmla="*/ 0 h 255"/>
                <a:gd name="T4" fmla="*/ 297 w 297"/>
                <a:gd name="T5" fmla="*/ 255 h 255"/>
                <a:gd name="T6" fmla="*/ 0 60000 65536"/>
                <a:gd name="T7" fmla="*/ 0 60000 65536"/>
                <a:gd name="T8" fmla="*/ 0 60000 65536"/>
              </a:gdLst>
              <a:ahLst/>
              <a:cxnLst>
                <a:cxn ang="T6">
                  <a:pos x="T0" y="T1"/>
                </a:cxn>
                <a:cxn ang="T7">
                  <a:pos x="T2" y="T3"/>
                </a:cxn>
                <a:cxn ang="T8">
                  <a:pos x="T4" y="T5"/>
                </a:cxn>
              </a:cxnLst>
              <a:rect l="0" t="0" r="r" b="b"/>
              <a:pathLst>
                <a:path w="297" h="255">
                  <a:moveTo>
                    <a:pt x="0" y="51"/>
                  </a:moveTo>
                  <a:cubicBezTo>
                    <a:pt x="27" y="36"/>
                    <a:pt x="45" y="0"/>
                    <a:pt x="90" y="0"/>
                  </a:cubicBezTo>
                  <a:cubicBezTo>
                    <a:pt x="170" y="64"/>
                    <a:pt x="283" y="128"/>
                    <a:pt x="297" y="255"/>
                  </a:cubicBezTo>
                </a:path>
              </a:pathLst>
            </a:custGeom>
            <a:noFill/>
            <a:ln w="46038" cap="rnd">
              <a:solidFill>
                <a:srgbClr val="0000FF"/>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TW" altLang="en-US"/>
            </a:p>
          </p:txBody>
        </p:sp>
        <p:pic>
          <p:nvPicPr>
            <p:cNvPr id="9284" name="Picture 6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82" y="455"/>
              <a:ext cx="1571" cy="17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85" name="Picture 6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82" y="455"/>
              <a:ext cx="1571" cy="17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86" name="Oval 67"/>
            <p:cNvSpPr>
              <a:spLocks noChangeArrowheads="1"/>
            </p:cNvSpPr>
            <p:nvPr/>
          </p:nvSpPr>
          <p:spPr bwMode="auto">
            <a:xfrm>
              <a:off x="3509" y="956"/>
              <a:ext cx="13" cy="13"/>
            </a:xfrm>
            <a:prstGeom prst="ellipse">
              <a:avLst/>
            </a:prstGeom>
            <a:solidFill>
              <a:srgbClr val="FF0000"/>
            </a:solidFill>
            <a:ln w="0">
              <a:solidFill>
                <a:srgbClr val="000000"/>
              </a:solidFill>
              <a:round/>
              <a:headEnd/>
              <a:tailEnd/>
            </a:ln>
          </p:spPr>
          <p:txBody>
            <a:bodyPr/>
            <a:lstStyle>
              <a:lvl1pPr algn="l" eaLnBrk="0" hangingPunct="0">
                <a:spcAft>
                  <a:spcPct val="30000"/>
                </a:spcAft>
                <a:buClr>
                  <a:srgbClr val="993366"/>
                </a:buClr>
                <a:buFont typeface="Wingdings" pitchFamily="2" charset="2"/>
                <a:defRPr kumimoji="1" sz="3200" b="1">
                  <a:solidFill>
                    <a:schemeClr val="tx1"/>
                  </a:solidFill>
                  <a:latin typeface="Times New Roman" pitchFamily="18" charset="0"/>
                  <a:ea typeface="標楷體" pitchFamily="65" charset="-120"/>
                </a:defRPr>
              </a:lvl1pPr>
              <a:lvl2pPr marL="742950" indent="-285750" algn="l" eaLnBrk="0" hangingPunct="0">
                <a:spcAft>
                  <a:spcPct val="30000"/>
                </a:spcAft>
                <a:buClr>
                  <a:srgbClr val="800000"/>
                </a:buClr>
                <a:buSzPct val="130000"/>
                <a:buChar char="•"/>
                <a:defRPr kumimoji="1" sz="2800">
                  <a:solidFill>
                    <a:srgbClr val="000066"/>
                  </a:solidFill>
                  <a:latin typeface="Times New Roman" pitchFamily="18" charset="0"/>
                  <a:ea typeface="新細明體" charset="-120"/>
                </a:defRPr>
              </a:lvl2pPr>
              <a:lvl3pPr marL="1143000" indent="-228600" algn="l" eaLnBrk="0" hangingPunct="0">
                <a:spcAft>
                  <a:spcPct val="30000"/>
                </a:spcAft>
                <a:buFont typeface="Wingdings" pitchFamily="2" charset="2"/>
                <a:buChar char="Ø"/>
                <a:defRPr kumimoji="1" sz="2400" b="1">
                  <a:solidFill>
                    <a:srgbClr val="000066"/>
                  </a:solidFill>
                  <a:latin typeface="Times New Roman" pitchFamily="18" charset="0"/>
                  <a:ea typeface="新細明體" charset="-120"/>
                </a:defRPr>
              </a:lvl3pPr>
              <a:lvl4pPr marL="1600200" indent="-228600" algn="l" eaLnBrk="0" hangingPunct="0">
                <a:spcBef>
                  <a:spcPct val="20000"/>
                </a:spcBef>
                <a:buChar char="–"/>
                <a:defRPr kumimoji="1" sz="2000">
                  <a:solidFill>
                    <a:schemeClr val="tx1"/>
                  </a:solidFill>
                  <a:latin typeface="Times New Roman" pitchFamily="18" charset="0"/>
                  <a:ea typeface="新細明體" charset="-120"/>
                </a:defRPr>
              </a:lvl4pPr>
              <a:lvl5pPr marL="2057400" indent="-228600" algn="l" eaLnBrk="0" hangingPunct="0">
                <a:spcBef>
                  <a:spcPct val="20000"/>
                </a:spcBef>
                <a:buChar char="•"/>
                <a:defRPr kumimoji="1" sz="2000">
                  <a:solidFill>
                    <a:schemeClr val="tx1"/>
                  </a:solidFill>
                  <a:latin typeface="Times New Roman" pitchFamily="18" charset="0"/>
                  <a:ea typeface="新細明體" charset="-120"/>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9pPr>
            </a:lstStyle>
            <a:p>
              <a:pPr algn="ctr" eaLnBrk="1" hangingPunct="1">
                <a:spcAft>
                  <a:spcPct val="0"/>
                </a:spcAft>
                <a:buClrTx/>
                <a:buFontTx/>
                <a:buNone/>
              </a:pPr>
              <a:endParaRPr lang="zh-TW" altLang="en-US" sz="3600">
                <a:solidFill>
                  <a:srgbClr val="333399"/>
                </a:solidFill>
                <a:ea typeface="新細明體" charset="-120"/>
              </a:endParaRPr>
            </a:p>
          </p:txBody>
        </p:sp>
        <p:sp>
          <p:nvSpPr>
            <p:cNvPr id="9287" name="Oval 68"/>
            <p:cNvSpPr>
              <a:spLocks noChangeArrowheads="1"/>
            </p:cNvSpPr>
            <p:nvPr/>
          </p:nvSpPr>
          <p:spPr bwMode="auto">
            <a:xfrm>
              <a:off x="3500" y="956"/>
              <a:ext cx="13" cy="13"/>
            </a:xfrm>
            <a:prstGeom prst="ellipse">
              <a:avLst/>
            </a:prstGeom>
            <a:solidFill>
              <a:srgbClr val="FF0000"/>
            </a:solidFill>
            <a:ln w="0">
              <a:solidFill>
                <a:srgbClr val="000000"/>
              </a:solidFill>
              <a:round/>
              <a:headEnd/>
              <a:tailEnd/>
            </a:ln>
          </p:spPr>
          <p:txBody>
            <a:bodyPr/>
            <a:lstStyle>
              <a:lvl1pPr algn="l" eaLnBrk="0" hangingPunct="0">
                <a:spcAft>
                  <a:spcPct val="30000"/>
                </a:spcAft>
                <a:buClr>
                  <a:srgbClr val="993366"/>
                </a:buClr>
                <a:buFont typeface="Wingdings" pitchFamily="2" charset="2"/>
                <a:defRPr kumimoji="1" sz="3200" b="1">
                  <a:solidFill>
                    <a:schemeClr val="tx1"/>
                  </a:solidFill>
                  <a:latin typeface="Times New Roman" pitchFamily="18" charset="0"/>
                  <a:ea typeface="標楷體" pitchFamily="65" charset="-120"/>
                </a:defRPr>
              </a:lvl1pPr>
              <a:lvl2pPr marL="742950" indent="-285750" algn="l" eaLnBrk="0" hangingPunct="0">
                <a:spcAft>
                  <a:spcPct val="30000"/>
                </a:spcAft>
                <a:buClr>
                  <a:srgbClr val="800000"/>
                </a:buClr>
                <a:buSzPct val="130000"/>
                <a:buChar char="•"/>
                <a:defRPr kumimoji="1" sz="2800">
                  <a:solidFill>
                    <a:srgbClr val="000066"/>
                  </a:solidFill>
                  <a:latin typeface="Times New Roman" pitchFamily="18" charset="0"/>
                  <a:ea typeface="新細明體" charset="-120"/>
                </a:defRPr>
              </a:lvl2pPr>
              <a:lvl3pPr marL="1143000" indent="-228600" algn="l" eaLnBrk="0" hangingPunct="0">
                <a:spcAft>
                  <a:spcPct val="30000"/>
                </a:spcAft>
                <a:buFont typeface="Wingdings" pitchFamily="2" charset="2"/>
                <a:buChar char="Ø"/>
                <a:defRPr kumimoji="1" sz="2400" b="1">
                  <a:solidFill>
                    <a:srgbClr val="000066"/>
                  </a:solidFill>
                  <a:latin typeface="Times New Roman" pitchFamily="18" charset="0"/>
                  <a:ea typeface="新細明體" charset="-120"/>
                </a:defRPr>
              </a:lvl3pPr>
              <a:lvl4pPr marL="1600200" indent="-228600" algn="l" eaLnBrk="0" hangingPunct="0">
                <a:spcBef>
                  <a:spcPct val="20000"/>
                </a:spcBef>
                <a:buChar char="–"/>
                <a:defRPr kumimoji="1" sz="2000">
                  <a:solidFill>
                    <a:schemeClr val="tx1"/>
                  </a:solidFill>
                  <a:latin typeface="Times New Roman" pitchFamily="18" charset="0"/>
                  <a:ea typeface="新細明體" charset="-120"/>
                </a:defRPr>
              </a:lvl4pPr>
              <a:lvl5pPr marL="2057400" indent="-228600" algn="l" eaLnBrk="0" hangingPunct="0">
                <a:spcBef>
                  <a:spcPct val="20000"/>
                </a:spcBef>
                <a:buChar char="•"/>
                <a:defRPr kumimoji="1" sz="2000">
                  <a:solidFill>
                    <a:schemeClr val="tx1"/>
                  </a:solidFill>
                  <a:latin typeface="Times New Roman" pitchFamily="18" charset="0"/>
                  <a:ea typeface="新細明體" charset="-120"/>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9pPr>
            </a:lstStyle>
            <a:p>
              <a:pPr algn="ctr" eaLnBrk="1" hangingPunct="1">
                <a:spcAft>
                  <a:spcPct val="0"/>
                </a:spcAft>
                <a:buClrTx/>
                <a:buFontTx/>
                <a:buNone/>
              </a:pPr>
              <a:endParaRPr lang="zh-TW" altLang="en-US" sz="3600">
                <a:solidFill>
                  <a:srgbClr val="333399"/>
                </a:solidFill>
                <a:ea typeface="新細明體" charset="-120"/>
              </a:endParaRPr>
            </a:p>
          </p:txBody>
        </p:sp>
        <p:sp>
          <p:nvSpPr>
            <p:cNvPr id="9288" name="Oval 69"/>
            <p:cNvSpPr>
              <a:spLocks noChangeArrowheads="1"/>
            </p:cNvSpPr>
            <p:nvPr/>
          </p:nvSpPr>
          <p:spPr bwMode="auto">
            <a:xfrm>
              <a:off x="3529" y="956"/>
              <a:ext cx="14" cy="13"/>
            </a:xfrm>
            <a:prstGeom prst="ellipse">
              <a:avLst/>
            </a:prstGeom>
            <a:solidFill>
              <a:srgbClr val="FF0000"/>
            </a:solidFill>
            <a:ln w="0">
              <a:solidFill>
                <a:srgbClr val="000000"/>
              </a:solidFill>
              <a:round/>
              <a:headEnd/>
              <a:tailEnd/>
            </a:ln>
          </p:spPr>
          <p:txBody>
            <a:bodyPr/>
            <a:lstStyle>
              <a:lvl1pPr algn="l" eaLnBrk="0" hangingPunct="0">
                <a:spcAft>
                  <a:spcPct val="30000"/>
                </a:spcAft>
                <a:buClr>
                  <a:srgbClr val="993366"/>
                </a:buClr>
                <a:buFont typeface="Wingdings" pitchFamily="2" charset="2"/>
                <a:defRPr kumimoji="1" sz="3200" b="1">
                  <a:solidFill>
                    <a:schemeClr val="tx1"/>
                  </a:solidFill>
                  <a:latin typeface="Times New Roman" pitchFamily="18" charset="0"/>
                  <a:ea typeface="標楷體" pitchFamily="65" charset="-120"/>
                </a:defRPr>
              </a:lvl1pPr>
              <a:lvl2pPr marL="742950" indent="-285750" algn="l" eaLnBrk="0" hangingPunct="0">
                <a:spcAft>
                  <a:spcPct val="30000"/>
                </a:spcAft>
                <a:buClr>
                  <a:srgbClr val="800000"/>
                </a:buClr>
                <a:buSzPct val="130000"/>
                <a:buChar char="•"/>
                <a:defRPr kumimoji="1" sz="2800">
                  <a:solidFill>
                    <a:srgbClr val="000066"/>
                  </a:solidFill>
                  <a:latin typeface="Times New Roman" pitchFamily="18" charset="0"/>
                  <a:ea typeface="新細明體" charset="-120"/>
                </a:defRPr>
              </a:lvl2pPr>
              <a:lvl3pPr marL="1143000" indent="-228600" algn="l" eaLnBrk="0" hangingPunct="0">
                <a:spcAft>
                  <a:spcPct val="30000"/>
                </a:spcAft>
                <a:buFont typeface="Wingdings" pitchFamily="2" charset="2"/>
                <a:buChar char="Ø"/>
                <a:defRPr kumimoji="1" sz="2400" b="1">
                  <a:solidFill>
                    <a:srgbClr val="000066"/>
                  </a:solidFill>
                  <a:latin typeface="Times New Roman" pitchFamily="18" charset="0"/>
                  <a:ea typeface="新細明體" charset="-120"/>
                </a:defRPr>
              </a:lvl3pPr>
              <a:lvl4pPr marL="1600200" indent="-228600" algn="l" eaLnBrk="0" hangingPunct="0">
                <a:spcBef>
                  <a:spcPct val="20000"/>
                </a:spcBef>
                <a:buChar char="–"/>
                <a:defRPr kumimoji="1" sz="2000">
                  <a:solidFill>
                    <a:schemeClr val="tx1"/>
                  </a:solidFill>
                  <a:latin typeface="Times New Roman" pitchFamily="18" charset="0"/>
                  <a:ea typeface="新細明體" charset="-120"/>
                </a:defRPr>
              </a:lvl4pPr>
              <a:lvl5pPr marL="2057400" indent="-228600" algn="l" eaLnBrk="0" hangingPunct="0">
                <a:spcBef>
                  <a:spcPct val="20000"/>
                </a:spcBef>
                <a:buChar char="•"/>
                <a:defRPr kumimoji="1" sz="2000">
                  <a:solidFill>
                    <a:schemeClr val="tx1"/>
                  </a:solidFill>
                  <a:latin typeface="Times New Roman" pitchFamily="18" charset="0"/>
                  <a:ea typeface="新細明體" charset="-120"/>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9pPr>
            </a:lstStyle>
            <a:p>
              <a:pPr algn="ctr" eaLnBrk="1" hangingPunct="1">
                <a:spcAft>
                  <a:spcPct val="0"/>
                </a:spcAft>
                <a:buClrTx/>
                <a:buFontTx/>
                <a:buNone/>
              </a:pPr>
              <a:endParaRPr lang="zh-TW" altLang="en-US" sz="3600">
                <a:solidFill>
                  <a:srgbClr val="333399"/>
                </a:solidFill>
                <a:ea typeface="新細明體" charset="-120"/>
              </a:endParaRPr>
            </a:p>
          </p:txBody>
        </p:sp>
        <p:sp>
          <p:nvSpPr>
            <p:cNvPr id="9289" name="Freeform 70"/>
            <p:cNvSpPr>
              <a:spLocks/>
            </p:cNvSpPr>
            <p:nvPr/>
          </p:nvSpPr>
          <p:spPr bwMode="auto">
            <a:xfrm>
              <a:off x="3524" y="936"/>
              <a:ext cx="57" cy="26"/>
            </a:xfrm>
            <a:custGeom>
              <a:avLst/>
              <a:gdLst>
                <a:gd name="T0" fmla="*/ 0 w 57"/>
                <a:gd name="T1" fmla="*/ 26 h 26"/>
                <a:gd name="T2" fmla="*/ 2 w 57"/>
                <a:gd name="T3" fmla="*/ 26 h 26"/>
                <a:gd name="T4" fmla="*/ 3 w 57"/>
                <a:gd name="T5" fmla="*/ 26 h 26"/>
                <a:gd name="T6" fmla="*/ 5 w 57"/>
                <a:gd name="T7" fmla="*/ 26 h 26"/>
                <a:gd name="T8" fmla="*/ 9 w 57"/>
                <a:gd name="T9" fmla="*/ 26 h 26"/>
                <a:gd name="T10" fmla="*/ 10 w 57"/>
                <a:gd name="T11" fmla="*/ 26 h 26"/>
                <a:gd name="T12" fmla="*/ 14 w 57"/>
                <a:gd name="T13" fmla="*/ 26 h 26"/>
                <a:gd name="T14" fmla="*/ 16 w 57"/>
                <a:gd name="T15" fmla="*/ 26 h 26"/>
                <a:gd name="T16" fmla="*/ 17 w 57"/>
                <a:gd name="T17" fmla="*/ 26 h 26"/>
                <a:gd name="T18" fmla="*/ 19 w 57"/>
                <a:gd name="T19" fmla="*/ 26 h 26"/>
                <a:gd name="T20" fmla="*/ 21 w 57"/>
                <a:gd name="T21" fmla="*/ 26 h 26"/>
                <a:gd name="T22" fmla="*/ 23 w 57"/>
                <a:gd name="T23" fmla="*/ 26 h 26"/>
                <a:gd name="T24" fmla="*/ 24 w 57"/>
                <a:gd name="T25" fmla="*/ 26 h 26"/>
                <a:gd name="T26" fmla="*/ 28 w 57"/>
                <a:gd name="T27" fmla="*/ 26 h 26"/>
                <a:gd name="T28" fmla="*/ 28 w 57"/>
                <a:gd name="T29" fmla="*/ 25 h 26"/>
                <a:gd name="T30" fmla="*/ 30 w 57"/>
                <a:gd name="T31" fmla="*/ 25 h 26"/>
                <a:gd name="T32" fmla="*/ 31 w 57"/>
                <a:gd name="T33" fmla="*/ 25 h 26"/>
                <a:gd name="T34" fmla="*/ 31 w 57"/>
                <a:gd name="T35" fmla="*/ 25 h 26"/>
                <a:gd name="T36" fmla="*/ 33 w 57"/>
                <a:gd name="T37" fmla="*/ 25 h 26"/>
                <a:gd name="T38" fmla="*/ 35 w 57"/>
                <a:gd name="T39" fmla="*/ 25 h 26"/>
                <a:gd name="T40" fmla="*/ 36 w 57"/>
                <a:gd name="T41" fmla="*/ 25 h 26"/>
                <a:gd name="T42" fmla="*/ 38 w 57"/>
                <a:gd name="T43" fmla="*/ 25 h 26"/>
                <a:gd name="T44" fmla="*/ 38 w 57"/>
                <a:gd name="T45" fmla="*/ 25 h 26"/>
                <a:gd name="T46" fmla="*/ 40 w 57"/>
                <a:gd name="T47" fmla="*/ 25 h 26"/>
                <a:gd name="T48" fmla="*/ 42 w 57"/>
                <a:gd name="T49" fmla="*/ 25 h 26"/>
                <a:gd name="T50" fmla="*/ 43 w 57"/>
                <a:gd name="T51" fmla="*/ 25 h 26"/>
                <a:gd name="T52" fmla="*/ 47 w 57"/>
                <a:gd name="T53" fmla="*/ 25 h 26"/>
                <a:gd name="T54" fmla="*/ 49 w 57"/>
                <a:gd name="T55" fmla="*/ 25 h 26"/>
                <a:gd name="T56" fmla="*/ 49 w 57"/>
                <a:gd name="T57" fmla="*/ 23 h 26"/>
                <a:gd name="T58" fmla="*/ 50 w 57"/>
                <a:gd name="T59" fmla="*/ 23 h 26"/>
                <a:gd name="T60" fmla="*/ 52 w 57"/>
                <a:gd name="T61" fmla="*/ 23 h 26"/>
                <a:gd name="T62" fmla="*/ 54 w 57"/>
                <a:gd name="T63" fmla="*/ 23 h 26"/>
                <a:gd name="T64" fmla="*/ 56 w 57"/>
                <a:gd name="T65" fmla="*/ 23 h 26"/>
                <a:gd name="T66" fmla="*/ 57 w 57"/>
                <a:gd name="T67" fmla="*/ 23 h 26"/>
                <a:gd name="T68" fmla="*/ 57 w 57"/>
                <a:gd name="T69" fmla="*/ 23 h 26"/>
                <a:gd name="T70" fmla="*/ 54 w 57"/>
                <a:gd name="T71" fmla="*/ 23 h 26"/>
                <a:gd name="T72" fmla="*/ 52 w 57"/>
                <a:gd name="T73" fmla="*/ 23 h 26"/>
                <a:gd name="T74" fmla="*/ 50 w 57"/>
                <a:gd name="T75" fmla="*/ 23 h 26"/>
                <a:gd name="T76" fmla="*/ 49 w 57"/>
                <a:gd name="T77" fmla="*/ 23 h 26"/>
                <a:gd name="T78" fmla="*/ 47 w 57"/>
                <a:gd name="T79" fmla="*/ 23 h 26"/>
                <a:gd name="T80" fmla="*/ 45 w 57"/>
                <a:gd name="T81" fmla="*/ 23 h 26"/>
                <a:gd name="T82" fmla="*/ 43 w 57"/>
                <a:gd name="T83" fmla="*/ 23 h 26"/>
                <a:gd name="T84" fmla="*/ 42 w 57"/>
                <a:gd name="T85" fmla="*/ 22 h 26"/>
                <a:gd name="T86" fmla="*/ 42 w 57"/>
                <a:gd name="T87" fmla="*/ 20 h 26"/>
                <a:gd name="T88" fmla="*/ 42 w 57"/>
                <a:gd name="T89" fmla="*/ 19 h 26"/>
                <a:gd name="T90" fmla="*/ 43 w 57"/>
                <a:gd name="T91" fmla="*/ 19 h 26"/>
                <a:gd name="T92" fmla="*/ 45 w 57"/>
                <a:gd name="T93" fmla="*/ 19 h 26"/>
                <a:gd name="T94" fmla="*/ 47 w 57"/>
                <a:gd name="T95" fmla="*/ 19 h 26"/>
                <a:gd name="T96" fmla="*/ 50 w 57"/>
                <a:gd name="T97" fmla="*/ 19 h 26"/>
                <a:gd name="T98" fmla="*/ 50 w 57"/>
                <a:gd name="T99" fmla="*/ 17 h 26"/>
                <a:gd name="T100" fmla="*/ 52 w 57"/>
                <a:gd name="T101" fmla="*/ 15 h 26"/>
                <a:gd name="T102" fmla="*/ 52 w 57"/>
                <a:gd name="T103" fmla="*/ 13 h 26"/>
                <a:gd name="T104" fmla="*/ 52 w 57"/>
                <a:gd name="T105" fmla="*/ 12 h 26"/>
                <a:gd name="T106" fmla="*/ 52 w 57"/>
                <a:gd name="T107" fmla="*/ 8 h 26"/>
                <a:gd name="T108" fmla="*/ 52 w 57"/>
                <a:gd name="T109" fmla="*/ 7 h 26"/>
                <a:gd name="T110" fmla="*/ 52 w 57"/>
                <a:gd name="T111" fmla="*/ 7 h 26"/>
                <a:gd name="T112" fmla="*/ 54 w 57"/>
                <a:gd name="T113" fmla="*/ 5 h 26"/>
                <a:gd name="T114" fmla="*/ 56 w 57"/>
                <a:gd name="T115" fmla="*/ 5 h 26"/>
                <a:gd name="T116" fmla="*/ 56 w 57"/>
                <a:gd name="T117" fmla="*/ 4 h 26"/>
                <a:gd name="T118" fmla="*/ 56 w 57"/>
                <a:gd name="T119" fmla="*/ 0 h 2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0" t="0" r="r" b="b"/>
              <a:pathLst>
                <a:path w="57" h="26">
                  <a:moveTo>
                    <a:pt x="0" y="26"/>
                  </a:moveTo>
                  <a:lnTo>
                    <a:pt x="0" y="26"/>
                  </a:lnTo>
                  <a:lnTo>
                    <a:pt x="2" y="26"/>
                  </a:lnTo>
                  <a:lnTo>
                    <a:pt x="3" y="26"/>
                  </a:lnTo>
                  <a:lnTo>
                    <a:pt x="5" y="26"/>
                  </a:lnTo>
                  <a:lnTo>
                    <a:pt x="7" y="26"/>
                  </a:lnTo>
                  <a:lnTo>
                    <a:pt x="9" y="26"/>
                  </a:lnTo>
                  <a:lnTo>
                    <a:pt x="10" y="26"/>
                  </a:lnTo>
                  <a:lnTo>
                    <a:pt x="12" y="26"/>
                  </a:lnTo>
                  <a:lnTo>
                    <a:pt x="14" y="26"/>
                  </a:lnTo>
                  <a:lnTo>
                    <a:pt x="16" y="26"/>
                  </a:lnTo>
                  <a:lnTo>
                    <a:pt x="17" y="26"/>
                  </a:lnTo>
                  <a:lnTo>
                    <a:pt x="19" y="26"/>
                  </a:lnTo>
                  <a:lnTo>
                    <a:pt x="21" y="26"/>
                  </a:lnTo>
                  <a:lnTo>
                    <a:pt x="23" y="26"/>
                  </a:lnTo>
                  <a:lnTo>
                    <a:pt x="24" y="26"/>
                  </a:lnTo>
                  <a:lnTo>
                    <a:pt x="26" y="26"/>
                  </a:lnTo>
                  <a:lnTo>
                    <a:pt x="28" y="26"/>
                  </a:lnTo>
                  <a:lnTo>
                    <a:pt x="28" y="25"/>
                  </a:lnTo>
                  <a:lnTo>
                    <a:pt x="30" y="25"/>
                  </a:lnTo>
                  <a:lnTo>
                    <a:pt x="31" y="25"/>
                  </a:lnTo>
                  <a:lnTo>
                    <a:pt x="33" y="25"/>
                  </a:lnTo>
                  <a:lnTo>
                    <a:pt x="35" y="25"/>
                  </a:lnTo>
                  <a:lnTo>
                    <a:pt x="36" y="25"/>
                  </a:lnTo>
                  <a:lnTo>
                    <a:pt x="38" y="25"/>
                  </a:lnTo>
                  <a:lnTo>
                    <a:pt x="40" y="25"/>
                  </a:lnTo>
                  <a:lnTo>
                    <a:pt x="42" y="25"/>
                  </a:lnTo>
                  <a:lnTo>
                    <a:pt x="43" y="25"/>
                  </a:lnTo>
                  <a:lnTo>
                    <a:pt x="45" y="25"/>
                  </a:lnTo>
                  <a:lnTo>
                    <a:pt x="47" y="25"/>
                  </a:lnTo>
                  <a:lnTo>
                    <a:pt x="49" y="25"/>
                  </a:lnTo>
                  <a:lnTo>
                    <a:pt x="49" y="23"/>
                  </a:lnTo>
                  <a:lnTo>
                    <a:pt x="50" y="23"/>
                  </a:lnTo>
                  <a:lnTo>
                    <a:pt x="52" y="23"/>
                  </a:lnTo>
                  <a:lnTo>
                    <a:pt x="54" y="23"/>
                  </a:lnTo>
                  <a:lnTo>
                    <a:pt x="56" y="23"/>
                  </a:lnTo>
                  <a:lnTo>
                    <a:pt x="57" y="23"/>
                  </a:lnTo>
                  <a:lnTo>
                    <a:pt x="56" y="23"/>
                  </a:lnTo>
                  <a:lnTo>
                    <a:pt x="54" y="23"/>
                  </a:lnTo>
                  <a:lnTo>
                    <a:pt x="52" y="23"/>
                  </a:lnTo>
                  <a:lnTo>
                    <a:pt x="50" y="23"/>
                  </a:lnTo>
                  <a:lnTo>
                    <a:pt x="49" y="23"/>
                  </a:lnTo>
                  <a:lnTo>
                    <a:pt x="47" y="23"/>
                  </a:lnTo>
                  <a:lnTo>
                    <a:pt x="45" y="23"/>
                  </a:lnTo>
                  <a:lnTo>
                    <a:pt x="43" y="23"/>
                  </a:lnTo>
                  <a:lnTo>
                    <a:pt x="42" y="23"/>
                  </a:lnTo>
                  <a:lnTo>
                    <a:pt x="42" y="22"/>
                  </a:lnTo>
                  <a:lnTo>
                    <a:pt x="42" y="20"/>
                  </a:lnTo>
                  <a:lnTo>
                    <a:pt x="42" y="19"/>
                  </a:lnTo>
                  <a:lnTo>
                    <a:pt x="43" y="19"/>
                  </a:lnTo>
                  <a:lnTo>
                    <a:pt x="45" y="19"/>
                  </a:lnTo>
                  <a:lnTo>
                    <a:pt x="47" y="19"/>
                  </a:lnTo>
                  <a:lnTo>
                    <a:pt x="49" y="19"/>
                  </a:lnTo>
                  <a:lnTo>
                    <a:pt x="50" y="19"/>
                  </a:lnTo>
                  <a:lnTo>
                    <a:pt x="50" y="17"/>
                  </a:lnTo>
                  <a:lnTo>
                    <a:pt x="52" y="15"/>
                  </a:lnTo>
                  <a:lnTo>
                    <a:pt x="52" y="13"/>
                  </a:lnTo>
                  <a:lnTo>
                    <a:pt x="52" y="12"/>
                  </a:lnTo>
                  <a:lnTo>
                    <a:pt x="52" y="10"/>
                  </a:lnTo>
                  <a:lnTo>
                    <a:pt x="52" y="8"/>
                  </a:lnTo>
                  <a:lnTo>
                    <a:pt x="52" y="7"/>
                  </a:lnTo>
                  <a:lnTo>
                    <a:pt x="54" y="7"/>
                  </a:lnTo>
                  <a:lnTo>
                    <a:pt x="54" y="5"/>
                  </a:lnTo>
                  <a:lnTo>
                    <a:pt x="56" y="5"/>
                  </a:lnTo>
                  <a:lnTo>
                    <a:pt x="56" y="4"/>
                  </a:lnTo>
                  <a:lnTo>
                    <a:pt x="56" y="2"/>
                  </a:lnTo>
                  <a:lnTo>
                    <a:pt x="56" y="0"/>
                  </a:lnTo>
                </a:path>
              </a:pathLst>
            </a:custGeom>
            <a:noFill/>
            <a:ln w="20638" cap="rnd">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TW" altLang="en-US"/>
            </a:p>
          </p:txBody>
        </p:sp>
        <p:sp>
          <p:nvSpPr>
            <p:cNvPr id="9290" name="Freeform 71"/>
            <p:cNvSpPr>
              <a:spLocks/>
            </p:cNvSpPr>
            <p:nvPr/>
          </p:nvSpPr>
          <p:spPr bwMode="auto">
            <a:xfrm>
              <a:off x="3555" y="875"/>
              <a:ext cx="21" cy="22"/>
            </a:xfrm>
            <a:custGeom>
              <a:avLst/>
              <a:gdLst>
                <a:gd name="T0" fmla="*/ 0 w 21"/>
                <a:gd name="T1" fmla="*/ 20 h 22"/>
                <a:gd name="T2" fmla="*/ 0 w 21"/>
                <a:gd name="T3" fmla="*/ 18 h 22"/>
                <a:gd name="T4" fmla="*/ 0 w 21"/>
                <a:gd name="T5" fmla="*/ 16 h 22"/>
                <a:gd name="T6" fmla="*/ 0 w 21"/>
                <a:gd name="T7" fmla="*/ 15 h 22"/>
                <a:gd name="T8" fmla="*/ 2 w 21"/>
                <a:gd name="T9" fmla="*/ 15 h 22"/>
                <a:gd name="T10" fmla="*/ 4 w 21"/>
                <a:gd name="T11" fmla="*/ 15 h 22"/>
                <a:gd name="T12" fmla="*/ 5 w 21"/>
                <a:gd name="T13" fmla="*/ 13 h 22"/>
                <a:gd name="T14" fmla="*/ 7 w 21"/>
                <a:gd name="T15" fmla="*/ 13 h 22"/>
                <a:gd name="T16" fmla="*/ 9 w 21"/>
                <a:gd name="T17" fmla="*/ 13 h 22"/>
                <a:gd name="T18" fmla="*/ 11 w 21"/>
                <a:gd name="T19" fmla="*/ 13 h 22"/>
                <a:gd name="T20" fmla="*/ 11 w 21"/>
                <a:gd name="T21" fmla="*/ 12 h 22"/>
                <a:gd name="T22" fmla="*/ 11 w 21"/>
                <a:gd name="T23" fmla="*/ 10 h 22"/>
                <a:gd name="T24" fmla="*/ 11 w 21"/>
                <a:gd name="T25" fmla="*/ 9 h 22"/>
                <a:gd name="T26" fmla="*/ 11 w 21"/>
                <a:gd name="T27" fmla="*/ 7 h 22"/>
                <a:gd name="T28" fmla="*/ 11 w 21"/>
                <a:gd name="T29" fmla="*/ 5 h 22"/>
                <a:gd name="T30" fmla="*/ 11 w 21"/>
                <a:gd name="T31" fmla="*/ 3 h 22"/>
                <a:gd name="T32" fmla="*/ 12 w 21"/>
                <a:gd name="T33" fmla="*/ 2 h 22"/>
                <a:gd name="T34" fmla="*/ 14 w 21"/>
                <a:gd name="T35" fmla="*/ 2 h 22"/>
                <a:gd name="T36" fmla="*/ 14 w 21"/>
                <a:gd name="T37" fmla="*/ 0 h 22"/>
                <a:gd name="T38" fmla="*/ 16 w 21"/>
                <a:gd name="T39" fmla="*/ 0 h 22"/>
                <a:gd name="T40" fmla="*/ 18 w 21"/>
                <a:gd name="T41" fmla="*/ 0 h 22"/>
                <a:gd name="T42" fmla="*/ 18 w 21"/>
                <a:gd name="T43" fmla="*/ 0 h 22"/>
                <a:gd name="T44" fmla="*/ 18 w 21"/>
                <a:gd name="T45" fmla="*/ 2 h 22"/>
                <a:gd name="T46" fmla="*/ 18 w 21"/>
                <a:gd name="T47" fmla="*/ 2 h 22"/>
                <a:gd name="T48" fmla="*/ 18 w 21"/>
                <a:gd name="T49" fmla="*/ 3 h 22"/>
                <a:gd name="T50" fmla="*/ 18 w 21"/>
                <a:gd name="T51" fmla="*/ 5 h 22"/>
                <a:gd name="T52" fmla="*/ 18 w 21"/>
                <a:gd name="T53" fmla="*/ 7 h 22"/>
                <a:gd name="T54" fmla="*/ 19 w 21"/>
                <a:gd name="T55" fmla="*/ 7 h 22"/>
                <a:gd name="T56" fmla="*/ 21 w 21"/>
                <a:gd name="T57" fmla="*/ 9 h 22"/>
                <a:gd name="T58" fmla="*/ 21 w 21"/>
                <a:gd name="T59" fmla="*/ 9 h 22"/>
                <a:gd name="T60" fmla="*/ 21 w 21"/>
                <a:gd name="T61" fmla="*/ 9 h 22"/>
                <a:gd name="T62" fmla="*/ 21 w 21"/>
                <a:gd name="T63" fmla="*/ 9 h 22"/>
                <a:gd name="T64" fmla="*/ 21 w 21"/>
                <a:gd name="T65" fmla="*/ 10 h 22"/>
                <a:gd name="T66" fmla="*/ 21 w 21"/>
                <a:gd name="T67" fmla="*/ 12 h 22"/>
                <a:gd name="T68" fmla="*/ 21 w 21"/>
                <a:gd name="T69" fmla="*/ 13 h 22"/>
                <a:gd name="T70" fmla="*/ 21 w 21"/>
                <a:gd name="T71" fmla="*/ 16 h 22"/>
                <a:gd name="T72" fmla="*/ 21 w 21"/>
                <a:gd name="T73" fmla="*/ 18 h 22"/>
                <a:gd name="T74" fmla="*/ 19 w 21"/>
                <a:gd name="T75" fmla="*/ 18 h 22"/>
                <a:gd name="T76" fmla="*/ 18 w 21"/>
                <a:gd name="T77" fmla="*/ 18 h 22"/>
                <a:gd name="T78" fmla="*/ 16 w 21"/>
                <a:gd name="T79" fmla="*/ 20 h 22"/>
                <a:gd name="T80" fmla="*/ 16 w 21"/>
                <a:gd name="T81" fmla="*/ 22 h 22"/>
                <a:gd name="T82" fmla="*/ 14 w 21"/>
                <a:gd name="T83" fmla="*/ 22 h 22"/>
                <a:gd name="T84" fmla="*/ 12 w 21"/>
                <a:gd name="T85" fmla="*/ 22 h 22"/>
                <a:gd name="T86" fmla="*/ 9 w 21"/>
                <a:gd name="T87" fmla="*/ 22 h 22"/>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21" h="22">
                  <a:moveTo>
                    <a:pt x="0" y="22"/>
                  </a:moveTo>
                  <a:lnTo>
                    <a:pt x="0" y="20"/>
                  </a:lnTo>
                  <a:lnTo>
                    <a:pt x="0" y="18"/>
                  </a:lnTo>
                  <a:lnTo>
                    <a:pt x="0" y="16"/>
                  </a:lnTo>
                  <a:lnTo>
                    <a:pt x="0" y="15"/>
                  </a:lnTo>
                  <a:lnTo>
                    <a:pt x="2" y="15"/>
                  </a:lnTo>
                  <a:lnTo>
                    <a:pt x="4" y="15"/>
                  </a:lnTo>
                  <a:lnTo>
                    <a:pt x="5" y="15"/>
                  </a:lnTo>
                  <a:lnTo>
                    <a:pt x="5" y="13"/>
                  </a:lnTo>
                  <a:lnTo>
                    <a:pt x="7" y="13"/>
                  </a:lnTo>
                  <a:lnTo>
                    <a:pt x="9" y="13"/>
                  </a:lnTo>
                  <a:lnTo>
                    <a:pt x="11" y="13"/>
                  </a:lnTo>
                  <a:lnTo>
                    <a:pt x="11" y="12"/>
                  </a:lnTo>
                  <a:lnTo>
                    <a:pt x="11" y="10"/>
                  </a:lnTo>
                  <a:lnTo>
                    <a:pt x="11" y="9"/>
                  </a:lnTo>
                  <a:lnTo>
                    <a:pt x="11" y="7"/>
                  </a:lnTo>
                  <a:lnTo>
                    <a:pt x="11" y="5"/>
                  </a:lnTo>
                  <a:lnTo>
                    <a:pt x="11" y="3"/>
                  </a:lnTo>
                  <a:lnTo>
                    <a:pt x="12" y="3"/>
                  </a:lnTo>
                  <a:lnTo>
                    <a:pt x="12" y="2"/>
                  </a:lnTo>
                  <a:lnTo>
                    <a:pt x="14" y="2"/>
                  </a:lnTo>
                  <a:lnTo>
                    <a:pt x="14" y="0"/>
                  </a:lnTo>
                  <a:lnTo>
                    <a:pt x="16" y="0"/>
                  </a:lnTo>
                  <a:lnTo>
                    <a:pt x="18" y="0"/>
                  </a:lnTo>
                  <a:lnTo>
                    <a:pt x="18" y="2"/>
                  </a:lnTo>
                  <a:lnTo>
                    <a:pt x="18" y="3"/>
                  </a:lnTo>
                  <a:lnTo>
                    <a:pt x="18" y="5"/>
                  </a:lnTo>
                  <a:lnTo>
                    <a:pt x="18" y="7"/>
                  </a:lnTo>
                  <a:lnTo>
                    <a:pt x="19" y="7"/>
                  </a:lnTo>
                  <a:lnTo>
                    <a:pt x="19" y="9"/>
                  </a:lnTo>
                  <a:lnTo>
                    <a:pt x="21" y="9"/>
                  </a:lnTo>
                  <a:lnTo>
                    <a:pt x="21" y="10"/>
                  </a:lnTo>
                  <a:lnTo>
                    <a:pt x="21" y="12"/>
                  </a:lnTo>
                  <a:lnTo>
                    <a:pt x="21" y="13"/>
                  </a:lnTo>
                  <a:lnTo>
                    <a:pt x="21" y="15"/>
                  </a:lnTo>
                  <a:lnTo>
                    <a:pt x="21" y="16"/>
                  </a:lnTo>
                  <a:lnTo>
                    <a:pt x="21" y="18"/>
                  </a:lnTo>
                  <a:lnTo>
                    <a:pt x="19" y="18"/>
                  </a:lnTo>
                  <a:lnTo>
                    <a:pt x="18" y="18"/>
                  </a:lnTo>
                  <a:lnTo>
                    <a:pt x="16" y="20"/>
                  </a:lnTo>
                  <a:lnTo>
                    <a:pt x="16" y="22"/>
                  </a:lnTo>
                  <a:lnTo>
                    <a:pt x="14" y="22"/>
                  </a:lnTo>
                  <a:lnTo>
                    <a:pt x="12" y="22"/>
                  </a:lnTo>
                  <a:lnTo>
                    <a:pt x="11" y="22"/>
                  </a:lnTo>
                  <a:lnTo>
                    <a:pt x="9" y="22"/>
                  </a:lnTo>
                </a:path>
              </a:pathLst>
            </a:custGeom>
            <a:noFill/>
            <a:ln w="20638" cap="rnd">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TW" altLang="en-US"/>
            </a:p>
          </p:txBody>
        </p:sp>
        <p:sp>
          <p:nvSpPr>
            <p:cNvPr id="9291" name="Freeform 72"/>
            <p:cNvSpPr>
              <a:spLocks/>
            </p:cNvSpPr>
            <p:nvPr/>
          </p:nvSpPr>
          <p:spPr bwMode="auto">
            <a:xfrm>
              <a:off x="3574" y="926"/>
              <a:ext cx="6" cy="7"/>
            </a:xfrm>
            <a:custGeom>
              <a:avLst/>
              <a:gdLst>
                <a:gd name="T0" fmla="*/ 0 w 6"/>
                <a:gd name="T1" fmla="*/ 0 h 7"/>
                <a:gd name="T2" fmla="*/ 0 w 6"/>
                <a:gd name="T3" fmla="*/ 2 h 7"/>
                <a:gd name="T4" fmla="*/ 0 w 6"/>
                <a:gd name="T5" fmla="*/ 2 h 7"/>
                <a:gd name="T6" fmla="*/ 0 w 6"/>
                <a:gd name="T7" fmla="*/ 3 h 7"/>
                <a:gd name="T8" fmla="*/ 0 w 6"/>
                <a:gd name="T9" fmla="*/ 3 h 7"/>
                <a:gd name="T10" fmla="*/ 0 w 6"/>
                <a:gd name="T11" fmla="*/ 3 h 7"/>
                <a:gd name="T12" fmla="*/ 0 w 6"/>
                <a:gd name="T13" fmla="*/ 5 h 7"/>
                <a:gd name="T14" fmla="*/ 0 w 6"/>
                <a:gd name="T15" fmla="*/ 5 h 7"/>
                <a:gd name="T16" fmla="*/ 0 w 6"/>
                <a:gd name="T17" fmla="*/ 7 h 7"/>
                <a:gd name="T18" fmla="*/ 0 w 6"/>
                <a:gd name="T19" fmla="*/ 7 h 7"/>
                <a:gd name="T20" fmla="*/ 0 w 6"/>
                <a:gd name="T21" fmla="*/ 7 h 7"/>
                <a:gd name="T22" fmla="*/ 0 w 6"/>
                <a:gd name="T23" fmla="*/ 7 h 7"/>
                <a:gd name="T24" fmla="*/ 0 w 6"/>
                <a:gd name="T25" fmla="*/ 7 h 7"/>
                <a:gd name="T26" fmla="*/ 2 w 6"/>
                <a:gd name="T27" fmla="*/ 7 h 7"/>
                <a:gd name="T28" fmla="*/ 2 w 6"/>
                <a:gd name="T29" fmla="*/ 7 h 7"/>
                <a:gd name="T30" fmla="*/ 4 w 6"/>
                <a:gd name="T31" fmla="*/ 7 h 7"/>
                <a:gd name="T32" fmla="*/ 4 w 6"/>
                <a:gd name="T33" fmla="*/ 7 h 7"/>
                <a:gd name="T34" fmla="*/ 4 w 6"/>
                <a:gd name="T35" fmla="*/ 7 h 7"/>
                <a:gd name="T36" fmla="*/ 6 w 6"/>
                <a:gd name="T37" fmla="*/ 7 h 7"/>
                <a:gd name="T38" fmla="*/ 6 w 6"/>
                <a:gd name="T39" fmla="*/ 7 h 7"/>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6" h="7">
                  <a:moveTo>
                    <a:pt x="0" y="0"/>
                  </a:moveTo>
                  <a:lnTo>
                    <a:pt x="0" y="2"/>
                  </a:lnTo>
                  <a:lnTo>
                    <a:pt x="0" y="3"/>
                  </a:lnTo>
                  <a:lnTo>
                    <a:pt x="0" y="5"/>
                  </a:lnTo>
                  <a:lnTo>
                    <a:pt x="0" y="7"/>
                  </a:lnTo>
                  <a:lnTo>
                    <a:pt x="2" y="7"/>
                  </a:lnTo>
                  <a:lnTo>
                    <a:pt x="4" y="7"/>
                  </a:lnTo>
                  <a:lnTo>
                    <a:pt x="6" y="7"/>
                  </a:lnTo>
                </a:path>
              </a:pathLst>
            </a:custGeom>
            <a:noFill/>
            <a:ln w="20638" cap="rnd">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TW" altLang="en-US"/>
            </a:p>
          </p:txBody>
        </p:sp>
        <p:sp>
          <p:nvSpPr>
            <p:cNvPr id="9292" name="Freeform 73"/>
            <p:cNvSpPr>
              <a:spLocks/>
            </p:cNvSpPr>
            <p:nvPr/>
          </p:nvSpPr>
          <p:spPr bwMode="auto">
            <a:xfrm>
              <a:off x="3438" y="809"/>
              <a:ext cx="12" cy="5"/>
            </a:xfrm>
            <a:custGeom>
              <a:avLst/>
              <a:gdLst>
                <a:gd name="T0" fmla="*/ 2 w 12"/>
                <a:gd name="T1" fmla="*/ 5 h 5"/>
                <a:gd name="T2" fmla="*/ 2 w 12"/>
                <a:gd name="T3" fmla="*/ 3 h 5"/>
                <a:gd name="T4" fmla="*/ 0 w 12"/>
                <a:gd name="T5" fmla="*/ 3 h 5"/>
                <a:gd name="T6" fmla="*/ 0 w 12"/>
                <a:gd name="T7" fmla="*/ 2 h 5"/>
                <a:gd name="T8" fmla="*/ 0 w 12"/>
                <a:gd name="T9" fmla="*/ 0 h 5"/>
                <a:gd name="T10" fmla="*/ 0 w 12"/>
                <a:gd name="T11" fmla="*/ 0 h 5"/>
                <a:gd name="T12" fmla="*/ 2 w 12"/>
                <a:gd name="T13" fmla="*/ 0 h 5"/>
                <a:gd name="T14" fmla="*/ 2 w 12"/>
                <a:gd name="T15" fmla="*/ 0 h 5"/>
                <a:gd name="T16" fmla="*/ 4 w 12"/>
                <a:gd name="T17" fmla="*/ 0 h 5"/>
                <a:gd name="T18" fmla="*/ 4 w 12"/>
                <a:gd name="T19" fmla="*/ 0 h 5"/>
                <a:gd name="T20" fmla="*/ 5 w 12"/>
                <a:gd name="T21" fmla="*/ 0 h 5"/>
                <a:gd name="T22" fmla="*/ 5 w 12"/>
                <a:gd name="T23" fmla="*/ 0 h 5"/>
                <a:gd name="T24" fmla="*/ 7 w 12"/>
                <a:gd name="T25" fmla="*/ 0 h 5"/>
                <a:gd name="T26" fmla="*/ 9 w 12"/>
                <a:gd name="T27" fmla="*/ 0 h 5"/>
                <a:gd name="T28" fmla="*/ 9 w 12"/>
                <a:gd name="T29" fmla="*/ 0 h 5"/>
                <a:gd name="T30" fmla="*/ 11 w 12"/>
                <a:gd name="T31" fmla="*/ 2 h 5"/>
                <a:gd name="T32" fmla="*/ 11 w 12"/>
                <a:gd name="T33" fmla="*/ 2 h 5"/>
                <a:gd name="T34" fmla="*/ 12 w 12"/>
                <a:gd name="T35" fmla="*/ 2 h 5"/>
                <a:gd name="T36" fmla="*/ 12 w 12"/>
                <a:gd name="T37" fmla="*/ 3 h 5"/>
                <a:gd name="T38" fmla="*/ 12 w 12"/>
                <a:gd name="T39" fmla="*/ 3 h 5"/>
                <a:gd name="T40" fmla="*/ 12 w 12"/>
                <a:gd name="T41" fmla="*/ 5 h 5"/>
                <a:gd name="T42" fmla="*/ 12 w 12"/>
                <a:gd name="T43" fmla="*/ 5 h 5"/>
                <a:gd name="T44" fmla="*/ 11 w 12"/>
                <a:gd name="T45" fmla="*/ 5 h 5"/>
                <a:gd name="T46" fmla="*/ 9 w 12"/>
                <a:gd name="T47" fmla="*/ 5 h 5"/>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12" h="5">
                  <a:moveTo>
                    <a:pt x="2" y="5"/>
                  </a:moveTo>
                  <a:lnTo>
                    <a:pt x="2" y="3"/>
                  </a:lnTo>
                  <a:lnTo>
                    <a:pt x="0" y="3"/>
                  </a:lnTo>
                  <a:lnTo>
                    <a:pt x="0" y="2"/>
                  </a:lnTo>
                  <a:lnTo>
                    <a:pt x="0" y="0"/>
                  </a:lnTo>
                  <a:lnTo>
                    <a:pt x="2" y="0"/>
                  </a:lnTo>
                  <a:lnTo>
                    <a:pt x="4" y="0"/>
                  </a:lnTo>
                  <a:lnTo>
                    <a:pt x="5" y="0"/>
                  </a:lnTo>
                  <a:lnTo>
                    <a:pt x="7" y="0"/>
                  </a:lnTo>
                  <a:lnTo>
                    <a:pt x="9" y="0"/>
                  </a:lnTo>
                  <a:lnTo>
                    <a:pt x="11" y="2"/>
                  </a:lnTo>
                  <a:lnTo>
                    <a:pt x="12" y="2"/>
                  </a:lnTo>
                  <a:lnTo>
                    <a:pt x="12" y="3"/>
                  </a:lnTo>
                  <a:lnTo>
                    <a:pt x="12" y="5"/>
                  </a:lnTo>
                  <a:lnTo>
                    <a:pt x="11" y="5"/>
                  </a:lnTo>
                  <a:lnTo>
                    <a:pt x="9" y="5"/>
                  </a:lnTo>
                </a:path>
              </a:pathLst>
            </a:custGeom>
            <a:noFill/>
            <a:ln w="20638" cap="rnd">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TW" altLang="en-US"/>
            </a:p>
          </p:txBody>
        </p:sp>
        <p:sp>
          <p:nvSpPr>
            <p:cNvPr id="9293" name="Freeform 74"/>
            <p:cNvSpPr>
              <a:spLocks/>
            </p:cNvSpPr>
            <p:nvPr/>
          </p:nvSpPr>
          <p:spPr bwMode="auto">
            <a:xfrm>
              <a:off x="3506" y="787"/>
              <a:ext cx="41" cy="30"/>
            </a:xfrm>
            <a:custGeom>
              <a:avLst/>
              <a:gdLst>
                <a:gd name="T0" fmla="*/ 2 w 41"/>
                <a:gd name="T1" fmla="*/ 7 h 30"/>
                <a:gd name="T2" fmla="*/ 4 w 41"/>
                <a:gd name="T3" fmla="*/ 9 h 30"/>
                <a:gd name="T4" fmla="*/ 6 w 41"/>
                <a:gd name="T5" fmla="*/ 11 h 30"/>
                <a:gd name="T6" fmla="*/ 7 w 41"/>
                <a:gd name="T7" fmla="*/ 11 h 30"/>
                <a:gd name="T8" fmla="*/ 9 w 41"/>
                <a:gd name="T9" fmla="*/ 11 h 30"/>
                <a:gd name="T10" fmla="*/ 11 w 41"/>
                <a:gd name="T11" fmla="*/ 11 h 30"/>
                <a:gd name="T12" fmla="*/ 13 w 41"/>
                <a:gd name="T13" fmla="*/ 12 h 30"/>
                <a:gd name="T14" fmla="*/ 14 w 41"/>
                <a:gd name="T15" fmla="*/ 12 h 30"/>
                <a:gd name="T16" fmla="*/ 18 w 41"/>
                <a:gd name="T17" fmla="*/ 14 h 30"/>
                <a:gd name="T18" fmla="*/ 20 w 41"/>
                <a:gd name="T19" fmla="*/ 14 h 30"/>
                <a:gd name="T20" fmla="*/ 21 w 41"/>
                <a:gd name="T21" fmla="*/ 14 h 30"/>
                <a:gd name="T22" fmla="*/ 20 w 41"/>
                <a:gd name="T23" fmla="*/ 12 h 30"/>
                <a:gd name="T24" fmla="*/ 18 w 41"/>
                <a:gd name="T25" fmla="*/ 9 h 30"/>
                <a:gd name="T26" fmla="*/ 16 w 41"/>
                <a:gd name="T27" fmla="*/ 5 h 30"/>
                <a:gd name="T28" fmla="*/ 16 w 41"/>
                <a:gd name="T29" fmla="*/ 4 h 30"/>
                <a:gd name="T30" fmla="*/ 13 w 41"/>
                <a:gd name="T31" fmla="*/ 2 h 30"/>
                <a:gd name="T32" fmla="*/ 9 w 41"/>
                <a:gd name="T33" fmla="*/ 2 h 30"/>
                <a:gd name="T34" fmla="*/ 6 w 41"/>
                <a:gd name="T35" fmla="*/ 0 h 30"/>
                <a:gd name="T36" fmla="*/ 4 w 41"/>
                <a:gd name="T37" fmla="*/ 0 h 30"/>
                <a:gd name="T38" fmla="*/ 6 w 41"/>
                <a:gd name="T39" fmla="*/ 2 h 30"/>
                <a:gd name="T40" fmla="*/ 7 w 41"/>
                <a:gd name="T41" fmla="*/ 2 h 30"/>
                <a:gd name="T42" fmla="*/ 11 w 41"/>
                <a:gd name="T43" fmla="*/ 4 h 30"/>
                <a:gd name="T44" fmla="*/ 14 w 41"/>
                <a:gd name="T45" fmla="*/ 5 h 30"/>
                <a:gd name="T46" fmla="*/ 18 w 41"/>
                <a:gd name="T47" fmla="*/ 7 h 30"/>
                <a:gd name="T48" fmla="*/ 20 w 41"/>
                <a:gd name="T49" fmla="*/ 7 h 30"/>
                <a:gd name="T50" fmla="*/ 21 w 41"/>
                <a:gd name="T51" fmla="*/ 7 h 30"/>
                <a:gd name="T52" fmla="*/ 25 w 41"/>
                <a:gd name="T53" fmla="*/ 9 h 30"/>
                <a:gd name="T54" fmla="*/ 27 w 41"/>
                <a:gd name="T55" fmla="*/ 9 h 30"/>
                <a:gd name="T56" fmla="*/ 27 w 41"/>
                <a:gd name="T57" fmla="*/ 9 h 30"/>
                <a:gd name="T58" fmla="*/ 27 w 41"/>
                <a:gd name="T59" fmla="*/ 12 h 30"/>
                <a:gd name="T60" fmla="*/ 27 w 41"/>
                <a:gd name="T61" fmla="*/ 14 h 30"/>
                <a:gd name="T62" fmla="*/ 27 w 41"/>
                <a:gd name="T63" fmla="*/ 17 h 30"/>
                <a:gd name="T64" fmla="*/ 27 w 41"/>
                <a:gd name="T65" fmla="*/ 20 h 30"/>
                <a:gd name="T66" fmla="*/ 27 w 41"/>
                <a:gd name="T67" fmla="*/ 20 h 30"/>
                <a:gd name="T68" fmla="*/ 27 w 41"/>
                <a:gd name="T69" fmla="*/ 20 h 30"/>
                <a:gd name="T70" fmla="*/ 28 w 41"/>
                <a:gd name="T71" fmla="*/ 20 h 30"/>
                <a:gd name="T72" fmla="*/ 30 w 41"/>
                <a:gd name="T73" fmla="*/ 22 h 30"/>
                <a:gd name="T74" fmla="*/ 30 w 41"/>
                <a:gd name="T75" fmla="*/ 22 h 30"/>
                <a:gd name="T76" fmla="*/ 30 w 41"/>
                <a:gd name="T77" fmla="*/ 22 h 30"/>
                <a:gd name="T78" fmla="*/ 30 w 41"/>
                <a:gd name="T79" fmla="*/ 24 h 30"/>
                <a:gd name="T80" fmla="*/ 30 w 41"/>
                <a:gd name="T81" fmla="*/ 25 h 30"/>
                <a:gd name="T82" fmla="*/ 30 w 41"/>
                <a:gd name="T83" fmla="*/ 29 h 30"/>
                <a:gd name="T84" fmla="*/ 30 w 41"/>
                <a:gd name="T85" fmla="*/ 30 h 30"/>
                <a:gd name="T86" fmla="*/ 32 w 41"/>
                <a:gd name="T87" fmla="*/ 30 h 30"/>
                <a:gd name="T88" fmla="*/ 34 w 41"/>
                <a:gd name="T89" fmla="*/ 30 h 30"/>
                <a:gd name="T90" fmla="*/ 35 w 41"/>
                <a:gd name="T91" fmla="*/ 30 h 30"/>
                <a:gd name="T92" fmla="*/ 39 w 41"/>
                <a:gd name="T93" fmla="*/ 30 h 30"/>
                <a:gd name="T94" fmla="*/ 41 w 41"/>
                <a:gd name="T95" fmla="*/ 30 h 3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41" h="30">
                  <a:moveTo>
                    <a:pt x="0" y="7"/>
                  </a:moveTo>
                  <a:lnTo>
                    <a:pt x="0" y="7"/>
                  </a:lnTo>
                  <a:lnTo>
                    <a:pt x="2" y="7"/>
                  </a:lnTo>
                  <a:lnTo>
                    <a:pt x="4" y="9"/>
                  </a:lnTo>
                  <a:lnTo>
                    <a:pt x="4" y="11"/>
                  </a:lnTo>
                  <a:lnTo>
                    <a:pt x="6" y="11"/>
                  </a:lnTo>
                  <a:lnTo>
                    <a:pt x="7" y="11"/>
                  </a:lnTo>
                  <a:lnTo>
                    <a:pt x="9" y="11"/>
                  </a:lnTo>
                  <a:lnTo>
                    <a:pt x="11" y="11"/>
                  </a:lnTo>
                  <a:lnTo>
                    <a:pt x="11" y="12"/>
                  </a:lnTo>
                  <a:lnTo>
                    <a:pt x="13" y="12"/>
                  </a:lnTo>
                  <a:lnTo>
                    <a:pt x="14" y="12"/>
                  </a:lnTo>
                  <a:lnTo>
                    <a:pt x="16" y="12"/>
                  </a:lnTo>
                  <a:lnTo>
                    <a:pt x="16" y="14"/>
                  </a:lnTo>
                  <a:lnTo>
                    <a:pt x="18" y="14"/>
                  </a:lnTo>
                  <a:lnTo>
                    <a:pt x="20" y="14"/>
                  </a:lnTo>
                  <a:lnTo>
                    <a:pt x="21" y="14"/>
                  </a:lnTo>
                  <a:lnTo>
                    <a:pt x="20" y="12"/>
                  </a:lnTo>
                  <a:lnTo>
                    <a:pt x="20" y="11"/>
                  </a:lnTo>
                  <a:lnTo>
                    <a:pt x="18" y="11"/>
                  </a:lnTo>
                  <a:lnTo>
                    <a:pt x="18" y="9"/>
                  </a:lnTo>
                  <a:lnTo>
                    <a:pt x="16" y="9"/>
                  </a:lnTo>
                  <a:lnTo>
                    <a:pt x="16" y="7"/>
                  </a:lnTo>
                  <a:lnTo>
                    <a:pt x="16" y="5"/>
                  </a:lnTo>
                  <a:lnTo>
                    <a:pt x="16" y="4"/>
                  </a:lnTo>
                  <a:lnTo>
                    <a:pt x="16" y="2"/>
                  </a:lnTo>
                  <a:lnTo>
                    <a:pt x="14" y="2"/>
                  </a:lnTo>
                  <a:lnTo>
                    <a:pt x="13" y="2"/>
                  </a:lnTo>
                  <a:lnTo>
                    <a:pt x="11" y="2"/>
                  </a:lnTo>
                  <a:lnTo>
                    <a:pt x="9" y="2"/>
                  </a:lnTo>
                  <a:lnTo>
                    <a:pt x="7" y="2"/>
                  </a:lnTo>
                  <a:lnTo>
                    <a:pt x="7" y="0"/>
                  </a:lnTo>
                  <a:lnTo>
                    <a:pt x="6" y="0"/>
                  </a:lnTo>
                  <a:lnTo>
                    <a:pt x="4" y="0"/>
                  </a:lnTo>
                  <a:lnTo>
                    <a:pt x="4" y="2"/>
                  </a:lnTo>
                  <a:lnTo>
                    <a:pt x="6" y="2"/>
                  </a:lnTo>
                  <a:lnTo>
                    <a:pt x="7" y="2"/>
                  </a:lnTo>
                  <a:lnTo>
                    <a:pt x="9" y="2"/>
                  </a:lnTo>
                  <a:lnTo>
                    <a:pt x="11" y="4"/>
                  </a:lnTo>
                  <a:lnTo>
                    <a:pt x="13" y="4"/>
                  </a:lnTo>
                  <a:lnTo>
                    <a:pt x="13" y="5"/>
                  </a:lnTo>
                  <a:lnTo>
                    <a:pt x="14" y="5"/>
                  </a:lnTo>
                  <a:lnTo>
                    <a:pt x="16" y="5"/>
                  </a:lnTo>
                  <a:lnTo>
                    <a:pt x="18" y="7"/>
                  </a:lnTo>
                  <a:lnTo>
                    <a:pt x="20" y="7"/>
                  </a:lnTo>
                  <a:lnTo>
                    <a:pt x="21" y="7"/>
                  </a:lnTo>
                  <a:lnTo>
                    <a:pt x="23" y="7"/>
                  </a:lnTo>
                  <a:lnTo>
                    <a:pt x="23" y="9"/>
                  </a:lnTo>
                  <a:lnTo>
                    <a:pt x="25" y="9"/>
                  </a:lnTo>
                  <a:lnTo>
                    <a:pt x="27" y="9"/>
                  </a:lnTo>
                  <a:lnTo>
                    <a:pt x="27" y="11"/>
                  </a:lnTo>
                  <a:lnTo>
                    <a:pt x="27" y="12"/>
                  </a:lnTo>
                  <a:lnTo>
                    <a:pt x="27" y="14"/>
                  </a:lnTo>
                  <a:lnTo>
                    <a:pt x="27" y="15"/>
                  </a:lnTo>
                  <a:lnTo>
                    <a:pt x="27" y="17"/>
                  </a:lnTo>
                  <a:lnTo>
                    <a:pt x="27" y="18"/>
                  </a:lnTo>
                  <a:lnTo>
                    <a:pt x="27" y="20"/>
                  </a:lnTo>
                  <a:lnTo>
                    <a:pt x="28" y="20"/>
                  </a:lnTo>
                  <a:lnTo>
                    <a:pt x="28" y="22"/>
                  </a:lnTo>
                  <a:lnTo>
                    <a:pt x="30" y="22"/>
                  </a:lnTo>
                  <a:lnTo>
                    <a:pt x="30" y="24"/>
                  </a:lnTo>
                  <a:lnTo>
                    <a:pt x="30" y="25"/>
                  </a:lnTo>
                  <a:lnTo>
                    <a:pt x="30" y="27"/>
                  </a:lnTo>
                  <a:lnTo>
                    <a:pt x="30" y="29"/>
                  </a:lnTo>
                  <a:lnTo>
                    <a:pt x="30" y="30"/>
                  </a:lnTo>
                  <a:lnTo>
                    <a:pt x="32" y="30"/>
                  </a:lnTo>
                  <a:lnTo>
                    <a:pt x="34" y="30"/>
                  </a:lnTo>
                  <a:lnTo>
                    <a:pt x="35" y="30"/>
                  </a:lnTo>
                  <a:lnTo>
                    <a:pt x="37" y="30"/>
                  </a:lnTo>
                  <a:lnTo>
                    <a:pt x="39" y="30"/>
                  </a:lnTo>
                  <a:lnTo>
                    <a:pt x="41" y="30"/>
                  </a:lnTo>
                </a:path>
              </a:pathLst>
            </a:custGeom>
            <a:noFill/>
            <a:ln w="20638" cap="rnd">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TW" altLang="en-US"/>
            </a:p>
          </p:txBody>
        </p:sp>
        <p:sp>
          <p:nvSpPr>
            <p:cNvPr id="9294" name="Freeform 75"/>
            <p:cNvSpPr>
              <a:spLocks/>
            </p:cNvSpPr>
            <p:nvPr/>
          </p:nvSpPr>
          <p:spPr bwMode="auto">
            <a:xfrm>
              <a:off x="3522" y="809"/>
              <a:ext cx="4" cy="0"/>
            </a:xfrm>
            <a:custGeom>
              <a:avLst/>
              <a:gdLst>
                <a:gd name="T0" fmla="*/ 0 w 4"/>
                <a:gd name="T1" fmla="*/ 0 w 4"/>
                <a:gd name="T2" fmla="*/ 2 w 4"/>
                <a:gd name="T3" fmla="*/ 2 w 4"/>
                <a:gd name="T4" fmla="*/ 4 w 4"/>
                <a:gd name="T5" fmla="*/ 4 w 4"/>
                <a:gd name="T6" fmla="*/ 0 60000 65536"/>
                <a:gd name="T7" fmla="*/ 0 60000 65536"/>
                <a:gd name="T8" fmla="*/ 0 60000 65536"/>
                <a:gd name="T9" fmla="*/ 0 60000 65536"/>
                <a:gd name="T10" fmla="*/ 0 60000 65536"/>
                <a:gd name="T11" fmla="*/ 0 60000 65536"/>
              </a:gdLst>
              <a:ahLst/>
              <a:cxnLst>
                <a:cxn ang="T6">
                  <a:pos x="T0" y="0"/>
                </a:cxn>
                <a:cxn ang="T7">
                  <a:pos x="T1" y="0"/>
                </a:cxn>
                <a:cxn ang="T8">
                  <a:pos x="T2" y="0"/>
                </a:cxn>
                <a:cxn ang="T9">
                  <a:pos x="T3" y="0"/>
                </a:cxn>
                <a:cxn ang="T10">
                  <a:pos x="T4" y="0"/>
                </a:cxn>
                <a:cxn ang="T11">
                  <a:pos x="T5" y="0"/>
                </a:cxn>
              </a:cxnLst>
              <a:rect l="0" t="0" r="r" b="b"/>
              <a:pathLst>
                <a:path w="4">
                  <a:moveTo>
                    <a:pt x="0" y="0"/>
                  </a:moveTo>
                  <a:lnTo>
                    <a:pt x="0" y="0"/>
                  </a:lnTo>
                  <a:lnTo>
                    <a:pt x="2" y="0"/>
                  </a:lnTo>
                  <a:lnTo>
                    <a:pt x="4" y="0"/>
                  </a:lnTo>
                </a:path>
              </a:pathLst>
            </a:custGeom>
            <a:noFill/>
            <a:ln w="20638" cap="rnd">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TW" altLang="en-US"/>
            </a:p>
          </p:txBody>
        </p:sp>
        <p:sp>
          <p:nvSpPr>
            <p:cNvPr id="9295" name="Freeform 76"/>
            <p:cNvSpPr>
              <a:spLocks/>
            </p:cNvSpPr>
            <p:nvPr/>
          </p:nvSpPr>
          <p:spPr bwMode="auto">
            <a:xfrm>
              <a:off x="3656" y="946"/>
              <a:ext cx="7" cy="5"/>
            </a:xfrm>
            <a:custGeom>
              <a:avLst/>
              <a:gdLst>
                <a:gd name="T0" fmla="*/ 0 w 7"/>
                <a:gd name="T1" fmla="*/ 5 h 5"/>
                <a:gd name="T2" fmla="*/ 2 w 7"/>
                <a:gd name="T3" fmla="*/ 5 h 5"/>
                <a:gd name="T4" fmla="*/ 2 w 7"/>
                <a:gd name="T5" fmla="*/ 5 h 5"/>
                <a:gd name="T6" fmla="*/ 3 w 7"/>
                <a:gd name="T7" fmla="*/ 5 h 5"/>
                <a:gd name="T8" fmla="*/ 3 w 7"/>
                <a:gd name="T9" fmla="*/ 5 h 5"/>
                <a:gd name="T10" fmla="*/ 2 w 7"/>
                <a:gd name="T11" fmla="*/ 3 h 5"/>
                <a:gd name="T12" fmla="*/ 2 w 7"/>
                <a:gd name="T13" fmla="*/ 2 h 5"/>
                <a:gd name="T14" fmla="*/ 2 w 7"/>
                <a:gd name="T15" fmla="*/ 2 h 5"/>
                <a:gd name="T16" fmla="*/ 2 w 7"/>
                <a:gd name="T17" fmla="*/ 0 h 5"/>
                <a:gd name="T18" fmla="*/ 2 w 7"/>
                <a:gd name="T19" fmla="*/ 0 h 5"/>
                <a:gd name="T20" fmla="*/ 2 w 7"/>
                <a:gd name="T21" fmla="*/ 0 h 5"/>
                <a:gd name="T22" fmla="*/ 3 w 7"/>
                <a:gd name="T23" fmla="*/ 0 h 5"/>
                <a:gd name="T24" fmla="*/ 3 w 7"/>
                <a:gd name="T25" fmla="*/ 0 h 5"/>
                <a:gd name="T26" fmla="*/ 5 w 7"/>
                <a:gd name="T27" fmla="*/ 0 h 5"/>
                <a:gd name="T28" fmla="*/ 5 w 7"/>
                <a:gd name="T29" fmla="*/ 0 h 5"/>
                <a:gd name="T30" fmla="*/ 7 w 7"/>
                <a:gd name="T31" fmla="*/ 0 h 5"/>
                <a:gd name="T32" fmla="*/ 7 w 7"/>
                <a:gd name="T33" fmla="*/ 0 h 5"/>
                <a:gd name="T34" fmla="*/ 7 w 7"/>
                <a:gd name="T35" fmla="*/ 0 h 5"/>
                <a:gd name="T36" fmla="*/ 7 w 7"/>
                <a:gd name="T37" fmla="*/ 0 h 5"/>
                <a:gd name="T38" fmla="*/ 7 w 7"/>
                <a:gd name="T39" fmla="*/ 2 h 5"/>
                <a:gd name="T40" fmla="*/ 7 w 7"/>
                <a:gd name="T41" fmla="*/ 2 h 5"/>
                <a:gd name="T42" fmla="*/ 7 w 7"/>
                <a:gd name="T43" fmla="*/ 3 h 5"/>
                <a:gd name="T44" fmla="*/ 7 w 7"/>
                <a:gd name="T45" fmla="*/ 3 h 5"/>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7" h="5">
                  <a:moveTo>
                    <a:pt x="0" y="5"/>
                  </a:moveTo>
                  <a:lnTo>
                    <a:pt x="2" y="5"/>
                  </a:lnTo>
                  <a:lnTo>
                    <a:pt x="3" y="5"/>
                  </a:lnTo>
                  <a:lnTo>
                    <a:pt x="2" y="3"/>
                  </a:lnTo>
                  <a:lnTo>
                    <a:pt x="2" y="2"/>
                  </a:lnTo>
                  <a:lnTo>
                    <a:pt x="2" y="0"/>
                  </a:lnTo>
                  <a:lnTo>
                    <a:pt x="3" y="0"/>
                  </a:lnTo>
                  <a:lnTo>
                    <a:pt x="5" y="0"/>
                  </a:lnTo>
                  <a:lnTo>
                    <a:pt x="7" y="0"/>
                  </a:lnTo>
                  <a:lnTo>
                    <a:pt x="7" y="2"/>
                  </a:lnTo>
                  <a:lnTo>
                    <a:pt x="7" y="3"/>
                  </a:lnTo>
                </a:path>
              </a:pathLst>
            </a:custGeom>
            <a:noFill/>
            <a:ln w="20638" cap="rnd">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TW" altLang="en-US"/>
            </a:p>
          </p:txBody>
        </p:sp>
        <p:sp>
          <p:nvSpPr>
            <p:cNvPr id="9296" name="Freeform 77"/>
            <p:cNvSpPr>
              <a:spLocks/>
            </p:cNvSpPr>
            <p:nvPr/>
          </p:nvSpPr>
          <p:spPr bwMode="auto">
            <a:xfrm>
              <a:off x="3445" y="1143"/>
              <a:ext cx="25" cy="7"/>
            </a:xfrm>
            <a:custGeom>
              <a:avLst/>
              <a:gdLst>
                <a:gd name="T0" fmla="*/ 0 w 25"/>
                <a:gd name="T1" fmla="*/ 7 h 7"/>
                <a:gd name="T2" fmla="*/ 0 w 25"/>
                <a:gd name="T3" fmla="*/ 5 h 7"/>
                <a:gd name="T4" fmla="*/ 2 w 25"/>
                <a:gd name="T5" fmla="*/ 5 h 7"/>
                <a:gd name="T6" fmla="*/ 2 w 25"/>
                <a:gd name="T7" fmla="*/ 4 h 7"/>
                <a:gd name="T8" fmla="*/ 2 w 25"/>
                <a:gd name="T9" fmla="*/ 4 h 7"/>
                <a:gd name="T10" fmla="*/ 4 w 25"/>
                <a:gd name="T11" fmla="*/ 4 h 7"/>
                <a:gd name="T12" fmla="*/ 4 w 25"/>
                <a:gd name="T13" fmla="*/ 2 h 7"/>
                <a:gd name="T14" fmla="*/ 4 w 25"/>
                <a:gd name="T15" fmla="*/ 2 h 7"/>
                <a:gd name="T16" fmla="*/ 5 w 25"/>
                <a:gd name="T17" fmla="*/ 2 h 7"/>
                <a:gd name="T18" fmla="*/ 5 w 25"/>
                <a:gd name="T19" fmla="*/ 0 h 7"/>
                <a:gd name="T20" fmla="*/ 5 w 25"/>
                <a:gd name="T21" fmla="*/ 0 h 7"/>
                <a:gd name="T22" fmla="*/ 7 w 25"/>
                <a:gd name="T23" fmla="*/ 0 h 7"/>
                <a:gd name="T24" fmla="*/ 7 w 25"/>
                <a:gd name="T25" fmla="*/ 0 h 7"/>
                <a:gd name="T26" fmla="*/ 9 w 25"/>
                <a:gd name="T27" fmla="*/ 0 h 7"/>
                <a:gd name="T28" fmla="*/ 9 w 25"/>
                <a:gd name="T29" fmla="*/ 0 h 7"/>
                <a:gd name="T30" fmla="*/ 11 w 25"/>
                <a:gd name="T31" fmla="*/ 0 h 7"/>
                <a:gd name="T32" fmla="*/ 11 w 25"/>
                <a:gd name="T33" fmla="*/ 0 h 7"/>
                <a:gd name="T34" fmla="*/ 12 w 25"/>
                <a:gd name="T35" fmla="*/ 0 h 7"/>
                <a:gd name="T36" fmla="*/ 14 w 25"/>
                <a:gd name="T37" fmla="*/ 0 h 7"/>
                <a:gd name="T38" fmla="*/ 14 w 25"/>
                <a:gd name="T39" fmla="*/ 0 h 7"/>
                <a:gd name="T40" fmla="*/ 14 w 25"/>
                <a:gd name="T41" fmla="*/ 0 h 7"/>
                <a:gd name="T42" fmla="*/ 16 w 25"/>
                <a:gd name="T43" fmla="*/ 0 h 7"/>
                <a:gd name="T44" fmla="*/ 16 w 25"/>
                <a:gd name="T45" fmla="*/ 0 h 7"/>
                <a:gd name="T46" fmla="*/ 16 w 25"/>
                <a:gd name="T47" fmla="*/ 0 h 7"/>
                <a:gd name="T48" fmla="*/ 18 w 25"/>
                <a:gd name="T49" fmla="*/ 0 h 7"/>
                <a:gd name="T50" fmla="*/ 19 w 25"/>
                <a:gd name="T51" fmla="*/ 0 h 7"/>
                <a:gd name="T52" fmla="*/ 19 w 25"/>
                <a:gd name="T53" fmla="*/ 0 h 7"/>
                <a:gd name="T54" fmla="*/ 21 w 25"/>
                <a:gd name="T55" fmla="*/ 0 h 7"/>
                <a:gd name="T56" fmla="*/ 23 w 25"/>
                <a:gd name="T57" fmla="*/ 0 h 7"/>
                <a:gd name="T58" fmla="*/ 23 w 25"/>
                <a:gd name="T59" fmla="*/ 0 h 7"/>
                <a:gd name="T60" fmla="*/ 25 w 25"/>
                <a:gd name="T61" fmla="*/ 0 h 7"/>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0" t="0" r="r" b="b"/>
              <a:pathLst>
                <a:path w="25" h="7">
                  <a:moveTo>
                    <a:pt x="0" y="7"/>
                  </a:moveTo>
                  <a:lnTo>
                    <a:pt x="0" y="5"/>
                  </a:lnTo>
                  <a:lnTo>
                    <a:pt x="2" y="5"/>
                  </a:lnTo>
                  <a:lnTo>
                    <a:pt x="2" y="4"/>
                  </a:lnTo>
                  <a:lnTo>
                    <a:pt x="4" y="4"/>
                  </a:lnTo>
                  <a:lnTo>
                    <a:pt x="4" y="2"/>
                  </a:lnTo>
                  <a:lnTo>
                    <a:pt x="5" y="2"/>
                  </a:lnTo>
                  <a:lnTo>
                    <a:pt x="5" y="0"/>
                  </a:lnTo>
                  <a:lnTo>
                    <a:pt x="7" y="0"/>
                  </a:lnTo>
                  <a:lnTo>
                    <a:pt x="9" y="0"/>
                  </a:lnTo>
                  <a:lnTo>
                    <a:pt x="11" y="0"/>
                  </a:lnTo>
                  <a:lnTo>
                    <a:pt x="12" y="0"/>
                  </a:lnTo>
                  <a:lnTo>
                    <a:pt x="14" y="0"/>
                  </a:lnTo>
                  <a:lnTo>
                    <a:pt x="16" y="0"/>
                  </a:lnTo>
                  <a:lnTo>
                    <a:pt x="18" y="0"/>
                  </a:lnTo>
                  <a:lnTo>
                    <a:pt x="19" y="0"/>
                  </a:lnTo>
                  <a:lnTo>
                    <a:pt x="21" y="0"/>
                  </a:lnTo>
                  <a:lnTo>
                    <a:pt x="23" y="0"/>
                  </a:lnTo>
                  <a:lnTo>
                    <a:pt x="25" y="0"/>
                  </a:lnTo>
                </a:path>
              </a:pathLst>
            </a:custGeom>
            <a:noFill/>
            <a:ln w="20638" cap="rnd">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TW" altLang="en-US"/>
            </a:p>
          </p:txBody>
        </p:sp>
        <p:sp>
          <p:nvSpPr>
            <p:cNvPr id="9297" name="Freeform 78"/>
            <p:cNvSpPr>
              <a:spLocks/>
            </p:cNvSpPr>
            <p:nvPr/>
          </p:nvSpPr>
          <p:spPr bwMode="auto">
            <a:xfrm>
              <a:off x="2698" y="890"/>
              <a:ext cx="28" cy="7"/>
            </a:xfrm>
            <a:custGeom>
              <a:avLst/>
              <a:gdLst>
                <a:gd name="T0" fmla="*/ 0 w 28"/>
                <a:gd name="T1" fmla="*/ 7 h 7"/>
                <a:gd name="T2" fmla="*/ 0 w 28"/>
                <a:gd name="T3" fmla="*/ 7 h 7"/>
                <a:gd name="T4" fmla="*/ 2 w 28"/>
                <a:gd name="T5" fmla="*/ 7 h 7"/>
                <a:gd name="T6" fmla="*/ 2 w 28"/>
                <a:gd name="T7" fmla="*/ 7 h 7"/>
                <a:gd name="T8" fmla="*/ 4 w 28"/>
                <a:gd name="T9" fmla="*/ 7 h 7"/>
                <a:gd name="T10" fmla="*/ 4 w 28"/>
                <a:gd name="T11" fmla="*/ 7 h 7"/>
                <a:gd name="T12" fmla="*/ 5 w 28"/>
                <a:gd name="T13" fmla="*/ 7 h 7"/>
                <a:gd name="T14" fmla="*/ 5 w 28"/>
                <a:gd name="T15" fmla="*/ 7 h 7"/>
                <a:gd name="T16" fmla="*/ 7 w 28"/>
                <a:gd name="T17" fmla="*/ 7 h 7"/>
                <a:gd name="T18" fmla="*/ 9 w 28"/>
                <a:gd name="T19" fmla="*/ 7 h 7"/>
                <a:gd name="T20" fmla="*/ 9 w 28"/>
                <a:gd name="T21" fmla="*/ 7 h 7"/>
                <a:gd name="T22" fmla="*/ 11 w 28"/>
                <a:gd name="T23" fmla="*/ 7 h 7"/>
                <a:gd name="T24" fmla="*/ 11 w 28"/>
                <a:gd name="T25" fmla="*/ 5 h 7"/>
                <a:gd name="T26" fmla="*/ 11 w 28"/>
                <a:gd name="T27" fmla="*/ 5 h 7"/>
                <a:gd name="T28" fmla="*/ 12 w 28"/>
                <a:gd name="T29" fmla="*/ 5 h 7"/>
                <a:gd name="T30" fmla="*/ 12 w 28"/>
                <a:gd name="T31" fmla="*/ 5 h 7"/>
                <a:gd name="T32" fmla="*/ 14 w 28"/>
                <a:gd name="T33" fmla="*/ 5 h 7"/>
                <a:gd name="T34" fmla="*/ 14 w 28"/>
                <a:gd name="T35" fmla="*/ 5 h 7"/>
                <a:gd name="T36" fmla="*/ 16 w 28"/>
                <a:gd name="T37" fmla="*/ 5 h 7"/>
                <a:gd name="T38" fmla="*/ 16 w 28"/>
                <a:gd name="T39" fmla="*/ 5 h 7"/>
                <a:gd name="T40" fmla="*/ 18 w 28"/>
                <a:gd name="T41" fmla="*/ 5 h 7"/>
                <a:gd name="T42" fmla="*/ 19 w 28"/>
                <a:gd name="T43" fmla="*/ 5 h 7"/>
                <a:gd name="T44" fmla="*/ 19 w 28"/>
                <a:gd name="T45" fmla="*/ 5 h 7"/>
                <a:gd name="T46" fmla="*/ 21 w 28"/>
                <a:gd name="T47" fmla="*/ 5 h 7"/>
                <a:gd name="T48" fmla="*/ 21 w 28"/>
                <a:gd name="T49" fmla="*/ 5 h 7"/>
                <a:gd name="T50" fmla="*/ 25 w 28"/>
                <a:gd name="T51" fmla="*/ 5 h 7"/>
                <a:gd name="T52" fmla="*/ 25 w 28"/>
                <a:gd name="T53" fmla="*/ 5 h 7"/>
                <a:gd name="T54" fmla="*/ 26 w 28"/>
                <a:gd name="T55" fmla="*/ 5 h 7"/>
                <a:gd name="T56" fmla="*/ 26 w 28"/>
                <a:gd name="T57" fmla="*/ 5 h 7"/>
                <a:gd name="T58" fmla="*/ 26 w 28"/>
                <a:gd name="T59" fmla="*/ 3 h 7"/>
                <a:gd name="T60" fmla="*/ 26 w 28"/>
                <a:gd name="T61" fmla="*/ 3 h 7"/>
                <a:gd name="T62" fmla="*/ 28 w 28"/>
                <a:gd name="T63" fmla="*/ 3 h 7"/>
                <a:gd name="T64" fmla="*/ 28 w 28"/>
                <a:gd name="T65" fmla="*/ 1 h 7"/>
                <a:gd name="T66" fmla="*/ 28 w 28"/>
                <a:gd name="T67" fmla="*/ 1 h 7"/>
                <a:gd name="T68" fmla="*/ 28 w 28"/>
                <a:gd name="T69" fmla="*/ 0 h 7"/>
                <a:gd name="T70" fmla="*/ 25 w 28"/>
                <a:gd name="T71" fmla="*/ 0 h 7"/>
                <a:gd name="T72" fmla="*/ 23 w 28"/>
                <a:gd name="T73" fmla="*/ 0 h 7"/>
                <a:gd name="T74" fmla="*/ 21 w 28"/>
                <a:gd name="T75" fmla="*/ 0 h 7"/>
                <a:gd name="T76" fmla="*/ 18 w 28"/>
                <a:gd name="T77" fmla="*/ 0 h 7"/>
                <a:gd name="T78" fmla="*/ 18 w 28"/>
                <a:gd name="T79" fmla="*/ 0 h 7"/>
                <a:gd name="T80" fmla="*/ 16 w 28"/>
                <a:gd name="T81" fmla="*/ 0 h 7"/>
                <a:gd name="T82" fmla="*/ 16 w 28"/>
                <a:gd name="T83" fmla="*/ 0 h 7"/>
                <a:gd name="T84" fmla="*/ 14 w 28"/>
                <a:gd name="T85" fmla="*/ 0 h 7"/>
                <a:gd name="T86" fmla="*/ 14 w 28"/>
                <a:gd name="T87" fmla="*/ 0 h 7"/>
                <a:gd name="T88" fmla="*/ 14 w 28"/>
                <a:gd name="T89" fmla="*/ 0 h 7"/>
                <a:gd name="T90" fmla="*/ 12 w 28"/>
                <a:gd name="T91" fmla="*/ 0 h 7"/>
                <a:gd name="T92" fmla="*/ 11 w 28"/>
                <a:gd name="T93" fmla="*/ 0 h 7"/>
                <a:gd name="T94" fmla="*/ 11 w 28"/>
                <a:gd name="T95" fmla="*/ 0 h 7"/>
                <a:gd name="T96" fmla="*/ 9 w 28"/>
                <a:gd name="T97" fmla="*/ 0 h 7"/>
                <a:gd name="T98" fmla="*/ 9 w 28"/>
                <a:gd name="T99" fmla="*/ 0 h 7"/>
                <a:gd name="T100" fmla="*/ 9 w 28"/>
                <a:gd name="T101" fmla="*/ 0 h 7"/>
                <a:gd name="T102" fmla="*/ 7 w 28"/>
                <a:gd name="T103" fmla="*/ 0 h 7"/>
                <a:gd name="T104" fmla="*/ 5 w 28"/>
                <a:gd name="T105" fmla="*/ 0 h 7"/>
                <a:gd name="T106" fmla="*/ 5 w 28"/>
                <a:gd name="T107" fmla="*/ 1 h 7"/>
                <a:gd name="T108" fmla="*/ 5 w 28"/>
                <a:gd name="T109" fmla="*/ 1 h 7"/>
                <a:gd name="T110" fmla="*/ 5 w 28"/>
                <a:gd name="T111" fmla="*/ 3 h 7"/>
                <a:gd name="T112" fmla="*/ 5 w 28"/>
                <a:gd name="T113" fmla="*/ 3 h 7"/>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0" t="0" r="r" b="b"/>
              <a:pathLst>
                <a:path w="28" h="7">
                  <a:moveTo>
                    <a:pt x="0" y="7"/>
                  </a:moveTo>
                  <a:lnTo>
                    <a:pt x="0" y="7"/>
                  </a:lnTo>
                  <a:lnTo>
                    <a:pt x="2" y="7"/>
                  </a:lnTo>
                  <a:lnTo>
                    <a:pt x="4" y="7"/>
                  </a:lnTo>
                  <a:lnTo>
                    <a:pt x="5" y="7"/>
                  </a:lnTo>
                  <a:lnTo>
                    <a:pt x="7" y="7"/>
                  </a:lnTo>
                  <a:lnTo>
                    <a:pt x="9" y="7"/>
                  </a:lnTo>
                  <a:lnTo>
                    <a:pt x="11" y="7"/>
                  </a:lnTo>
                  <a:lnTo>
                    <a:pt x="11" y="5"/>
                  </a:lnTo>
                  <a:lnTo>
                    <a:pt x="12" y="5"/>
                  </a:lnTo>
                  <a:lnTo>
                    <a:pt x="14" y="5"/>
                  </a:lnTo>
                  <a:lnTo>
                    <a:pt x="16" y="5"/>
                  </a:lnTo>
                  <a:lnTo>
                    <a:pt x="18" y="5"/>
                  </a:lnTo>
                  <a:lnTo>
                    <a:pt x="19" y="5"/>
                  </a:lnTo>
                  <a:lnTo>
                    <a:pt x="21" y="5"/>
                  </a:lnTo>
                  <a:lnTo>
                    <a:pt x="25" y="5"/>
                  </a:lnTo>
                  <a:lnTo>
                    <a:pt x="26" y="5"/>
                  </a:lnTo>
                  <a:lnTo>
                    <a:pt x="26" y="3"/>
                  </a:lnTo>
                  <a:lnTo>
                    <a:pt x="28" y="3"/>
                  </a:lnTo>
                  <a:lnTo>
                    <a:pt x="28" y="1"/>
                  </a:lnTo>
                  <a:lnTo>
                    <a:pt x="28" y="0"/>
                  </a:lnTo>
                  <a:lnTo>
                    <a:pt x="25" y="0"/>
                  </a:lnTo>
                  <a:lnTo>
                    <a:pt x="23" y="0"/>
                  </a:lnTo>
                  <a:lnTo>
                    <a:pt x="21" y="0"/>
                  </a:lnTo>
                  <a:lnTo>
                    <a:pt x="18" y="0"/>
                  </a:lnTo>
                  <a:lnTo>
                    <a:pt x="16" y="0"/>
                  </a:lnTo>
                  <a:lnTo>
                    <a:pt x="14" y="0"/>
                  </a:lnTo>
                  <a:lnTo>
                    <a:pt x="12" y="0"/>
                  </a:lnTo>
                  <a:lnTo>
                    <a:pt x="11" y="0"/>
                  </a:lnTo>
                  <a:lnTo>
                    <a:pt x="9" y="0"/>
                  </a:lnTo>
                  <a:lnTo>
                    <a:pt x="7" y="0"/>
                  </a:lnTo>
                  <a:lnTo>
                    <a:pt x="5" y="0"/>
                  </a:lnTo>
                  <a:lnTo>
                    <a:pt x="5" y="1"/>
                  </a:lnTo>
                  <a:lnTo>
                    <a:pt x="5" y="3"/>
                  </a:lnTo>
                </a:path>
              </a:pathLst>
            </a:custGeom>
            <a:noFill/>
            <a:ln w="20638" cap="rnd">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TW" altLang="en-US"/>
            </a:p>
          </p:txBody>
        </p:sp>
        <p:sp>
          <p:nvSpPr>
            <p:cNvPr id="9298" name="Freeform 79"/>
            <p:cNvSpPr>
              <a:spLocks/>
            </p:cNvSpPr>
            <p:nvPr/>
          </p:nvSpPr>
          <p:spPr bwMode="auto">
            <a:xfrm>
              <a:off x="3407" y="1154"/>
              <a:ext cx="43" cy="0"/>
            </a:xfrm>
            <a:custGeom>
              <a:avLst/>
              <a:gdLst>
                <a:gd name="T0" fmla="*/ 0 w 43"/>
                <a:gd name="T1" fmla="*/ 2 w 43"/>
                <a:gd name="T2" fmla="*/ 2 w 43"/>
                <a:gd name="T3" fmla="*/ 3 w 43"/>
                <a:gd name="T4" fmla="*/ 3 w 43"/>
                <a:gd name="T5" fmla="*/ 5 w 43"/>
                <a:gd name="T6" fmla="*/ 7 w 43"/>
                <a:gd name="T7" fmla="*/ 9 w 43"/>
                <a:gd name="T8" fmla="*/ 9 w 43"/>
                <a:gd name="T9" fmla="*/ 10 w 43"/>
                <a:gd name="T10" fmla="*/ 10 w 43"/>
                <a:gd name="T11" fmla="*/ 12 w 43"/>
                <a:gd name="T12" fmla="*/ 14 w 43"/>
                <a:gd name="T13" fmla="*/ 14 w 43"/>
                <a:gd name="T14" fmla="*/ 16 w 43"/>
                <a:gd name="T15" fmla="*/ 16 w 43"/>
                <a:gd name="T16" fmla="*/ 17 w 43"/>
                <a:gd name="T17" fmla="*/ 17 w 43"/>
                <a:gd name="T18" fmla="*/ 19 w 43"/>
                <a:gd name="T19" fmla="*/ 21 w 43"/>
                <a:gd name="T20" fmla="*/ 21 w 43"/>
                <a:gd name="T21" fmla="*/ 23 w 43"/>
                <a:gd name="T22" fmla="*/ 23 w 43"/>
                <a:gd name="T23" fmla="*/ 24 w 43"/>
                <a:gd name="T24" fmla="*/ 24 w 43"/>
                <a:gd name="T25" fmla="*/ 26 w 43"/>
                <a:gd name="T26" fmla="*/ 28 w 43"/>
                <a:gd name="T27" fmla="*/ 28 w 43"/>
                <a:gd name="T28" fmla="*/ 29 w 43"/>
                <a:gd name="T29" fmla="*/ 29 w 43"/>
                <a:gd name="T30" fmla="*/ 31 w 43"/>
                <a:gd name="T31" fmla="*/ 31 w 43"/>
                <a:gd name="T32" fmla="*/ 33 w 43"/>
                <a:gd name="T33" fmla="*/ 33 w 43"/>
                <a:gd name="T34" fmla="*/ 35 w 43"/>
                <a:gd name="T35" fmla="*/ 36 w 43"/>
                <a:gd name="T36" fmla="*/ 36 w 43"/>
                <a:gd name="T37" fmla="*/ 38 w 43"/>
                <a:gd name="T38" fmla="*/ 38 w 43"/>
                <a:gd name="T39" fmla="*/ 40 w 43"/>
                <a:gd name="T40" fmla="*/ 40 w 43"/>
                <a:gd name="T41" fmla="*/ 42 w 43"/>
                <a:gd name="T42" fmla="*/ 43 w 43"/>
                <a:gd name="T43" fmla="*/ 43 w 43"/>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Lst>
              <a:ahLst/>
              <a:cxnLst>
                <a:cxn ang="T44">
                  <a:pos x="T0" y="0"/>
                </a:cxn>
                <a:cxn ang="T45">
                  <a:pos x="T1" y="0"/>
                </a:cxn>
                <a:cxn ang="T46">
                  <a:pos x="T2" y="0"/>
                </a:cxn>
                <a:cxn ang="T47">
                  <a:pos x="T3" y="0"/>
                </a:cxn>
                <a:cxn ang="T48">
                  <a:pos x="T4" y="0"/>
                </a:cxn>
                <a:cxn ang="T49">
                  <a:pos x="T5" y="0"/>
                </a:cxn>
                <a:cxn ang="T50">
                  <a:pos x="T6" y="0"/>
                </a:cxn>
                <a:cxn ang="T51">
                  <a:pos x="T7" y="0"/>
                </a:cxn>
                <a:cxn ang="T52">
                  <a:pos x="T8" y="0"/>
                </a:cxn>
                <a:cxn ang="T53">
                  <a:pos x="T9" y="0"/>
                </a:cxn>
                <a:cxn ang="T54">
                  <a:pos x="T10" y="0"/>
                </a:cxn>
                <a:cxn ang="T55">
                  <a:pos x="T11" y="0"/>
                </a:cxn>
                <a:cxn ang="T56">
                  <a:pos x="T12" y="0"/>
                </a:cxn>
                <a:cxn ang="T57">
                  <a:pos x="T13" y="0"/>
                </a:cxn>
                <a:cxn ang="T58">
                  <a:pos x="T14" y="0"/>
                </a:cxn>
                <a:cxn ang="T59">
                  <a:pos x="T15" y="0"/>
                </a:cxn>
                <a:cxn ang="T60">
                  <a:pos x="T16" y="0"/>
                </a:cxn>
                <a:cxn ang="T61">
                  <a:pos x="T17" y="0"/>
                </a:cxn>
                <a:cxn ang="T62">
                  <a:pos x="T18" y="0"/>
                </a:cxn>
                <a:cxn ang="T63">
                  <a:pos x="T19" y="0"/>
                </a:cxn>
                <a:cxn ang="T64">
                  <a:pos x="T20" y="0"/>
                </a:cxn>
                <a:cxn ang="T65">
                  <a:pos x="T21" y="0"/>
                </a:cxn>
                <a:cxn ang="T66">
                  <a:pos x="T22" y="0"/>
                </a:cxn>
                <a:cxn ang="T67">
                  <a:pos x="T23" y="0"/>
                </a:cxn>
                <a:cxn ang="T68">
                  <a:pos x="T24" y="0"/>
                </a:cxn>
                <a:cxn ang="T69">
                  <a:pos x="T25" y="0"/>
                </a:cxn>
                <a:cxn ang="T70">
                  <a:pos x="T26" y="0"/>
                </a:cxn>
                <a:cxn ang="T71">
                  <a:pos x="T27" y="0"/>
                </a:cxn>
                <a:cxn ang="T72">
                  <a:pos x="T28" y="0"/>
                </a:cxn>
                <a:cxn ang="T73">
                  <a:pos x="T29" y="0"/>
                </a:cxn>
                <a:cxn ang="T74">
                  <a:pos x="T30" y="0"/>
                </a:cxn>
                <a:cxn ang="T75">
                  <a:pos x="T31" y="0"/>
                </a:cxn>
                <a:cxn ang="T76">
                  <a:pos x="T32" y="0"/>
                </a:cxn>
                <a:cxn ang="T77">
                  <a:pos x="T33" y="0"/>
                </a:cxn>
                <a:cxn ang="T78">
                  <a:pos x="T34" y="0"/>
                </a:cxn>
                <a:cxn ang="T79">
                  <a:pos x="T35" y="0"/>
                </a:cxn>
                <a:cxn ang="T80">
                  <a:pos x="T36" y="0"/>
                </a:cxn>
                <a:cxn ang="T81">
                  <a:pos x="T37" y="0"/>
                </a:cxn>
                <a:cxn ang="T82">
                  <a:pos x="T38" y="0"/>
                </a:cxn>
                <a:cxn ang="T83">
                  <a:pos x="T39" y="0"/>
                </a:cxn>
                <a:cxn ang="T84">
                  <a:pos x="T40" y="0"/>
                </a:cxn>
                <a:cxn ang="T85">
                  <a:pos x="T41" y="0"/>
                </a:cxn>
                <a:cxn ang="T86">
                  <a:pos x="T42" y="0"/>
                </a:cxn>
                <a:cxn ang="T87">
                  <a:pos x="T43" y="0"/>
                </a:cxn>
              </a:cxnLst>
              <a:rect l="0" t="0" r="r" b="b"/>
              <a:pathLst>
                <a:path w="43">
                  <a:moveTo>
                    <a:pt x="0" y="0"/>
                  </a:moveTo>
                  <a:lnTo>
                    <a:pt x="2" y="0"/>
                  </a:lnTo>
                  <a:lnTo>
                    <a:pt x="3" y="0"/>
                  </a:lnTo>
                  <a:lnTo>
                    <a:pt x="5" y="0"/>
                  </a:lnTo>
                  <a:lnTo>
                    <a:pt x="7" y="0"/>
                  </a:lnTo>
                  <a:lnTo>
                    <a:pt x="9" y="0"/>
                  </a:lnTo>
                  <a:lnTo>
                    <a:pt x="10" y="0"/>
                  </a:lnTo>
                  <a:lnTo>
                    <a:pt x="12" y="0"/>
                  </a:lnTo>
                  <a:lnTo>
                    <a:pt x="14" y="0"/>
                  </a:lnTo>
                  <a:lnTo>
                    <a:pt x="16" y="0"/>
                  </a:lnTo>
                  <a:lnTo>
                    <a:pt x="17" y="0"/>
                  </a:lnTo>
                  <a:lnTo>
                    <a:pt x="19" y="0"/>
                  </a:lnTo>
                  <a:lnTo>
                    <a:pt x="21" y="0"/>
                  </a:lnTo>
                  <a:lnTo>
                    <a:pt x="23" y="0"/>
                  </a:lnTo>
                  <a:lnTo>
                    <a:pt x="24" y="0"/>
                  </a:lnTo>
                  <a:lnTo>
                    <a:pt x="26" y="0"/>
                  </a:lnTo>
                  <a:lnTo>
                    <a:pt x="28" y="0"/>
                  </a:lnTo>
                  <a:lnTo>
                    <a:pt x="29" y="0"/>
                  </a:lnTo>
                  <a:lnTo>
                    <a:pt x="31" y="0"/>
                  </a:lnTo>
                  <a:lnTo>
                    <a:pt x="33" y="0"/>
                  </a:lnTo>
                  <a:lnTo>
                    <a:pt x="35" y="0"/>
                  </a:lnTo>
                  <a:lnTo>
                    <a:pt x="36" y="0"/>
                  </a:lnTo>
                  <a:lnTo>
                    <a:pt x="38" y="0"/>
                  </a:lnTo>
                  <a:lnTo>
                    <a:pt x="40" y="0"/>
                  </a:lnTo>
                  <a:lnTo>
                    <a:pt x="42" y="0"/>
                  </a:lnTo>
                  <a:lnTo>
                    <a:pt x="43" y="0"/>
                  </a:lnTo>
                </a:path>
              </a:pathLst>
            </a:custGeom>
            <a:noFill/>
            <a:ln w="20638"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TW" altLang="en-US"/>
            </a:p>
          </p:txBody>
        </p:sp>
        <p:sp>
          <p:nvSpPr>
            <p:cNvPr id="9299" name="Freeform 80"/>
            <p:cNvSpPr>
              <a:spLocks/>
            </p:cNvSpPr>
            <p:nvPr/>
          </p:nvSpPr>
          <p:spPr bwMode="auto">
            <a:xfrm>
              <a:off x="3452" y="779"/>
              <a:ext cx="35" cy="2"/>
            </a:xfrm>
            <a:custGeom>
              <a:avLst/>
              <a:gdLst>
                <a:gd name="T0" fmla="*/ 0 w 35"/>
                <a:gd name="T1" fmla="*/ 2 h 2"/>
                <a:gd name="T2" fmla="*/ 2 w 35"/>
                <a:gd name="T3" fmla="*/ 2 h 2"/>
                <a:gd name="T4" fmla="*/ 2 w 35"/>
                <a:gd name="T5" fmla="*/ 2 h 2"/>
                <a:gd name="T6" fmla="*/ 4 w 35"/>
                <a:gd name="T7" fmla="*/ 2 h 2"/>
                <a:gd name="T8" fmla="*/ 4 w 35"/>
                <a:gd name="T9" fmla="*/ 2 h 2"/>
                <a:gd name="T10" fmla="*/ 5 w 35"/>
                <a:gd name="T11" fmla="*/ 2 h 2"/>
                <a:gd name="T12" fmla="*/ 5 w 35"/>
                <a:gd name="T13" fmla="*/ 2 h 2"/>
                <a:gd name="T14" fmla="*/ 7 w 35"/>
                <a:gd name="T15" fmla="*/ 2 h 2"/>
                <a:gd name="T16" fmla="*/ 9 w 35"/>
                <a:gd name="T17" fmla="*/ 2 h 2"/>
                <a:gd name="T18" fmla="*/ 9 w 35"/>
                <a:gd name="T19" fmla="*/ 2 h 2"/>
                <a:gd name="T20" fmla="*/ 11 w 35"/>
                <a:gd name="T21" fmla="*/ 2 h 2"/>
                <a:gd name="T22" fmla="*/ 11 w 35"/>
                <a:gd name="T23" fmla="*/ 2 h 2"/>
                <a:gd name="T24" fmla="*/ 12 w 35"/>
                <a:gd name="T25" fmla="*/ 2 h 2"/>
                <a:gd name="T26" fmla="*/ 12 w 35"/>
                <a:gd name="T27" fmla="*/ 2 h 2"/>
                <a:gd name="T28" fmla="*/ 14 w 35"/>
                <a:gd name="T29" fmla="*/ 2 h 2"/>
                <a:gd name="T30" fmla="*/ 14 w 35"/>
                <a:gd name="T31" fmla="*/ 2 h 2"/>
                <a:gd name="T32" fmla="*/ 14 w 35"/>
                <a:gd name="T33" fmla="*/ 2 h 2"/>
                <a:gd name="T34" fmla="*/ 16 w 35"/>
                <a:gd name="T35" fmla="*/ 2 h 2"/>
                <a:gd name="T36" fmla="*/ 16 w 35"/>
                <a:gd name="T37" fmla="*/ 2 h 2"/>
                <a:gd name="T38" fmla="*/ 18 w 35"/>
                <a:gd name="T39" fmla="*/ 2 h 2"/>
                <a:gd name="T40" fmla="*/ 18 w 35"/>
                <a:gd name="T41" fmla="*/ 2 h 2"/>
                <a:gd name="T42" fmla="*/ 19 w 35"/>
                <a:gd name="T43" fmla="*/ 2 h 2"/>
                <a:gd name="T44" fmla="*/ 19 w 35"/>
                <a:gd name="T45" fmla="*/ 2 h 2"/>
                <a:gd name="T46" fmla="*/ 21 w 35"/>
                <a:gd name="T47" fmla="*/ 2 h 2"/>
                <a:gd name="T48" fmla="*/ 23 w 35"/>
                <a:gd name="T49" fmla="*/ 2 h 2"/>
                <a:gd name="T50" fmla="*/ 23 w 35"/>
                <a:gd name="T51" fmla="*/ 2 h 2"/>
                <a:gd name="T52" fmla="*/ 23 w 35"/>
                <a:gd name="T53" fmla="*/ 2 h 2"/>
                <a:gd name="T54" fmla="*/ 23 w 35"/>
                <a:gd name="T55" fmla="*/ 2 h 2"/>
                <a:gd name="T56" fmla="*/ 25 w 35"/>
                <a:gd name="T57" fmla="*/ 2 h 2"/>
                <a:gd name="T58" fmla="*/ 25 w 35"/>
                <a:gd name="T59" fmla="*/ 2 h 2"/>
                <a:gd name="T60" fmla="*/ 25 w 35"/>
                <a:gd name="T61" fmla="*/ 2 h 2"/>
                <a:gd name="T62" fmla="*/ 26 w 35"/>
                <a:gd name="T63" fmla="*/ 2 h 2"/>
                <a:gd name="T64" fmla="*/ 26 w 35"/>
                <a:gd name="T65" fmla="*/ 2 h 2"/>
                <a:gd name="T66" fmla="*/ 28 w 35"/>
                <a:gd name="T67" fmla="*/ 2 h 2"/>
                <a:gd name="T68" fmla="*/ 28 w 35"/>
                <a:gd name="T69" fmla="*/ 2 h 2"/>
                <a:gd name="T70" fmla="*/ 28 w 35"/>
                <a:gd name="T71" fmla="*/ 2 h 2"/>
                <a:gd name="T72" fmla="*/ 28 w 35"/>
                <a:gd name="T73" fmla="*/ 2 h 2"/>
                <a:gd name="T74" fmla="*/ 30 w 35"/>
                <a:gd name="T75" fmla="*/ 2 h 2"/>
                <a:gd name="T76" fmla="*/ 30 w 35"/>
                <a:gd name="T77" fmla="*/ 2 h 2"/>
                <a:gd name="T78" fmla="*/ 30 w 35"/>
                <a:gd name="T79" fmla="*/ 2 h 2"/>
                <a:gd name="T80" fmla="*/ 32 w 35"/>
                <a:gd name="T81" fmla="*/ 2 h 2"/>
                <a:gd name="T82" fmla="*/ 32 w 35"/>
                <a:gd name="T83" fmla="*/ 2 h 2"/>
                <a:gd name="T84" fmla="*/ 32 w 35"/>
                <a:gd name="T85" fmla="*/ 0 h 2"/>
                <a:gd name="T86" fmla="*/ 32 w 35"/>
                <a:gd name="T87" fmla="*/ 0 h 2"/>
                <a:gd name="T88" fmla="*/ 32 w 35"/>
                <a:gd name="T89" fmla="*/ 0 h 2"/>
                <a:gd name="T90" fmla="*/ 33 w 35"/>
                <a:gd name="T91" fmla="*/ 0 h 2"/>
                <a:gd name="T92" fmla="*/ 33 w 35"/>
                <a:gd name="T93" fmla="*/ 0 h 2"/>
                <a:gd name="T94" fmla="*/ 35 w 35"/>
                <a:gd name="T95" fmla="*/ 0 h 2"/>
                <a:gd name="T96" fmla="*/ 35 w 35"/>
                <a:gd name="T97" fmla="*/ 0 h 2"/>
                <a:gd name="T98" fmla="*/ 35 w 35"/>
                <a:gd name="T99" fmla="*/ 0 h 2"/>
                <a:gd name="T100" fmla="*/ 35 w 35"/>
                <a:gd name="T101" fmla="*/ 0 h 2"/>
                <a:gd name="T102" fmla="*/ 35 w 35"/>
                <a:gd name="T103" fmla="*/ 0 h 2"/>
                <a:gd name="T104" fmla="*/ 35 w 35"/>
                <a:gd name="T105" fmla="*/ 0 h 2"/>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0" t="0" r="r" b="b"/>
              <a:pathLst>
                <a:path w="35" h="2">
                  <a:moveTo>
                    <a:pt x="0" y="2"/>
                  </a:moveTo>
                  <a:lnTo>
                    <a:pt x="2" y="2"/>
                  </a:lnTo>
                  <a:lnTo>
                    <a:pt x="4" y="2"/>
                  </a:lnTo>
                  <a:lnTo>
                    <a:pt x="5" y="2"/>
                  </a:lnTo>
                  <a:lnTo>
                    <a:pt x="7" y="2"/>
                  </a:lnTo>
                  <a:lnTo>
                    <a:pt x="9" y="2"/>
                  </a:lnTo>
                  <a:lnTo>
                    <a:pt x="11" y="2"/>
                  </a:lnTo>
                  <a:lnTo>
                    <a:pt x="12" y="2"/>
                  </a:lnTo>
                  <a:lnTo>
                    <a:pt x="14" y="2"/>
                  </a:lnTo>
                  <a:lnTo>
                    <a:pt x="16" y="2"/>
                  </a:lnTo>
                  <a:lnTo>
                    <a:pt x="18" y="2"/>
                  </a:lnTo>
                  <a:lnTo>
                    <a:pt x="19" y="2"/>
                  </a:lnTo>
                  <a:lnTo>
                    <a:pt x="21" y="2"/>
                  </a:lnTo>
                  <a:lnTo>
                    <a:pt x="23" y="2"/>
                  </a:lnTo>
                  <a:lnTo>
                    <a:pt x="25" y="2"/>
                  </a:lnTo>
                  <a:lnTo>
                    <a:pt x="26" y="2"/>
                  </a:lnTo>
                  <a:lnTo>
                    <a:pt x="28" y="2"/>
                  </a:lnTo>
                  <a:lnTo>
                    <a:pt x="30" y="2"/>
                  </a:lnTo>
                  <a:lnTo>
                    <a:pt x="32" y="2"/>
                  </a:lnTo>
                  <a:lnTo>
                    <a:pt x="32" y="0"/>
                  </a:lnTo>
                  <a:lnTo>
                    <a:pt x="33" y="0"/>
                  </a:lnTo>
                  <a:lnTo>
                    <a:pt x="35" y="0"/>
                  </a:lnTo>
                </a:path>
              </a:pathLst>
            </a:custGeom>
            <a:noFill/>
            <a:ln w="20638"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TW" altLang="en-US"/>
            </a:p>
          </p:txBody>
        </p:sp>
        <p:sp>
          <p:nvSpPr>
            <p:cNvPr id="9300" name="Freeform 81"/>
            <p:cNvSpPr>
              <a:spLocks/>
            </p:cNvSpPr>
            <p:nvPr/>
          </p:nvSpPr>
          <p:spPr bwMode="auto">
            <a:xfrm>
              <a:off x="3482" y="784"/>
              <a:ext cx="28" cy="0"/>
            </a:xfrm>
            <a:custGeom>
              <a:avLst/>
              <a:gdLst>
                <a:gd name="T0" fmla="*/ 0 w 28"/>
                <a:gd name="T1" fmla="*/ 0 w 28"/>
                <a:gd name="T2" fmla="*/ 2 w 28"/>
                <a:gd name="T3" fmla="*/ 2 w 28"/>
                <a:gd name="T4" fmla="*/ 3 w 28"/>
                <a:gd name="T5" fmla="*/ 3 w 28"/>
                <a:gd name="T6" fmla="*/ 5 w 28"/>
                <a:gd name="T7" fmla="*/ 5 w 28"/>
                <a:gd name="T8" fmla="*/ 7 w 28"/>
                <a:gd name="T9" fmla="*/ 9 w 28"/>
                <a:gd name="T10" fmla="*/ 9 w 28"/>
                <a:gd name="T11" fmla="*/ 10 w 28"/>
                <a:gd name="T12" fmla="*/ 10 w 28"/>
                <a:gd name="T13" fmla="*/ 12 w 28"/>
                <a:gd name="T14" fmla="*/ 12 w 28"/>
                <a:gd name="T15" fmla="*/ 14 w 28"/>
                <a:gd name="T16" fmla="*/ 16 w 28"/>
                <a:gd name="T17" fmla="*/ 16 w 28"/>
                <a:gd name="T18" fmla="*/ 16 w 28"/>
                <a:gd name="T19" fmla="*/ 16 w 28"/>
                <a:gd name="T20" fmla="*/ 17 w 28"/>
                <a:gd name="T21" fmla="*/ 17 w 28"/>
                <a:gd name="T22" fmla="*/ 19 w 28"/>
                <a:gd name="T23" fmla="*/ 19 w 28"/>
                <a:gd name="T24" fmla="*/ 21 w 28"/>
                <a:gd name="T25" fmla="*/ 21 w 28"/>
                <a:gd name="T26" fmla="*/ 23 w 28"/>
                <a:gd name="T27" fmla="*/ 24 w 28"/>
                <a:gd name="T28" fmla="*/ 24 w 28"/>
                <a:gd name="T29" fmla="*/ 24 w 28"/>
                <a:gd name="T30" fmla="*/ 26 w 28"/>
                <a:gd name="T31" fmla="*/ 26 w 28"/>
                <a:gd name="T32" fmla="*/ 28 w 28"/>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33">
                  <a:pos x="T0" y="0"/>
                </a:cxn>
                <a:cxn ang="T34">
                  <a:pos x="T1" y="0"/>
                </a:cxn>
                <a:cxn ang="T35">
                  <a:pos x="T2" y="0"/>
                </a:cxn>
                <a:cxn ang="T36">
                  <a:pos x="T3" y="0"/>
                </a:cxn>
                <a:cxn ang="T37">
                  <a:pos x="T4" y="0"/>
                </a:cxn>
                <a:cxn ang="T38">
                  <a:pos x="T5" y="0"/>
                </a:cxn>
                <a:cxn ang="T39">
                  <a:pos x="T6" y="0"/>
                </a:cxn>
                <a:cxn ang="T40">
                  <a:pos x="T7" y="0"/>
                </a:cxn>
                <a:cxn ang="T41">
                  <a:pos x="T8" y="0"/>
                </a:cxn>
                <a:cxn ang="T42">
                  <a:pos x="T9" y="0"/>
                </a:cxn>
                <a:cxn ang="T43">
                  <a:pos x="T10" y="0"/>
                </a:cxn>
                <a:cxn ang="T44">
                  <a:pos x="T11" y="0"/>
                </a:cxn>
                <a:cxn ang="T45">
                  <a:pos x="T12" y="0"/>
                </a:cxn>
                <a:cxn ang="T46">
                  <a:pos x="T13" y="0"/>
                </a:cxn>
                <a:cxn ang="T47">
                  <a:pos x="T14" y="0"/>
                </a:cxn>
                <a:cxn ang="T48">
                  <a:pos x="T15" y="0"/>
                </a:cxn>
                <a:cxn ang="T49">
                  <a:pos x="T16" y="0"/>
                </a:cxn>
                <a:cxn ang="T50">
                  <a:pos x="T17" y="0"/>
                </a:cxn>
                <a:cxn ang="T51">
                  <a:pos x="T18" y="0"/>
                </a:cxn>
                <a:cxn ang="T52">
                  <a:pos x="T19" y="0"/>
                </a:cxn>
                <a:cxn ang="T53">
                  <a:pos x="T20" y="0"/>
                </a:cxn>
                <a:cxn ang="T54">
                  <a:pos x="T21" y="0"/>
                </a:cxn>
                <a:cxn ang="T55">
                  <a:pos x="T22" y="0"/>
                </a:cxn>
                <a:cxn ang="T56">
                  <a:pos x="T23" y="0"/>
                </a:cxn>
                <a:cxn ang="T57">
                  <a:pos x="T24" y="0"/>
                </a:cxn>
                <a:cxn ang="T58">
                  <a:pos x="T25" y="0"/>
                </a:cxn>
                <a:cxn ang="T59">
                  <a:pos x="T26" y="0"/>
                </a:cxn>
                <a:cxn ang="T60">
                  <a:pos x="T27" y="0"/>
                </a:cxn>
                <a:cxn ang="T61">
                  <a:pos x="T28" y="0"/>
                </a:cxn>
                <a:cxn ang="T62">
                  <a:pos x="T29" y="0"/>
                </a:cxn>
                <a:cxn ang="T63">
                  <a:pos x="T30" y="0"/>
                </a:cxn>
                <a:cxn ang="T64">
                  <a:pos x="T31" y="0"/>
                </a:cxn>
                <a:cxn ang="T65">
                  <a:pos x="T32" y="0"/>
                </a:cxn>
              </a:cxnLst>
              <a:rect l="0" t="0" r="r" b="b"/>
              <a:pathLst>
                <a:path w="28">
                  <a:moveTo>
                    <a:pt x="0" y="0"/>
                  </a:moveTo>
                  <a:lnTo>
                    <a:pt x="0" y="0"/>
                  </a:lnTo>
                  <a:lnTo>
                    <a:pt x="2" y="0"/>
                  </a:lnTo>
                  <a:lnTo>
                    <a:pt x="3" y="0"/>
                  </a:lnTo>
                  <a:lnTo>
                    <a:pt x="5" y="0"/>
                  </a:lnTo>
                  <a:lnTo>
                    <a:pt x="7" y="0"/>
                  </a:lnTo>
                  <a:lnTo>
                    <a:pt x="9" y="0"/>
                  </a:lnTo>
                  <a:lnTo>
                    <a:pt x="10" y="0"/>
                  </a:lnTo>
                  <a:lnTo>
                    <a:pt x="12" y="0"/>
                  </a:lnTo>
                  <a:lnTo>
                    <a:pt x="14" y="0"/>
                  </a:lnTo>
                  <a:lnTo>
                    <a:pt x="16" y="0"/>
                  </a:lnTo>
                  <a:lnTo>
                    <a:pt x="17" y="0"/>
                  </a:lnTo>
                  <a:lnTo>
                    <a:pt x="19" y="0"/>
                  </a:lnTo>
                  <a:lnTo>
                    <a:pt x="21" y="0"/>
                  </a:lnTo>
                  <a:lnTo>
                    <a:pt x="23" y="0"/>
                  </a:lnTo>
                  <a:lnTo>
                    <a:pt x="24" y="0"/>
                  </a:lnTo>
                  <a:lnTo>
                    <a:pt x="26" y="0"/>
                  </a:lnTo>
                  <a:lnTo>
                    <a:pt x="28" y="0"/>
                  </a:lnTo>
                </a:path>
              </a:pathLst>
            </a:custGeom>
            <a:noFill/>
            <a:ln w="20638"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TW" altLang="en-US"/>
            </a:p>
          </p:txBody>
        </p:sp>
        <p:sp>
          <p:nvSpPr>
            <p:cNvPr id="9301" name="Oval 82"/>
            <p:cNvSpPr>
              <a:spLocks noChangeArrowheads="1"/>
            </p:cNvSpPr>
            <p:nvPr/>
          </p:nvSpPr>
          <p:spPr bwMode="auto">
            <a:xfrm>
              <a:off x="2927" y="3188"/>
              <a:ext cx="96" cy="91"/>
            </a:xfrm>
            <a:prstGeom prst="ellipse">
              <a:avLst/>
            </a:prstGeom>
            <a:solidFill>
              <a:srgbClr val="FFFF00"/>
            </a:solidFill>
            <a:ln w="0">
              <a:solidFill>
                <a:srgbClr val="000000"/>
              </a:solidFill>
              <a:round/>
              <a:headEnd/>
              <a:tailEnd/>
            </a:ln>
          </p:spPr>
          <p:txBody>
            <a:bodyPr/>
            <a:lstStyle>
              <a:lvl1pPr algn="l" eaLnBrk="0" hangingPunct="0">
                <a:spcAft>
                  <a:spcPct val="30000"/>
                </a:spcAft>
                <a:buClr>
                  <a:srgbClr val="993366"/>
                </a:buClr>
                <a:buFont typeface="Wingdings" pitchFamily="2" charset="2"/>
                <a:defRPr kumimoji="1" sz="3200" b="1">
                  <a:solidFill>
                    <a:schemeClr val="tx1"/>
                  </a:solidFill>
                  <a:latin typeface="Times New Roman" pitchFamily="18" charset="0"/>
                  <a:ea typeface="標楷體" pitchFamily="65" charset="-120"/>
                </a:defRPr>
              </a:lvl1pPr>
              <a:lvl2pPr marL="742950" indent="-285750" algn="l" eaLnBrk="0" hangingPunct="0">
                <a:spcAft>
                  <a:spcPct val="30000"/>
                </a:spcAft>
                <a:buClr>
                  <a:srgbClr val="800000"/>
                </a:buClr>
                <a:buSzPct val="130000"/>
                <a:buChar char="•"/>
                <a:defRPr kumimoji="1" sz="2800">
                  <a:solidFill>
                    <a:srgbClr val="000066"/>
                  </a:solidFill>
                  <a:latin typeface="Times New Roman" pitchFamily="18" charset="0"/>
                  <a:ea typeface="新細明體" charset="-120"/>
                </a:defRPr>
              </a:lvl2pPr>
              <a:lvl3pPr marL="1143000" indent="-228600" algn="l" eaLnBrk="0" hangingPunct="0">
                <a:spcAft>
                  <a:spcPct val="30000"/>
                </a:spcAft>
                <a:buFont typeface="Wingdings" pitchFamily="2" charset="2"/>
                <a:buChar char="Ø"/>
                <a:defRPr kumimoji="1" sz="2400" b="1">
                  <a:solidFill>
                    <a:srgbClr val="000066"/>
                  </a:solidFill>
                  <a:latin typeface="Times New Roman" pitchFamily="18" charset="0"/>
                  <a:ea typeface="新細明體" charset="-120"/>
                </a:defRPr>
              </a:lvl3pPr>
              <a:lvl4pPr marL="1600200" indent="-228600" algn="l" eaLnBrk="0" hangingPunct="0">
                <a:spcBef>
                  <a:spcPct val="20000"/>
                </a:spcBef>
                <a:buChar char="–"/>
                <a:defRPr kumimoji="1" sz="2000">
                  <a:solidFill>
                    <a:schemeClr val="tx1"/>
                  </a:solidFill>
                  <a:latin typeface="Times New Roman" pitchFamily="18" charset="0"/>
                  <a:ea typeface="新細明體" charset="-120"/>
                </a:defRPr>
              </a:lvl4pPr>
              <a:lvl5pPr marL="2057400" indent="-228600" algn="l" eaLnBrk="0" hangingPunct="0">
                <a:spcBef>
                  <a:spcPct val="20000"/>
                </a:spcBef>
                <a:buChar char="•"/>
                <a:defRPr kumimoji="1" sz="2000">
                  <a:solidFill>
                    <a:schemeClr val="tx1"/>
                  </a:solidFill>
                  <a:latin typeface="Times New Roman" pitchFamily="18" charset="0"/>
                  <a:ea typeface="新細明體" charset="-120"/>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9pPr>
            </a:lstStyle>
            <a:p>
              <a:pPr algn="ctr" eaLnBrk="1" hangingPunct="1">
                <a:spcAft>
                  <a:spcPct val="0"/>
                </a:spcAft>
                <a:buClrTx/>
                <a:buFontTx/>
                <a:buNone/>
              </a:pPr>
              <a:endParaRPr lang="zh-TW" altLang="en-US" sz="3600">
                <a:solidFill>
                  <a:srgbClr val="333399"/>
                </a:solidFill>
                <a:ea typeface="新細明體" charset="-120"/>
              </a:endParaRPr>
            </a:p>
          </p:txBody>
        </p:sp>
        <p:sp>
          <p:nvSpPr>
            <p:cNvPr id="9302" name="Oval 83"/>
            <p:cNvSpPr>
              <a:spLocks noChangeArrowheads="1"/>
            </p:cNvSpPr>
            <p:nvPr/>
          </p:nvSpPr>
          <p:spPr bwMode="auto">
            <a:xfrm>
              <a:off x="2927" y="3188"/>
              <a:ext cx="96" cy="91"/>
            </a:xfrm>
            <a:prstGeom prst="ellipse">
              <a:avLst/>
            </a:prstGeom>
            <a:noFill/>
            <a:ln w="25400"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lgn="l" eaLnBrk="0" hangingPunct="0">
                <a:spcAft>
                  <a:spcPct val="30000"/>
                </a:spcAft>
                <a:buClr>
                  <a:srgbClr val="993366"/>
                </a:buClr>
                <a:buFont typeface="Wingdings" pitchFamily="2" charset="2"/>
                <a:defRPr kumimoji="1" sz="3200" b="1">
                  <a:solidFill>
                    <a:schemeClr val="tx1"/>
                  </a:solidFill>
                  <a:latin typeface="Times New Roman" pitchFamily="18" charset="0"/>
                  <a:ea typeface="標楷體" pitchFamily="65" charset="-120"/>
                </a:defRPr>
              </a:lvl1pPr>
              <a:lvl2pPr marL="742950" indent="-285750" algn="l" eaLnBrk="0" hangingPunct="0">
                <a:spcAft>
                  <a:spcPct val="30000"/>
                </a:spcAft>
                <a:buClr>
                  <a:srgbClr val="800000"/>
                </a:buClr>
                <a:buSzPct val="130000"/>
                <a:buChar char="•"/>
                <a:defRPr kumimoji="1" sz="2800">
                  <a:solidFill>
                    <a:srgbClr val="000066"/>
                  </a:solidFill>
                  <a:latin typeface="Times New Roman" pitchFamily="18" charset="0"/>
                  <a:ea typeface="新細明體" charset="-120"/>
                </a:defRPr>
              </a:lvl2pPr>
              <a:lvl3pPr marL="1143000" indent="-228600" algn="l" eaLnBrk="0" hangingPunct="0">
                <a:spcAft>
                  <a:spcPct val="30000"/>
                </a:spcAft>
                <a:buFont typeface="Wingdings" pitchFamily="2" charset="2"/>
                <a:buChar char="Ø"/>
                <a:defRPr kumimoji="1" sz="2400" b="1">
                  <a:solidFill>
                    <a:srgbClr val="000066"/>
                  </a:solidFill>
                  <a:latin typeface="Times New Roman" pitchFamily="18" charset="0"/>
                  <a:ea typeface="新細明體" charset="-120"/>
                </a:defRPr>
              </a:lvl3pPr>
              <a:lvl4pPr marL="1600200" indent="-228600" algn="l" eaLnBrk="0" hangingPunct="0">
                <a:spcBef>
                  <a:spcPct val="20000"/>
                </a:spcBef>
                <a:buChar char="–"/>
                <a:defRPr kumimoji="1" sz="2000">
                  <a:solidFill>
                    <a:schemeClr val="tx1"/>
                  </a:solidFill>
                  <a:latin typeface="Times New Roman" pitchFamily="18" charset="0"/>
                  <a:ea typeface="新細明體" charset="-120"/>
                </a:defRPr>
              </a:lvl4pPr>
              <a:lvl5pPr marL="2057400" indent="-228600" algn="l" eaLnBrk="0" hangingPunct="0">
                <a:spcBef>
                  <a:spcPct val="20000"/>
                </a:spcBef>
                <a:buChar char="•"/>
                <a:defRPr kumimoji="1" sz="2000">
                  <a:solidFill>
                    <a:schemeClr val="tx1"/>
                  </a:solidFill>
                  <a:latin typeface="Times New Roman" pitchFamily="18" charset="0"/>
                  <a:ea typeface="新細明體" charset="-120"/>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9pPr>
            </a:lstStyle>
            <a:p>
              <a:pPr algn="ctr" eaLnBrk="1" hangingPunct="1">
                <a:spcAft>
                  <a:spcPct val="0"/>
                </a:spcAft>
                <a:buClrTx/>
                <a:buFontTx/>
                <a:buNone/>
              </a:pPr>
              <a:endParaRPr lang="zh-TW" altLang="en-US" sz="3600">
                <a:solidFill>
                  <a:srgbClr val="333399"/>
                </a:solidFill>
                <a:ea typeface="新細明體" charset="-120"/>
              </a:endParaRPr>
            </a:p>
          </p:txBody>
        </p:sp>
        <p:sp>
          <p:nvSpPr>
            <p:cNvPr id="9303" name="Oval 84"/>
            <p:cNvSpPr>
              <a:spLocks noChangeArrowheads="1"/>
            </p:cNvSpPr>
            <p:nvPr/>
          </p:nvSpPr>
          <p:spPr bwMode="auto">
            <a:xfrm>
              <a:off x="3071" y="2598"/>
              <a:ext cx="95" cy="90"/>
            </a:xfrm>
            <a:prstGeom prst="ellipse">
              <a:avLst/>
            </a:prstGeom>
            <a:solidFill>
              <a:srgbClr val="FF0000"/>
            </a:solidFill>
            <a:ln w="0">
              <a:solidFill>
                <a:srgbClr val="000000"/>
              </a:solidFill>
              <a:round/>
              <a:headEnd/>
              <a:tailEnd/>
            </a:ln>
          </p:spPr>
          <p:txBody>
            <a:bodyPr/>
            <a:lstStyle>
              <a:lvl1pPr algn="l" eaLnBrk="0" hangingPunct="0">
                <a:spcAft>
                  <a:spcPct val="30000"/>
                </a:spcAft>
                <a:buClr>
                  <a:srgbClr val="993366"/>
                </a:buClr>
                <a:buFont typeface="Wingdings" pitchFamily="2" charset="2"/>
                <a:defRPr kumimoji="1" sz="3200" b="1">
                  <a:solidFill>
                    <a:schemeClr val="tx1"/>
                  </a:solidFill>
                  <a:latin typeface="Times New Roman" pitchFamily="18" charset="0"/>
                  <a:ea typeface="標楷體" pitchFamily="65" charset="-120"/>
                </a:defRPr>
              </a:lvl1pPr>
              <a:lvl2pPr marL="742950" indent="-285750" algn="l" eaLnBrk="0" hangingPunct="0">
                <a:spcAft>
                  <a:spcPct val="30000"/>
                </a:spcAft>
                <a:buClr>
                  <a:srgbClr val="800000"/>
                </a:buClr>
                <a:buSzPct val="130000"/>
                <a:buChar char="•"/>
                <a:defRPr kumimoji="1" sz="2800">
                  <a:solidFill>
                    <a:srgbClr val="000066"/>
                  </a:solidFill>
                  <a:latin typeface="Times New Roman" pitchFamily="18" charset="0"/>
                  <a:ea typeface="新細明體" charset="-120"/>
                </a:defRPr>
              </a:lvl2pPr>
              <a:lvl3pPr marL="1143000" indent="-228600" algn="l" eaLnBrk="0" hangingPunct="0">
                <a:spcAft>
                  <a:spcPct val="30000"/>
                </a:spcAft>
                <a:buFont typeface="Wingdings" pitchFamily="2" charset="2"/>
                <a:buChar char="Ø"/>
                <a:defRPr kumimoji="1" sz="2400" b="1">
                  <a:solidFill>
                    <a:srgbClr val="000066"/>
                  </a:solidFill>
                  <a:latin typeface="Times New Roman" pitchFamily="18" charset="0"/>
                  <a:ea typeface="新細明體" charset="-120"/>
                </a:defRPr>
              </a:lvl3pPr>
              <a:lvl4pPr marL="1600200" indent="-228600" algn="l" eaLnBrk="0" hangingPunct="0">
                <a:spcBef>
                  <a:spcPct val="20000"/>
                </a:spcBef>
                <a:buChar char="–"/>
                <a:defRPr kumimoji="1" sz="2000">
                  <a:solidFill>
                    <a:schemeClr val="tx1"/>
                  </a:solidFill>
                  <a:latin typeface="Times New Roman" pitchFamily="18" charset="0"/>
                  <a:ea typeface="新細明體" charset="-120"/>
                </a:defRPr>
              </a:lvl4pPr>
              <a:lvl5pPr marL="2057400" indent="-228600" algn="l" eaLnBrk="0" hangingPunct="0">
                <a:spcBef>
                  <a:spcPct val="20000"/>
                </a:spcBef>
                <a:buChar char="•"/>
                <a:defRPr kumimoji="1" sz="2000">
                  <a:solidFill>
                    <a:schemeClr val="tx1"/>
                  </a:solidFill>
                  <a:latin typeface="Times New Roman" pitchFamily="18" charset="0"/>
                  <a:ea typeface="新細明體" charset="-120"/>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9pPr>
            </a:lstStyle>
            <a:p>
              <a:pPr algn="ctr" eaLnBrk="1" hangingPunct="1">
                <a:spcAft>
                  <a:spcPct val="0"/>
                </a:spcAft>
                <a:buClrTx/>
                <a:buFontTx/>
                <a:buNone/>
              </a:pPr>
              <a:endParaRPr lang="zh-TW" altLang="en-US" sz="3600">
                <a:solidFill>
                  <a:srgbClr val="333399"/>
                </a:solidFill>
                <a:ea typeface="新細明體" charset="-120"/>
              </a:endParaRPr>
            </a:p>
          </p:txBody>
        </p:sp>
        <p:sp>
          <p:nvSpPr>
            <p:cNvPr id="9304" name="Oval 85"/>
            <p:cNvSpPr>
              <a:spLocks noChangeArrowheads="1"/>
            </p:cNvSpPr>
            <p:nvPr/>
          </p:nvSpPr>
          <p:spPr bwMode="auto">
            <a:xfrm>
              <a:off x="3071" y="2598"/>
              <a:ext cx="95" cy="90"/>
            </a:xfrm>
            <a:prstGeom prst="ellipse">
              <a:avLst/>
            </a:prstGeom>
            <a:noFill/>
            <a:ln w="25400"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lgn="l" eaLnBrk="0" hangingPunct="0">
                <a:spcAft>
                  <a:spcPct val="30000"/>
                </a:spcAft>
                <a:buClr>
                  <a:srgbClr val="993366"/>
                </a:buClr>
                <a:buFont typeface="Wingdings" pitchFamily="2" charset="2"/>
                <a:defRPr kumimoji="1" sz="3200" b="1">
                  <a:solidFill>
                    <a:schemeClr val="tx1"/>
                  </a:solidFill>
                  <a:latin typeface="Times New Roman" pitchFamily="18" charset="0"/>
                  <a:ea typeface="標楷體" pitchFamily="65" charset="-120"/>
                </a:defRPr>
              </a:lvl1pPr>
              <a:lvl2pPr marL="742950" indent="-285750" algn="l" eaLnBrk="0" hangingPunct="0">
                <a:spcAft>
                  <a:spcPct val="30000"/>
                </a:spcAft>
                <a:buClr>
                  <a:srgbClr val="800000"/>
                </a:buClr>
                <a:buSzPct val="130000"/>
                <a:buChar char="•"/>
                <a:defRPr kumimoji="1" sz="2800">
                  <a:solidFill>
                    <a:srgbClr val="000066"/>
                  </a:solidFill>
                  <a:latin typeface="Times New Roman" pitchFamily="18" charset="0"/>
                  <a:ea typeface="新細明體" charset="-120"/>
                </a:defRPr>
              </a:lvl2pPr>
              <a:lvl3pPr marL="1143000" indent="-228600" algn="l" eaLnBrk="0" hangingPunct="0">
                <a:spcAft>
                  <a:spcPct val="30000"/>
                </a:spcAft>
                <a:buFont typeface="Wingdings" pitchFamily="2" charset="2"/>
                <a:buChar char="Ø"/>
                <a:defRPr kumimoji="1" sz="2400" b="1">
                  <a:solidFill>
                    <a:srgbClr val="000066"/>
                  </a:solidFill>
                  <a:latin typeface="Times New Roman" pitchFamily="18" charset="0"/>
                  <a:ea typeface="新細明體" charset="-120"/>
                </a:defRPr>
              </a:lvl3pPr>
              <a:lvl4pPr marL="1600200" indent="-228600" algn="l" eaLnBrk="0" hangingPunct="0">
                <a:spcBef>
                  <a:spcPct val="20000"/>
                </a:spcBef>
                <a:buChar char="–"/>
                <a:defRPr kumimoji="1" sz="2000">
                  <a:solidFill>
                    <a:schemeClr val="tx1"/>
                  </a:solidFill>
                  <a:latin typeface="Times New Roman" pitchFamily="18" charset="0"/>
                  <a:ea typeface="新細明體" charset="-120"/>
                </a:defRPr>
              </a:lvl4pPr>
              <a:lvl5pPr marL="2057400" indent="-228600" algn="l" eaLnBrk="0" hangingPunct="0">
                <a:spcBef>
                  <a:spcPct val="20000"/>
                </a:spcBef>
                <a:buChar char="•"/>
                <a:defRPr kumimoji="1" sz="2000">
                  <a:solidFill>
                    <a:schemeClr val="tx1"/>
                  </a:solidFill>
                  <a:latin typeface="Times New Roman" pitchFamily="18" charset="0"/>
                  <a:ea typeface="新細明體" charset="-120"/>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9pPr>
            </a:lstStyle>
            <a:p>
              <a:pPr algn="ctr" eaLnBrk="1" hangingPunct="1">
                <a:spcAft>
                  <a:spcPct val="0"/>
                </a:spcAft>
                <a:buClrTx/>
                <a:buFontTx/>
                <a:buNone/>
              </a:pPr>
              <a:endParaRPr lang="zh-TW" altLang="en-US" sz="3600">
                <a:solidFill>
                  <a:srgbClr val="333399"/>
                </a:solidFill>
                <a:ea typeface="新細明體" charset="-120"/>
              </a:endParaRPr>
            </a:p>
          </p:txBody>
        </p:sp>
      </p:grpSp>
      <p:sp>
        <p:nvSpPr>
          <p:cNvPr id="9221" name="Text Box 86"/>
          <p:cNvSpPr txBox="1">
            <a:spLocks noChangeArrowheads="1"/>
          </p:cNvSpPr>
          <p:nvPr/>
        </p:nvSpPr>
        <p:spPr bwMode="auto">
          <a:xfrm>
            <a:off x="4642338" y="3719514"/>
            <a:ext cx="1160585" cy="830997"/>
          </a:xfrm>
          <a:prstGeom prst="rect">
            <a:avLst/>
          </a:prstGeom>
          <a:noFill/>
          <a:ln>
            <a:noFill/>
          </a:ln>
          <a:effectLst/>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38100">
                <a:solidFill>
                  <a:srgbClr val="000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Aft>
                <a:spcPct val="30000"/>
              </a:spcAft>
              <a:buClr>
                <a:srgbClr val="993366"/>
              </a:buClr>
              <a:buFont typeface="Wingdings" pitchFamily="2" charset="2"/>
              <a:defRPr kumimoji="1" sz="3200" b="1">
                <a:solidFill>
                  <a:schemeClr val="tx1"/>
                </a:solidFill>
                <a:latin typeface="Times New Roman" pitchFamily="18" charset="0"/>
                <a:ea typeface="標楷體" pitchFamily="65" charset="-120"/>
              </a:defRPr>
            </a:lvl1pPr>
            <a:lvl2pPr marL="742950" indent="-285750" algn="l" eaLnBrk="0" hangingPunct="0">
              <a:spcAft>
                <a:spcPct val="30000"/>
              </a:spcAft>
              <a:buClr>
                <a:srgbClr val="800000"/>
              </a:buClr>
              <a:buSzPct val="130000"/>
              <a:buChar char="•"/>
              <a:defRPr kumimoji="1" sz="2800">
                <a:solidFill>
                  <a:srgbClr val="000066"/>
                </a:solidFill>
                <a:latin typeface="Times New Roman" pitchFamily="18" charset="0"/>
                <a:ea typeface="新細明體" charset="-120"/>
              </a:defRPr>
            </a:lvl2pPr>
            <a:lvl3pPr marL="1143000" indent="-228600" algn="l" eaLnBrk="0" hangingPunct="0">
              <a:spcAft>
                <a:spcPct val="30000"/>
              </a:spcAft>
              <a:buFont typeface="Wingdings" pitchFamily="2" charset="2"/>
              <a:buChar char="Ø"/>
              <a:defRPr kumimoji="1" sz="2400" b="1">
                <a:solidFill>
                  <a:srgbClr val="000066"/>
                </a:solidFill>
                <a:latin typeface="Times New Roman" pitchFamily="18" charset="0"/>
                <a:ea typeface="新細明體" charset="-120"/>
              </a:defRPr>
            </a:lvl3pPr>
            <a:lvl4pPr marL="1600200" indent="-228600" algn="l" eaLnBrk="0" hangingPunct="0">
              <a:spcBef>
                <a:spcPct val="20000"/>
              </a:spcBef>
              <a:buChar char="–"/>
              <a:defRPr kumimoji="1" sz="2000">
                <a:solidFill>
                  <a:schemeClr val="tx1"/>
                </a:solidFill>
                <a:latin typeface="Times New Roman" pitchFamily="18" charset="0"/>
                <a:ea typeface="新細明體" charset="-120"/>
              </a:defRPr>
            </a:lvl4pPr>
            <a:lvl5pPr marL="2057400" indent="-228600" algn="l" eaLnBrk="0" hangingPunct="0">
              <a:spcBef>
                <a:spcPct val="20000"/>
              </a:spcBef>
              <a:buChar char="•"/>
              <a:defRPr kumimoji="1" sz="2000">
                <a:solidFill>
                  <a:schemeClr val="tx1"/>
                </a:solidFill>
                <a:latin typeface="Times New Roman" pitchFamily="18" charset="0"/>
                <a:ea typeface="新細明體" charset="-120"/>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9pPr>
          </a:lstStyle>
          <a:p>
            <a:pPr algn="ctr" eaLnBrk="1" hangingPunct="1">
              <a:spcBef>
                <a:spcPct val="50000"/>
              </a:spcBef>
              <a:spcAft>
                <a:spcPct val="0"/>
              </a:spcAft>
              <a:buClrTx/>
              <a:buFontTx/>
              <a:buNone/>
            </a:pPr>
            <a:r>
              <a:rPr lang="zh-TW" altLang="en-US" sz="2400">
                <a:solidFill>
                  <a:srgbClr val="0033CC"/>
                </a:solidFill>
              </a:rPr>
              <a:t>設計安全上限</a:t>
            </a:r>
          </a:p>
        </p:txBody>
      </p:sp>
      <p:sp>
        <p:nvSpPr>
          <p:cNvPr id="9222" name="Text Box 87"/>
          <p:cNvSpPr txBox="1">
            <a:spLocks noChangeArrowheads="1"/>
          </p:cNvSpPr>
          <p:nvPr/>
        </p:nvSpPr>
        <p:spPr bwMode="auto">
          <a:xfrm>
            <a:off x="4840166" y="4957763"/>
            <a:ext cx="2193680" cy="461962"/>
          </a:xfrm>
          <a:prstGeom prst="rect">
            <a:avLst/>
          </a:prstGeom>
          <a:noFill/>
          <a:ln>
            <a:noFill/>
          </a:ln>
          <a:effectLst/>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38100">
                <a:solidFill>
                  <a:srgbClr val="000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Aft>
                <a:spcPct val="30000"/>
              </a:spcAft>
              <a:buClr>
                <a:srgbClr val="993366"/>
              </a:buClr>
              <a:buFont typeface="Wingdings" pitchFamily="2" charset="2"/>
              <a:defRPr kumimoji="1" sz="3200" b="1">
                <a:solidFill>
                  <a:schemeClr val="tx1"/>
                </a:solidFill>
                <a:latin typeface="Times New Roman" pitchFamily="18" charset="0"/>
                <a:ea typeface="標楷體" pitchFamily="65" charset="-120"/>
              </a:defRPr>
            </a:lvl1pPr>
            <a:lvl2pPr marL="742950" indent="-285750" algn="l" eaLnBrk="0" hangingPunct="0">
              <a:spcAft>
                <a:spcPct val="30000"/>
              </a:spcAft>
              <a:buClr>
                <a:srgbClr val="800000"/>
              </a:buClr>
              <a:buSzPct val="130000"/>
              <a:buChar char="•"/>
              <a:defRPr kumimoji="1" sz="2800">
                <a:solidFill>
                  <a:srgbClr val="000066"/>
                </a:solidFill>
                <a:latin typeface="Times New Roman" pitchFamily="18" charset="0"/>
                <a:ea typeface="新細明體" charset="-120"/>
              </a:defRPr>
            </a:lvl2pPr>
            <a:lvl3pPr marL="1143000" indent="-228600" algn="l" eaLnBrk="0" hangingPunct="0">
              <a:spcAft>
                <a:spcPct val="30000"/>
              </a:spcAft>
              <a:buFont typeface="Wingdings" pitchFamily="2" charset="2"/>
              <a:buChar char="Ø"/>
              <a:defRPr kumimoji="1" sz="2400" b="1">
                <a:solidFill>
                  <a:srgbClr val="000066"/>
                </a:solidFill>
                <a:latin typeface="Times New Roman" pitchFamily="18" charset="0"/>
                <a:ea typeface="新細明體" charset="-120"/>
              </a:defRPr>
            </a:lvl3pPr>
            <a:lvl4pPr marL="1600200" indent="-228600" algn="l" eaLnBrk="0" hangingPunct="0">
              <a:spcBef>
                <a:spcPct val="20000"/>
              </a:spcBef>
              <a:buChar char="–"/>
              <a:defRPr kumimoji="1" sz="2000">
                <a:solidFill>
                  <a:schemeClr val="tx1"/>
                </a:solidFill>
                <a:latin typeface="Times New Roman" pitchFamily="18" charset="0"/>
                <a:ea typeface="新細明體" charset="-120"/>
              </a:defRPr>
            </a:lvl4pPr>
            <a:lvl5pPr marL="2057400" indent="-228600" algn="l" eaLnBrk="0" hangingPunct="0">
              <a:spcBef>
                <a:spcPct val="20000"/>
              </a:spcBef>
              <a:buChar char="•"/>
              <a:defRPr kumimoji="1" sz="2000">
                <a:solidFill>
                  <a:schemeClr val="tx1"/>
                </a:solidFill>
                <a:latin typeface="Times New Roman" pitchFamily="18" charset="0"/>
                <a:ea typeface="新細明體" charset="-120"/>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9pPr>
          </a:lstStyle>
          <a:p>
            <a:pPr algn="ctr" eaLnBrk="1" hangingPunct="1">
              <a:spcBef>
                <a:spcPct val="50000"/>
              </a:spcBef>
              <a:spcAft>
                <a:spcPct val="0"/>
              </a:spcAft>
              <a:buClrTx/>
              <a:buFontTx/>
              <a:buNone/>
            </a:pPr>
            <a:r>
              <a:rPr lang="zh-TW" altLang="en-US" sz="2400"/>
              <a:t>安全</a:t>
            </a:r>
            <a:r>
              <a:rPr lang="zh-TW" altLang="zh-TW" sz="2400"/>
              <a:t>操作</a:t>
            </a:r>
            <a:r>
              <a:rPr lang="zh-TW" altLang="en-US" sz="2400"/>
              <a:t>上限</a:t>
            </a:r>
          </a:p>
        </p:txBody>
      </p:sp>
    </p:spTree>
    <p:extLst>
      <p:ext uri="{BB962C8B-B14F-4D97-AF65-F5344CB8AC3E}">
        <p14:creationId xmlns:p14="http://schemas.microsoft.com/office/powerpoint/2010/main" val="1766720850"/>
      </p:ext>
    </p:extLst>
  </p:cSld>
  <p:clrMapOvr>
    <a:masterClrMapping/>
  </p:clrMapOvr>
  <p:transition/>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ARTICULATE_TITLE_TAG" val="常用名詞介紹(續4)-可能性"/>
  <p:tag name="ARTICULATE_SLIDE_PAUSE" val="0"/>
  <p:tag name="ELAPSEDTIME" val="29.168"/>
  <p:tag name="TIMELINE" val="1.4"/>
</p:tagLst>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自訂設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39</TotalTime>
  <Words>676</Words>
  <Application>Microsoft Office PowerPoint</Application>
  <PresentationFormat>如螢幕大小 (4:3)</PresentationFormat>
  <Paragraphs>100</Paragraphs>
  <Slides>9</Slides>
  <Notes>5</Notes>
  <HiddenSlides>0</HiddenSlides>
  <MMClips>0</MMClips>
  <ScaleCrop>false</ScaleCrop>
  <HeadingPairs>
    <vt:vector size="6" baseType="variant">
      <vt:variant>
        <vt:lpstr>佈景主題</vt:lpstr>
      </vt:variant>
      <vt:variant>
        <vt:i4>2</vt:i4>
      </vt:variant>
      <vt:variant>
        <vt:lpstr>內嵌 OLE 伺服程式</vt:lpstr>
      </vt:variant>
      <vt:variant>
        <vt:i4>1</vt:i4>
      </vt:variant>
      <vt:variant>
        <vt:lpstr>投影片標題</vt:lpstr>
      </vt:variant>
      <vt:variant>
        <vt:i4>9</vt:i4>
      </vt:variant>
    </vt:vector>
  </HeadingPairs>
  <TitlesOfParts>
    <vt:vector size="12" baseType="lpstr">
      <vt:lpstr>Office 佈景主題</vt:lpstr>
      <vt:lpstr>自訂設計</vt:lpstr>
      <vt:lpstr>TurboCAD Drawing</vt:lpstr>
      <vt:lpstr>製程安全措施</vt:lpstr>
      <vt:lpstr>PowerPoint 簡報</vt:lpstr>
      <vt:lpstr>易燃性液體定義</vt:lpstr>
      <vt:lpstr>可燃性氣體定義</vt:lpstr>
      <vt:lpstr>適用範圍</vt:lpstr>
      <vt:lpstr>區域等級劃分目的</vt:lpstr>
      <vt:lpstr>作業流程</vt:lpstr>
      <vt:lpstr>PowerPoint 簡報</vt:lpstr>
      <vt:lpstr>保護層基本概念</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投影片 1</dc:title>
  <dc:creator>user</dc:creator>
  <cp:lastModifiedBy>admin</cp:lastModifiedBy>
  <cp:revision>16</cp:revision>
  <dcterms:created xsi:type="dcterms:W3CDTF">2014-03-12T03:54:03Z</dcterms:created>
  <dcterms:modified xsi:type="dcterms:W3CDTF">2014-05-07T00:38:25Z</dcterms:modified>
</cp:coreProperties>
</file>