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15.xml" ContentType="application/vnd.openxmlformats-officedocument.presentationml.slideLayout+xml"/>
  <Default Extension="wmf" ContentType="image/x-wmf"/>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slideLayouts/slideLayout22.xml" ContentType="application/vnd.openxmlformats-officedocument.presentationml.slideLayout+xml"/>
  <Override PartName="/ppt/slideLayouts/slideLayout24.xml" ContentType="application/vnd.openxmlformats-officedocument.presentationml.slideLayout+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20.xml" ContentType="application/vnd.openxmlformats-officedocument.presentationml.slideLayout+xml"/>
  <Override PartName="/ppt/slideLayouts/slideLayout10.xml" ContentType="application/vnd.openxmlformats-officedocument.presentationml.slideLayout+xml"/>
  <Default Extension="vml" ContentType="application/vnd.openxmlformats-officedocument.vmlDrawing"/>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Masters/slideMaster2.xml" ContentType="application/vnd.openxmlformats-officedocument.presentationml.slideMaster+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Default Extension="bin" ContentType="application/vnd.openxmlformats-officedocument.oleObject"/>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Layouts/slideLayout3.xml" ContentType="application/vnd.openxmlformats-officedocument.presentationml.slideLayout+xml"/>
  <Default Extension="jpeg" ContentType="image/jpeg"/>
  <Override PartName="/ppt/slideLayouts/slideLayout16.xml" ContentType="application/vnd.openxmlformats-officedocument.presentationml.slideLayout+xml"/>
  <Default Extension="emf" ContentType="image/x-emf"/>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Layouts/slideLayout1.xml" ContentType="application/vnd.openxmlformats-officedocument.presentationml.slideLayout+xml"/>
  <Override PartName="/ppt/slideLayouts/slideLayout14.xml" ContentType="application/vnd.openxmlformats-officedocument.presentationml.slideLayout+xml"/>
  <Override PartName="/ppt/slideLayouts/slideLayout23.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Layouts/slideLayout12.xml" ContentType="application/vnd.openxmlformats-officedocument.presentationml.slideLayout+xml"/>
  <Override PartName="/ppt/slideLayouts/slideLayout21.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wmf"/><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36"/>
  </p:notesMasterIdLst>
  <p:sldIdLst>
    <p:sldId id="259" r:id="rId3"/>
    <p:sldId id="260" r:id="rId4"/>
    <p:sldId id="261" r:id="rId5"/>
    <p:sldId id="262" r:id="rId6"/>
    <p:sldId id="263" r:id="rId7"/>
    <p:sldId id="264" r:id="rId8"/>
    <p:sldId id="265" r:id="rId9"/>
    <p:sldId id="266" r:id="rId10"/>
    <p:sldId id="267" r:id="rId11"/>
    <p:sldId id="268" r:id="rId12"/>
    <p:sldId id="269" r:id="rId13"/>
    <p:sldId id="270" r:id="rId14"/>
    <p:sldId id="271" r:id="rId15"/>
    <p:sldId id="272" r:id="rId16"/>
    <p:sldId id="273" r:id="rId17"/>
    <p:sldId id="274" r:id="rId18"/>
    <p:sldId id="275" r:id="rId19"/>
    <p:sldId id="276" r:id="rId20"/>
    <p:sldId id="277" r:id="rId21"/>
    <p:sldId id="278" r:id="rId22"/>
    <p:sldId id="279" r:id="rId23"/>
    <p:sldId id="280" r:id="rId24"/>
    <p:sldId id="281" r:id="rId25"/>
    <p:sldId id="282" r:id="rId26"/>
    <p:sldId id="283" r:id="rId27"/>
    <p:sldId id="284" r:id="rId28"/>
    <p:sldId id="285" r:id="rId29"/>
    <p:sldId id="286" r:id="rId30"/>
    <p:sldId id="287" r:id="rId31"/>
    <p:sldId id="288" r:id="rId32"/>
    <p:sldId id="289" r:id="rId33"/>
    <p:sldId id="290" r:id="rId34"/>
    <p:sldId id="291" r:id="rId35"/>
  </p:sldIdLst>
  <p:sldSz cx="9144000" cy="6858000" type="screen4x3"/>
  <p:notesSz cx="6877050" cy="9656763"/>
  <p:defaultTextStyle>
    <a:defPPr>
      <a:defRPr lang="zh-TW"/>
    </a:defPPr>
    <a:lvl1pPr algn="l" rtl="0" fontAlgn="base">
      <a:spcBef>
        <a:spcPct val="0"/>
      </a:spcBef>
      <a:spcAft>
        <a:spcPct val="0"/>
      </a:spcAft>
      <a:defRPr kumimoji="1" kern="1200">
        <a:solidFill>
          <a:schemeClr val="tx1"/>
        </a:solidFill>
        <a:latin typeface="Arial" charset="0"/>
        <a:ea typeface="新細明體" charset="-120"/>
        <a:cs typeface="+mn-cs"/>
      </a:defRPr>
    </a:lvl1pPr>
    <a:lvl2pPr marL="457200" algn="l" rtl="0" fontAlgn="base">
      <a:spcBef>
        <a:spcPct val="0"/>
      </a:spcBef>
      <a:spcAft>
        <a:spcPct val="0"/>
      </a:spcAft>
      <a:defRPr kumimoji="1" kern="1200">
        <a:solidFill>
          <a:schemeClr val="tx1"/>
        </a:solidFill>
        <a:latin typeface="Arial" charset="0"/>
        <a:ea typeface="新細明體" charset="-120"/>
        <a:cs typeface="+mn-cs"/>
      </a:defRPr>
    </a:lvl2pPr>
    <a:lvl3pPr marL="914400" algn="l" rtl="0" fontAlgn="base">
      <a:spcBef>
        <a:spcPct val="0"/>
      </a:spcBef>
      <a:spcAft>
        <a:spcPct val="0"/>
      </a:spcAft>
      <a:defRPr kumimoji="1" kern="1200">
        <a:solidFill>
          <a:schemeClr val="tx1"/>
        </a:solidFill>
        <a:latin typeface="Arial" charset="0"/>
        <a:ea typeface="新細明體" charset="-120"/>
        <a:cs typeface="+mn-cs"/>
      </a:defRPr>
    </a:lvl3pPr>
    <a:lvl4pPr marL="1371600" algn="l" rtl="0" fontAlgn="base">
      <a:spcBef>
        <a:spcPct val="0"/>
      </a:spcBef>
      <a:spcAft>
        <a:spcPct val="0"/>
      </a:spcAft>
      <a:defRPr kumimoji="1" kern="1200">
        <a:solidFill>
          <a:schemeClr val="tx1"/>
        </a:solidFill>
        <a:latin typeface="Arial" charset="0"/>
        <a:ea typeface="新細明體" charset="-120"/>
        <a:cs typeface="+mn-cs"/>
      </a:defRPr>
    </a:lvl4pPr>
    <a:lvl5pPr marL="1828800" algn="l" rtl="0" fontAlgn="base">
      <a:spcBef>
        <a:spcPct val="0"/>
      </a:spcBef>
      <a:spcAft>
        <a:spcPct val="0"/>
      </a:spcAft>
      <a:defRPr kumimoji="1" kern="1200">
        <a:solidFill>
          <a:schemeClr val="tx1"/>
        </a:solidFill>
        <a:latin typeface="Arial" charset="0"/>
        <a:ea typeface="新細明體" charset="-120"/>
        <a:cs typeface="+mn-cs"/>
      </a:defRPr>
    </a:lvl5pPr>
    <a:lvl6pPr marL="2286000" algn="l" defTabSz="914400" rtl="0" eaLnBrk="1" latinLnBrk="0" hangingPunct="1">
      <a:defRPr kumimoji="1" kern="1200">
        <a:solidFill>
          <a:schemeClr val="tx1"/>
        </a:solidFill>
        <a:latin typeface="Arial" charset="0"/>
        <a:ea typeface="新細明體" charset="-120"/>
        <a:cs typeface="+mn-cs"/>
      </a:defRPr>
    </a:lvl6pPr>
    <a:lvl7pPr marL="2743200" algn="l" defTabSz="914400" rtl="0" eaLnBrk="1" latinLnBrk="0" hangingPunct="1">
      <a:defRPr kumimoji="1" kern="1200">
        <a:solidFill>
          <a:schemeClr val="tx1"/>
        </a:solidFill>
        <a:latin typeface="Arial" charset="0"/>
        <a:ea typeface="新細明體" charset="-120"/>
        <a:cs typeface="+mn-cs"/>
      </a:defRPr>
    </a:lvl7pPr>
    <a:lvl8pPr marL="3200400" algn="l" defTabSz="914400" rtl="0" eaLnBrk="1" latinLnBrk="0" hangingPunct="1">
      <a:defRPr kumimoji="1" kern="1200">
        <a:solidFill>
          <a:schemeClr val="tx1"/>
        </a:solidFill>
        <a:latin typeface="Arial" charset="0"/>
        <a:ea typeface="新細明體" charset="-120"/>
        <a:cs typeface="+mn-cs"/>
      </a:defRPr>
    </a:lvl8pPr>
    <a:lvl9pPr marL="3657600" algn="l" defTabSz="914400" rtl="0" eaLnBrk="1" latinLnBrk="0" hangingPunct="1">
      <a:defRPr kumimoji="1" kern="1200">
        <a:solidFill>
          <a:schemeClr val="tx1"/>
        </a:solidFill>
        <a:latin typeface="Arial" charset="0"/>
        <a:ea typeface="新細明體" charset="-120"/>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99"/>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9" d="100"/>
          <a:sy n="69" d="100"/>
        </p:scale>
        <p:origin x="-540" y="-102"/>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theme" Target="theme/theme1.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slide" Target="slides/slide32.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3.wmf"/><Relationship Id="rId1" Type="http://schemas.openxmlformats.org/officeDocument/2006/relationships/image" Target="../media/image2.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4.w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image" Target="../media/image6.wmf"/><Relationship Id="rId1" Type="http://schemas.openxmlformats.org/officeDocument/2006/relationships/image" Target="../media/image5.wmf"/><Relationship Id="rId4" Type="http://schemas.openxmlformats.org/officeDocument/2006/relationships/image" Target="../media/image8.w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10.wmf"/><Relationship Id="rId1" Type="http://schemas.openxmlformats.org/officeDocument/2006/relationships/image" Target="../media/image9.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1.w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14.wmf"/><Relationship Id="rId2" Type="http://schemas.openxmlformats.org/officeDocument/2006/relationships/image" Target="../media/image13.wmf"/><Relationship Id="rId1" Type="http://schemas.openxmlformats.org/officeDocument/2006/relationships/image" Target="../media/image12.wmf"/><Relationship Id="rId4" Type="http://schemas.openxmlformats.org/officeDocument/2006/relationships/image" Target="../media/image15.w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18.wmf"/><Relationship Id="rId2" Type="http://schemas.openxmlformats.org/officeDocument/2006/relationships/image" Target="../media/image17.wmf"/><Relationship Id="rId1" Type="http://schemas.openxmlformats.org/officeDocument/2006/relationships/image" Target="../media/image16.wmf"/><Relationship Id="rId4" Type="http://schemas.openxmlformats.org/officeDocument/2006/relationships/image" Target="../media/image19.w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22.wmf"/><Relationship Id="rId2" Type="http://schemas.openxmlformats.org/officeDocument/2006/relationships/image" Target="../media/image21.wmf"/><Relationship Id="rId1" Type="http://schemas.openxmlformats.org/officeDocument/2006/relationships/image" Target="../media/image20.w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25.wmf"/><Relationship Id="rId2" Type="http://schemas.openxmlformats.org/officeDocument/2006/relationships/image" Target="../media/image24.wmf"/><Relationship Id="rId1" Type="http://schemas.openxmlformats.org/officeDocument/2006/relationships/image" Target="../media/image23.w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28.wmf"/><Relationship Id="rId2" Type="http://schemas.openxmlformats.org/officeDocument/2006/relationships/image" Target="../media/image27.wmf"/><Relationship Id="rId1" Type="http://schemas.openxmlformats.org/officeDocument/2006/relationships/image" Target="../media/image26.wmf"/></Relationships>
</file>

<file path=ppt/drawings/_rels/vmlDrawing11.vml.rels><?xml version="1.0" encoding="UTF-8" standalone="yes"?>
<Relationships xmlns="http://schemas.openxmlformats.org/package/2006/relationships"><Relationship Id="rId2" Type="http://schemas.openxmlformats.org/officeDocument/2006/relationships/image" Target="../media/image30.wmf"/><Relationship Id="rId1" Type="http://schemas.openxmlformats.org/officeDocument/2006/relationships/image" Target="../media/image29.w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31.wmf"/></Relationships>
</file>

<file path=ppt/drawings/_rels/vmlDrawing13.vml.rels><?xml version="1.0" encoding="UTF-8" standalone="yes"?>
<Relationships xmlns="http://schemas.openxmlformats.org/package/2006/relationships"><Relationship Id="rId3" Type="http://schemas.openxmlformats.org/officeDocument/2006/relationships/image" Target="../media/image34.wmf"/><Relationship Id="rId2" Type="http://schemas.openxmlformats.org/officeDocument/2006/relationships/image" Target="../media/image33.wmf"/><Relationship Id="rId1" Type="http://schemas.openxmlformats.org/officeDocument/2006/relationships/image" Target="../media/image32.wmf"/></Relationships>
</file>

<file path=ppt/drawings/_rels/vmlDrawing14.vml.rels><?xml version="1.0" encoding="UTF-8" standalone="yes"?>
<Relationships xmlns="http://schemas.openxmlformats.org/package/2006/relationships"><Relationship Id="rId3" Type="http://schemas.openxmlformats.org/officeDocument/2006/relationships/image" Target="../media/image37.wmf"/><Relationship Id="rId2" Type="http://schemas.openxmlformats.org/officeDocument/2006/relationships/image" Target="../media/image36.wmf"/><Relationship Id="rId1" Type="http://schemas.openxmlformats.org/officeDocument/2006/relationships/image" Target="../media/image35.wmf"/><Relationship Id="rId4" Type="http://schemas.openxmlformats.org/officeDocument/2006/relationships/image" Target="../media/image38.wmf"/></Relationships>
</file>

<file path=ppt/drawings/_rels/vmlDrawing15.vml.rels><?xml version="1.0" encoding="UTF-8" standalone="yes"?>
<Relationships xmlns="http://schemas.openxmlformats.org/package/2006/relationships"><Relationship Id="rId2" Type="http://schemas.openxmlformats.org/officeDocument/2006/relationships/image" Target="../media/image42.wmf"/><Relationship Id="rId1" Type="http://schemas.openxmlformats.org/officeDocument/2006/relationships/image" Target="../media/image41.wmf"/></Relationships>
</file>

<file path=ppt/drawings/_rels/vmlDrawing16.vml.rels><?xml version="1.0" encoding="UTF-8" standalone="yes"?>
<Relationships xmlns="http://schemas.openxmlformats.org/package/2006/relationships"><Relationship Id="rId2" Type="http://schemas.openxmlformats.org/officeDocument/2006/relationships/image" Target="../media/image44.wmf"/><Relationship Id="rId1" Type="http://schemas.openxmlformats.org/officeDocument/2006/relationships/image" Target="../media/image43.w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45.wmf"/></Relationships>
</file>

<file path=ppt/drawings/_rels/vmlDrawing18.vml.rels><?xml version="1.0" encoding="UTF-8" standalone="yes"?>
<Relationships xmlns="http://schemas.openxmlformats.org/package/2006/relationships"><Relationship Id="rId3" Type="http://schemas.openxmlformats.org/officeDocument/2006/relationships/image" Target="../media/image48.wmf"/><Relationship Id="rId2" Type="http://schemas.openxmlformats.org/officeDocument/2006/relationships/image" Target="../media/image47.wmf"/><Relationship Id="rId1" Type="http://schemas.openxmlformats.org/officeDocument/2006/relationships/image" Target="../media/image46.wmf"/><Relationship Id="rId6" Type="http://schemas.openxmlformats.org/officeDocument/2006/relationships/image" Target="../media/image51.wmf"/><Relationship Id="rId5" Type="http://schemas.openxmlformats.org/officeDocument/2006/relationships/image" Target="../media/image50.wmf"/><Relationship Id="rId4" Type="http://schemas.openxmlformats.org/officeDocument/2006/relationships/image" Target="../media/image49.wmf"/></Relationships>
</file>

<file path=ppt/drawings/_rels/vmlDrawing19.vml.rels><?xml version="1.0" encoding="UTF-8" standalone="yes"?>
<Relationships xmlns="http://schemas.openxmlformats.org/package/2006/relationships"><Relationship Id="rId3" Type="http://schemas.openxmlformats.org/officeDocument/2006/relationships/image" Target="../media/image54.wmf"/><Relationship Id="rId2" Type="http://schemas.openxmlformats.org/officeDocument/2006/relationships/image" Target="../media/image53.wmf"/><Relationship Id="rId1" Type="http://schemas.openxmlformats.org/officeDocument/2006/relationships/image" Target="../media/image52.wmf"/><Relationship Id="rId4" Type="http://schemas.openxmlformats.org/officeDocument/2006/relationships/image" Target="../media/image55.wmf"/></Relationships>
</file>

<file path=ppt/drawings/_rels/vmlDrawing20.vml.rels><?xml version="1.0" encoding="UTF-8" standalone="yes"?>
<Relationships xmlns="http://schemas.openxmlformats.org/package/2006/relationships"><Relationship Id="rId3" Type="http://schemas.openxmlformats.org/officeDocument/2006/relationships/image" Target="../media/image58.wmf"/><Relationship Id="rId2" Type="http://schemas.openxmlformats.org/officeDocument/2006/relationships/image" Target="../media/image57.wmf"/><Relationship Id="rId1" Type="http://schemas.openxmlformats.org/officeDocument/2006/relationships/image" Target="../media/image56.wmf"/><Relationship Id="rId4" Type="http://schemas.openxmlformats.org/officeDocument/2006/relationships/image" Target="../media/image59.wmf"/></Relationships>
</file>

<file path=ppt/drawings/_rels/vmlDrawing21.vml.rels><?xml version="1.0" encoding="UTF-8" standalone="yes"?>
<Relationships xmlns="http://schemas.openxmlformats.org/package/2006/relationships"><Relationship Id="rId1" Type="http://schemas.openxmlformats.org/officeDocument/2006/relationships/image" Target="../media/image60.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9738" cy="482600"/>
          </a:xfrm>
          <a:prstGeom prst="rect">
            <a:avLst/>
          </a:prstGeom>
        </p:spPr>
        <p:txBody>
          <a:bodyPr vert="horz" lIns="94476" tIns="47238" rIns="94476" bIns="47238" rtlCol="0"/>
          <a:lstStyle>
            <a:lvl1pPr algn="l" fontAlgn="auto">
              <a:spcBef>
                <a:spcPts val="0"/>
              </a:spcBef>
              <a:spcAft>
                <a:spcPts val="0"/>
              </a:spcAft>
              <a:defRPr kumimoji="0" sz="1200">
                <a:latin typeface="+mn-lt"/>
                <a:ea typeface="+mn-ea"/>
              </a:defRPr>
            </a:lvl1pPr>
          </a:lstStyle>
          <a:p>
            <a:pPr>
              <a:defRPr/>
            </a:pPr>
            <a:endParaRPr lang="zh-TW" altLang="en-US"/>
          </a:p>
        </p:txBody>
      </p:sp>
      <p:sp>
        <p:nvSpPr>
          <p:cNvPr id="3" name="日期版面配置區 2"/>
          <p:cNvSpPr>
            <a:spLocks noGrp="1"/>
          </p:cNvSpPr>
          <p:nvPr>
            <p:ph type="dt" idx="1"/>
          </p:nvPr>
        </p:nvSpPr>
        <p:spPr>
          <a:xfrm>
            <a:off x="3895725" y="0"/>
            <a:ext cx="2979738" cy="482600"/>
          </a:xfrm>
          <a:prstGeom prst="rect">
            <a:avLst/>
          </a:prstGeom>
        </p:spPr>
        <p:txBody>
          <a:bodyPr vert="horz" lIns="94476" tIns="47238" rIns="94476" bIns="47238" rtlCol="0"/>
          <a:lstStyle>
            <a:lvl1pPr algn="r" fontAlgn="auto">
              <a:spcBef>
                <a:spcPts val="0"/>
              </a:spcBef>
              <a:spcAft>
                <a:spcPts val="0"/>
              </a:spcAft>
              <a:defRPr kumimoji="0" sz="1200" smtClean="0">
                <a:latin typeface="+mn-lt"/>
                <a:ea typeface="+mn-ea"/>
              </a:defRPr>
            </a:lvl1pPr>
          </a:lstStyle>
          <a:p>
            <a:pPr>
              <a:defRPr/>
            </a:pPr>
            <a:fld id="{FC9659BA-A225-4F37-9845-AC0EFBE6D499}" type="datetimeFigureOut">
              <a:rPr lang="zh-TW" altLang="en-US"/>
              <a:pPr>
                <a:defRPr/>
              </a:pPr>
              <a:t>2014/5/23</a:t>
            </a:fld>
            <a:endParaRPr lang="zh-TW" altLang="en-US"/>
          </a:p>
        </p:txBody>
      </p:sp>
      <p:sp>
        <p:nvSpPr>
          <p:cNvPr id="4" name="投影片圖像版面配置區 3"/>
          <p:cNvSpPr>
            <a:spLocks noGrp="1" noRot="1" noChangeAspect="1"/>
          </p:cNvSpPr>
          <p:nvPr>
            <p:ph type="sldImg" idx="2"/>
          </p:nvPr>
        </p:nvSpPr>
        <p:spPr>
          <a:xfrm>
            <a:off x="1025525" y="723900"/>
            <a:ext cx="4826000" cy="3621088"/>
          </a:xfrm>
          <a:prstGeom prst="rect">
            <a:avLst/>
          </a:prstGeom>
          <a:noFill/>
          <a:ln w="12700">
            <a:solidFill>
              <a:prstClr val="black"/>
            </a:solidFill>
          </a:ln>
        </p:spPr>
        <p:txBody>
          <a:bodyPr vert="horz" lIns="94476" tIns="47238" rIns="94476" bIns="47238" rtlCol="0" anchor="ctr"/>
          <a:lstStyle/>
          <a:p>
            <a:pPr lvl="0"/>
            <a:endParaRPr lang="zh-TW" altLang="en-US" noProof="0"/>
          </a:p>
        </p:txBody>
      </p:sp>
      <p:sp>
        <p:nvSpPr>
          <p:cNvPr id="5" name="備忘稿版面配置區 4"/>
          <p:cNvSpPr>
            <a:spLocks noGrp="1"/>
          </p:cNvSpPr>
          <p:nvPr>
            <p:ph type="body" sz="quarter" idx="3"/>
          </p:nvPr>
        </p:nvSpPr>
        <p:spPr>
          <a:xfrm>
            <a:off x="687388" y="4586288"/>
            <a:ext cx="5502275" cy="4346575"/>
          </a:xfrm>
          <a:prstGeom prst="rect">
            <a:avLst/>
          </a:prstGeom>
        </p:spPr>
        <p:txBody>
          <a:bodyPr vert="horz" lIns="94476" tIns="47238" rIns="94476" bIns="47238" rtlCol="0">
            <a:normAutofit/>
          </a:bodyPr>
          <a:lstStyle/>
          <a:p>
            <a:pPr lvl="0"/>
            <a:r>
              <a:rPr lang="zh-TW" altLang="en-US" noProof="0" smtClean="0"/>
              <a:t>按一下以編輯母片文字樣式</a:t>
            </a:r>
          </a:p>
          <a:p>
            <a:pPr lvl="1"/>
            <a:r>
              <a:rPr lang="zh-TW" altLang="en-US" noProof="0" smtClean="0"/>
              <a:t>第二層</a:t>
            </a:r>
          </a:p>
          <a:p>
            <a:pPr lvl="2"/>
            <a:r>
              <a:rPr lang="zh-TW" altLang="en-US" noProof="0" smtClean="0"/>
              <a:t>第三層</a:t>
            </a:r>
          </a:p>
          <a:p>
            <a:pPr lvl="3"/>
            <a:r>
              <a:rPr lang="zh-TW" altLang="en-US" noProof="0" smtClean="0"/>
              <a:t>第四層</a:t>
            </a:r>
          </a:p>
          <a:p>
            <a:pPr lvl="4"/>
            <a:r>
              <a:rPr lang="zh-TW" altLang="en-US" noProof="0" smtClean="0"/>
              <a:t>第五層</a:t>
            </a:r>
            <a:endParaRPr lang="zh-TW" altLang="en-US" noProof="0"/>
          </a:p>
        </p:txBody>
      </p:sp>
      <p:sp>
        <p:nvSpPr>
          <p:cNvPr id="6" name="頁尾版面配置區 5"/>
          <p:cNvSpPr>
            <a:spLocks noGrp="1"/>
          </p:cNvSpPr>
          <p:nvPr>
            <p:ph type="ftr" sz="quarter" idx="4"/>
          </p:nvPr>
        </p:nvSpPr>
        <p:spPr>
          <a:xfrm>
            <a:off x="0" y="9172575"/>
            <a:ext cx="2979738" cy="482600"/>
          </a:xfrm>
          <a:prstGeom prst="rect">
            <a:avLst/>
          </a:prstGeom>
        </p:spPr>
        <p:txBody>
          <a:bodyPr vert="horz" lIns="94476" tIns="47238" rIns="94476" bIns="47238" rtlCol="0" anchor="b"/>
          <a:lstStyle>
            <a:lvl1pPr algn="l" fontAlgn="auto">
              <a:spcBef>
                <a:spcPts val="0"/>
              </a:spcBef>
              <a:spcAft>
                <a:spcPts val="0"/>
              </a:spcAft>
              <a:defRPr kumimoji="0" sz="1200">
                <a:latin typeface="+mn-lt"/>
                <a:ea typeface="+mn-ea"/>
              </a:defRPr>
            </a:lvl1pPr>
          </a:lstStyle>
          <a:p>
            <a:pPr>
              <a:defRPr/>
            </a:pPr>
            <a:endParaRPr lang="zh-TW" altLang="en-US"/>
          </a:p>
        </p:txBody>
      </p:sp>
      <p:sp>
        <p:nvSpPr>
          <p:cNvPr id="7" name="投影片編號版面配置區 6"/>
          <p:cNvSpPr>
            <a:spLocks noGrp="1"/>
          </p:cNvSpPr>
          <p:nvPr>
            <p:ph type="sldNum" sz="quarter" idx="5"/>
          </p:nvPr>
        </p:nvSpPr>
        <p:spPr>
          <a:xfrm>
            <a:off x="3895725" y="9172575"/>
            <a:ext cx="2979738" cy="482600"/>
          </a:xfrm>
          <a:prstGeom prst="rect">
            <a:avLst/>
          </a:prstGeom>
        </p:spPr>
        <p:txBody>
          <a:bodyPr vert="horz" lIns="94476" tIns="47238" rIns="94476" bIns="47238" rtlCol="0" anchor="b"/>
          <a:lstStyle>
            <a:lvl1pPr algn="r" fontAlgn="auto">
              <a:spcBef>
                <a:spcPts val="0"/>
              </a:spcBef>
              <a:spcAft>
                <a:spcPts val="0"/>
              </a:spcAft>
              <a:defRPr kumimoji="0" sz="1200" smtClean="0">
                <a:latin typeface="+mn-lt"/>
                <a:ea typeface="+mn-ea"/>
              </a:defRPr>
            </a:lvl1pPr>
          </a:lstStyle>
          <a:p>
            <a:pPr>
              <a:defRPr/>
            </a:pPr>
            <a:fld id="{97E2D041-69B9-45E6-BE9E-EDB2E2F46AC8}" type="slidenum">
              <a:rPr lang="zh-TW" altLang="en-US"/>
              <a:pPr>
                <a:defRPr/>
              </a:pPr>
              <a:t>‹#›</a:t>
            </a:fld>
            <a:endParaRPr lang="zh-TW" altLang="en-US"/>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mn-lt"/>
        <a:ea typeface="+mn-ea"/>
        <a:cs typeface="+mn-cs"/>
      </a:defRPr>
    </a:lvl1pPr>
    <a:lvl2pPr marL="457200" algn="l" rtl="0" fontAlgn="base">
      <a:spcBef>
        <a:spcPct val="30000"/>
      </a:spcBef>
      <a:spcAft>
        <a:spcPct val="0"/>
      </a:spcAft>
      <a:defRPr sz="1200" kern="1200">
        <a:solidFill>
          <a:schemeClr val="tx1"/>
        </a:solidFill>
        <a:latin typeface="+mn-lt"/>
        <a:ea typeface="+mn-ea"/>
        <a:cs typeface="+mn-cs"/>
      </a:defRPr>
    </a:lvl2pPr>
    <a:lvl3pPr marL="914400" algn="l" rtl="0" fontAlgn="base">
      <a:spcBef>
        <a:spcPct val="30000"/>
      </a:spcBef>
      <a:spcAft>
        <a:spcPct val="0"/>
      </a:spcAft>
      <a:defRPr sz="1200" kern="1200">
        <a:solidFill>
          <a:schemeClr val="tx1"/>
        </a:solidFill>
        <a:latin typeface="+mn-lt"/>
        <a:ea typeface="+mn-ea"/>
        <a:cs typeface="+mn-cs"/>
      </a:defRPr>
    </a:lvl3pPr>
    <a:lvl4pPr marL="1371600" algn="l" rtl="0" fontAlgn="base">
      <a:spcBef>
        <a:spcPct val="30000"/>
      </a:spcBef>
      <a:spcAft>
        <a:spcPct val="0"/>
      </a:spcAft>
      <a:defRPr sz="1200" kern="1200">
        <a:solidFill>
          <a:schemeClr val="tx1"/>
        </a:solidFill>
        <a:latin typeface="+mn-lt"/>
        <a:ea typeface="+mn-ea"/>
        <a:cs typeface="+mn-cs"/>
      </a:defRPr>
    </a:lvl4pPr>
    <a:lvl5pPr marL="1828800" algn="l" rtl="0" fontAlgn="base">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130425"/>
            <a:ext cx="7772400" cy="1470025"/>
          </a:xfrm>
        </p:spPr>
        <p:txBody>
          <a:bodyPr/>
          <a:lstStyle/>
          <a:p>
            <a:r>
              <a:rPr lang="zh-TW" altLang="en-US" smtClean="0"/>
              <a:t>按一下以編輯母片標題樣式</a:t>
            </a:r>
            <a:endParaRPr lang="zh-TW" altLang="en-US"/>
          </a:p>
        </p:txBody>
      </p:sp>
      <p:sp>
        <p:nvSpPr>
          <p:cNvPr id="3" name="副標題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smtClean="0"/>
              <a:t>按一下以編輯母片副標題樣式</a:t>
            </a:r>
            <a:endParaRPr lang="zh-TW" altLang="en-US"/>
          </a:p>
        </p:txBody>
      </p:sp>
      <p:sp>
        <p:nvSpPr>
          <p:cNvPr id="4" name="日期版面配置區 3"/>
          <p:cNvSpPr>
            <a:spLocks noGrp="1"/>
          </p:cNvSpPr>
          <p:nvPr>
            <p:ph type="dt" sz="half" idx="10"/>
          </p:nvPr>
        </p:nvSpPr>
        <p:spPr/>
        <p:txBody>
          <a:bodyPr/>
          <a:lstStyle>
            <a:lvl1pPr>
              <a:defRPr/>
            </a:lvl1pPr>
          </a:lstStyle>
          <a:p>
            <a:pPr>
              <a:defRPr/>
            </a:pPr>
            <a:fld id="{F7E8A955-FA60-4698-B27C-AF4792BF79BE}" type="datetimeFigureOut">
              <a:rPr lang="zh-TW" altLang="en-US"/>
              <a:pPr>
                <a:defRPr/>
              </a:pPr>
              <a:t>2014/5/23</a:t>
            </a:fld>
            <a:endParaRPr lang="zh-TW" altLang="en-US"/>
          </a:p>
        </p:txBody>
      </p:sp>
      <p:sp>
        <p:nvSpPr>
          <p:cNvPr id="5" name="頁尾版面配置區 4"/>
          <p:cNvSpPr>
            <a:spLocks noGrp="1"/>
          </p:cNvSpPr>
          <p:nvPr>
            <p:ph type="ftr" sz="quarter" idx="11"/>
          </p:nvPr>
        </p:nvSpPr>
        <p:spPr/>
        <p:txBody>
          <a:bodyPr/>
          <a:lstStyle>
            <a:lvl1pPr>
              <a:defRPr/>
            </a:lvl1pPr>
          </a:lstStyle>
          <a:p>
            <a:pPr>
              <a:defRPr/>
            </a:pPr>
            <a:endParaRPr lang="zh-TW" altLang="en-US"/>
          </a:p>
        </p:txBody>
      </p:sp>
      <p:sp>
        <p:nvSpPr>
          <p:cNvPr id="6" name="投影片編號版面配置區 5"/>
          <p:cNvSpPr>
            <a:spLocks noGrp="1"/>
          </p:cNvSpPr>
          <p:nvPr>
            <p:ph type="sldNum" sz="quarter" idx="12"/>
          </p:nvPr>
        </p:nvSpPr>
        <p:spPr/>
        <p:txBody>
          <a:bodyPr/>
          <a:lstStyle>
            <a:lvl1pPr>
              <a:defRPr/>
            </a:lvl1pPr>
          </a:lstStyle>
          <a:p>
            <a:pPr>
              <a:defRPr/>
            </a:pPr>
            <a:fld id="{61BF79E0-A3C4-4DCC-9A54-1DE1DEECC1D3}" type="slidenum">
              <a:rPr lang="zh-TW" altLang="en-US"/>
              <a:pPr>
                <a:defRPr/>
              </a:pPr>
              <a:t>‹#›</a:t>
            </a:fld>
            <a:endParaRPr lang="zh-TW" altLang="en-US"/>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idx="1"/>
          </p:nvPr>
        </p:nvSpPr>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lvl1pPr>
              <a:defRPr/>
            </a:lvl1pPr>
          </a:lstStyle>
          <a:p>
            <a:pPr>
              <a:defRPr/>
            </a:pPr>
            <a:fld id="{355FDAC6-3816-418E-8F03-EA0E5B0E131C}" type="datetimeFigureOut">
              <a:rPr lang="zh-TW" altLang="en-US"/>
              <a:pPr>
                <a:defRPr/>
              </a:pPr>
              <a:t>2014/5/23</a:t>
            </a:fld>
            <a:endParaRPr lang="zh-TW" altLang="en-US"/>
          </a:p>
        </p:txBody>
      </p:sp>
      <p:sp>
        <p:nvSpPr>
          <p:cNvPr id="5" name="頁尾版面配置區 4"/>
          <p:cNvSpPr>
            <a:spLocks noGrp="1"/>
          </p:cNvSpPr>
          <p:nvPr>
            <p:ph type="ftr" sz="quarter" idx="11"/>
          </p:nvPr>
        </p:nvSpPr>
        <p:spPr/>
        <p:txBody>
          <a:bodyPr/>
          <a:lstStyle>
            <a:lvl1pPr>
              <a:defRPr/>
            </a:lvl1pPr>
          </a:lstStyle>
          <a:p>
            <a:pPr>
              <a:defRPr/>
            </a:pPr>
            <a:endParaRPr lang="zh-TW" altLang="en-US"/>
          </a:p>
        </p:txBody>
      </p:sp>
      <p:sp>
        <p:nvSpPr>
          <p:cNvPr id="6" name="投影片編號版面配置區 5"/>
          <p:cNvSpPr>
            <a:spLocks noGrp="1"/>
          </p:cNvSpPr>
          <p:nvPr>
            <p:ph type="sldNum" sz="quarter" idx="12"/>
          </p:nvPr>
        </p:nvSpPr>
        <p:spPr/>
        <p:txBody>
          <a:bodyPr/>
          <a:lstStyle>
            <a:lvl1pPr>
              <a:defRPr/>
            </a:lvl1pPr>
          </a:lstStyle>
          <a:p>
            <a:pPr>
              <a:defRPr/>
            </a:pPr>
            <a:fld id="{72F9C2A0-D026-4A51-8D68-72A7EDECCA0B}" type="slidenum">
              <a:rPr lang="zh-TW" altLang="en-US"/>
              <a:pPr>
                <a:defRPr/>
              </a:pPr>
              <a:t>‹#›</a:t>
            </a:fld>
            <a:endParaRPr lang="zh-TW" altLang="en-US"/>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smtClean="0"/>
              <a:t>按一下以編輯母片文字樣式</a:t>
            </a:r>
          </a:p>
        </p:txBody>
      </p:sp>
      <p:sp>
        <p:nvSpPr>
          <p:cNvPr id="4" name="日期版面配置區 3"/>
          <p:cNvSpPr>
            <a:spLocks noGrp="1"/>
          </p:cNvSpPr>
          <p:nvPr>
            <p:ph type="dt" sz="half" idx="10"/>
          </p:nvPr>
        </p:nvSpPr>
        <p:spPr/>
        <p:txBody>
          <a:bodyPr/>
          <a:lstStyle>
            <a:lvl1pPr>
              <a:defRPr/>
            </a:lvl1pPr>
          </a:lstStyle>
          <a:p>
            <a:pPr>
              <a:defRPr/>
            </a:pPr>
            <a:fld id="{6E733D3E-0E20-4B26-835A-7CB4F041A349}" type="datetimeFigureOut">
              <a:rPr lang="zh-TW" altLang="en-US"/>
              <a:pPr>
                <a:defRPr/>
              </a:pPr>
              <a:t>2014/5/23</a:t>
            </a:fld>
            <a:endParaRPr lang="zh-TW" altLang="en-US"/>
          </a:p>
        </p:txBody>
      </p:sp>
      <p:sp>
        <p:nvSpPr>
          <p:cNvPr id="5" name="頁尾版面配置區 4"/>
          <p:cNvSpPr>
            <a:spLocks noGrp="1"/>
          </p:cNvSpPr>
          <p:nvPr>
            <p:ph type="ftr" sz="quarter" idx="11"/>
          </p:nvPr>
        </p:nvSpPr>
        <p:spPr/>
        <p:txBody>
          <a:bodyPr/>
          <a:lstStyle>
            <a:lvl1pPr>
              <a:defRPr/>
            </a:lvl1pPr>
          </a:lstStyle>
          <a:p>
            <a:pPr>
              <a:defRPr/>
            </a:pPr>
            <a:endParaRPr lang="zh-TW" altLang="en-US"/>
          </a:p>
        </p:txBody>
      </p:sp>
      <p:sp>
        <p:nvSpPr>
          <p:cNvPr id="6" name="投影片編號版面配置區 5"/>
          <p:cNvSpPr>
            <a:spLocks noGrp="1"/>
          </p:cNvSpPr>
          <p:nvPr>
            <p:ph type="sldNum" sz="quarter" idx="12"/>
          </p:nvPr>
        </p:nvSpPr>
        <p:spPr/>
        <p:txBody>
          <a:bodyPr/>
          <a:lstStyle>
            <a:lvl1pPr>
              <a:defRPr/>
            </a:lvl1pPr>
          </a:lstStyle>
          <a:p>
            <a:pPr>
              <a:defRPr/>
            </a:pPr>
            <a:fld id="{5D8AFEFD-E18A-4194-B48B-E9EB4D851BA4}" type="slidenum">
              <a:rPr lang="zh-TW" altLang="en-US"/>
              <a:pPr>
                <a:defRPr/>
              </a:pPr>
              <a:t>‹#›</a:t>
            </a:fld>
            <a:endParaRPr lang="zh-TW" altLang="en-US"/>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日期版面配置區 3"/>
          <p:cNvSpPr>
            <a:spLocks noGrp="1"/>
          </p:cNvSpPr>
          <p:nvPr>
            <p:ph type="dt" sz="half" idx="10"/>
          </p:nvPr>
        </p:nvSpPr>
        <p:spPr/>
        <p:txBody>
          <a:bodyPr/>
          <a:lstStyle>
            <a:lvl1pPr>
              <a:defRPr/>
            </a:lvl1pPr>
          </a:lstStyle>
          <a:p>
            <a:pPr>
              <a:defRPr/>
            </a:pPr>
            <a:fld id="{89A976CA-CC4D-443E-B991-487BAF01F6FB}" type="datetimeFigureOut">
              <a:rPr lang="zh-TW" altLang="en-US"/>
              <a:pPr>
                <a:defRPr/>
              </a:pPr>
              <a:t>2014/5/23</a:t>
            </a:fld>
            <a:endParaRPr lang="zh-TW" altLang="en-US"/>
          </a:p>
        </p:txBody>
      </p:sp>
      <p:sp>
        <p:nvSpPr>
          <p:cNvPr id="6" name="頁尾版面配置區 4"/>
          <p:cNvSpPr>
            <a:spLocks noGrp="1"/>
          </p:cNvSpPr>
          <p:nvPr>
            <p:ph type="ftr" sz="quarter" idx="11"/>
          </p:nvPr>
        </p:nvSpPr>
        <p:spPr/>
        <p:txBody>
          <a:bodyPr/>
          <a:lstStyle>
            <a:lvl1pPr>
              <a:defRPr/>
            </a:lvl1pPr>
          </a:lstStyle>
          <a:p>
            <a:pPr>
              <a:defRPr/>
            </a:pPr>
            <a:endParaRPr lang="zh-TW" altLang="en-US"/>
          </a:p>
        </p:txBody>
      </p:sp>
      <p:sp>
        <p:nvSpPr>
          <p:cNvPr id="7" name="投影片編號版面配置區 5"/>
          <p:cNvSpPr>
            <a:spLocks noGrp="1"/>
          </p:cNvSpPr>
          <p:nvPr>
            <p:ph type="sldNum" sz="quarter" idx="12"/>
          </p:nvPr>
        </p:nvSpPr>
        <p:spPr/>
        <p:txBody>
          <a:bodyPr/>
          <a:lstStyle>
            <a:lvl1pPr>
              <a:defRPr/>
            </a:lvl1pPr>
          </a:lstStyle>
          <a:p>
            <a:pPr>
              <a:defRPr/>
            </a:pPr>
            <a:fld id="{8339C1C3-D953-4615-A923-E10CD67D7752}" type="slidenum">
              <a:rPr lang="zh-TW" altLang="en-US"/>
              <a:pPr>
                <a:defRPr/>
              </a:pPr>
              <a:t>‹#›</a:t>
            </a:fld>
            <a:endParaRPr lang="zh-TW" altLang="en-US"/>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7" name="日期版面配置區 3"/>
          <p:cNvSpPr>
            <a:spLocks noGrp="1"/>
          </p:cNvSpPr>
          <p:nvPr>
            <p:ph type="dt" sz="half" idx="10"/>
          </p:nvPr>
        </p:nvSpPr>
        <p:spPr/>
        <p:txBody>
          <a:bodyPr/>
          <a:lstStyle>
            <a:lvl1pPr>
              <a:defRPr/>
            </a:lvl1pPr>
          </a:lstStyle>
          <a:p>
            <a:pPr>
              <a:defRPr/>
            </a:pPr>
            <a:fld id="{ED3F0627-70E9-4AD5-8830-283F4DE0E786}" type="datetimeFigureOut">
              <a:rPr lang="zh-TW" altLang="en-US"/>
              <a:pPr>
                <a:defRPr/>
              </a:pPr>
              <a:t>2014/5/23</a:t>
            </a:fld>
            <a:endParaRPr lang="zh-TW" altLang="en-US"/>
          </a:p>
        </p:txBody>
      </p:sp>
      <p:sp>
        <p:nvSpPr>
          <p:cNvPr id="8" name="頁尾版面配置區 4"/>
          <p:cNvSpPr>
            <a:spLocks noGrp="1"/>
          </p:cNvSpPr>
          <p:nvPr>
            <p:ph type="ftr" sz="quarter" idx="11"/>
          </p:nvPr>
        </p:nvSpPr>
        <p:spPr/>
        <p:txBody>
          <a:bodyPr/>
          <a:lstStyle>
            <a:lvl1pPr>
              <a:defRPr/>
            </a:lvl1pPr>
          </a:lstStyle>
          <a:p>
            <a:pPr>
              <a:defRPr/>
            </a:pPr>
            <a:endParaRPr lang="zh-TW" altLang="en-US"/>
          </a:p>
        </p:txBody>
      </p:sp>
      <p:sp>
        <p:nvSpPr>
          <p:cNvPr id="9" name="投影片編號版面配置區 5"/>
          <p:cNvSpPr>
            <a:spLocks noGrp="1"/>
          </p:cNvSpPr>
          <p:nvPr>
            <p:ph type="sldNum" sz="quarter" idx="12"/>
          </p:nvPr>
        </p:nvSpPr>
        <p:spPr/>
        <p:txBody>
          <a:bodyPr/>
          <a:lstStyle>
            <a:lvl1pPr>
              <a:defRPr/>
            </a:lvl1pPr>
          </a:lstStyle>
          <a:p>
            <a:pPr>
              <a:defRPr/>
            </a:pPr>
            <a:fld id="{F6B1C160-0BBE-45DF-B1A3-A071A595EF68}" type="slidenum">
              <a:rPr lang="zh-TW" altLang="en-US"/>
              <a:pPr>
                <a:defRPr/>
              </a:pPr>
              <a:t>‹#›</a:t>
            </a:fld>
            <a:endParaRPr lang="zh-TW" altLang="en-US"/>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日期版面配置區 3"/>
          <p:cNvSpPr>
            <a:spLocks noGrp="1"/>
          </p:cNvSpPr>
          <p:nvPr>
            <p:ph type="dt" sz="half" idx="10"/>
          </p:nvPr>
        </p:nvSpPr>
        <p:spPr/>
        <p:txBody>
          <a:bodyPr/>
          <a:lstStyle>
            <a:lvl1pPr>
              <a:defRPr/>
            </a:lvl1pPr>
          </a:lstStyle>
          <a:p>
            <a:pPr>
              <a:defRPr/>
            </a:pPr>
            <a:fld id="{B14627C6-03C5-4B21-8AB4-8030A01D4DB8}" type="datetimeFigureOut">
              <a:rPr lang="zh-TW" altLang="en-US"/>
              <a:pPr>
                <a:defRPr/>
              </a:pPr>
              <a:t>2014/5/23</a:t>
            </a:fld>
            <a:endParaRPr lang="zh-TW" altLang="en-US"/>
          </a:p>
        </p:txBody>
      </p:sp>
      <p:sp>
        <p:nvSpPr>
          <p:cNvPr id="4" name="頁尾版面配置區 4"/>
          <p:cNvSpPr>
            <a:spLocks noGrp="1"/>
          </p:cNvSpPr>
          <p:nvPr>
            <p:ph type="ftr" sz="quarter" idx="11"/>
          </p:nvPr>
        </p:nvSpPr>
        <p:spPr/>
        <p:txBody>
          <a:bodyPr/>
          <a:lstStyle>
            <a:lvl1pPr>
              <a:defRPr/>
            </a:lvl1pPr>
          </a:lstStyle>
          <a:p>
            <a:pPr>
              <a:defRPr/>
            </a:pPr>
            <a:endParaRPr lang="zh-TW" altLang="en-US"/>
          </a:p>
        </p:txBody>
      </p:sp>
      <p:sp>
        <p:nvSpPr>
          <p:cNvPr id="5" name="投影片編號版面配置區 5"/>
          <p:cNvSpPr>
            <a:spLocks noGrp="1"/>
          </p:cNvSpPr>
          <p:nvPr>
            <p:ph type="sldNum" sz="quarter" idx="12"/>
          </p:nvPr>
        </p:nvSpPr>
        <p:spPr/>
        <p:txBody>
          <a:bodyPr/>
          <a:lstStyle>
            <a:lvl1pPr>
              <a:defRPr/>
            </a:lvl1pPr>
          </a:lstStyle>
          <a:p>
            <a:pPr>
              <a:defRPr/>
            </a:pPr>
            <a:fld id="{929526AC-55B6-4D26-A175-5FE620B414EA}" type="slidenum">
              <a:rPr lang="zh-TW" altLang="en-US"/>
              <a:pPr>
                <a:defRPr/>
              </a:pPr>
              <a:t>‹#›</a:t>
            </a:fld>
            <a:endParaRPr lang="zh-TW" altLang="en-US"/>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3"/>
          <p:cNvSpPr>
            <a:spLocks noGrp="1"/>
          </p:cNvSpPr>
          <p:nvPr>
            <p:ph type="dt" sz="half" idx="10"/>
          </p:nvPr>
        </p:nvSpPr>
        <p:spPr/>
        <p:txBody>
          <a:bodyPr/>
          <a:lstStyle>
            <a:lvl1pPr>
              <a:defRPr/>
            </a:lvl1pPr>
          </a:lstStyle>
          <a:p>
            <a:pPr>
              <a:defRPr/>
            </a:pPr>
            <a:fld id="{DFAA0F0A-8D0C-4E4A-A84D-868A737CC986}" type="datetimeFigureOut">
              <a:rPr lang="zh-TW" altLang="en-US"/>
              <a:pPr>
                <a:defRPr/>
              </a:pPr>
              <a:t>2014/5/23</a:t>
            </a:fld>
            <a:endParaRPr lang="zh-TW" altLang="en-US"/>
          </a:p>
        </p:txBody>
      </p:sp>
      <p:sp>
        <p:nvSpPr>
          <p:cNvPr id="3" name="頁尾版面配置區 4"/>
          <p:cNvSpPr>
            <a:spLocks noGrp="1"/>
          </p:cNvSpPr>
          <p:nvPr>
            <p:ph type="ftr" sz="quarter" idx="11"/>
          </p:nvPr>
        </p:nvSpPr>
        <p:spPr/>
        <p:txBody>
          <a:bodyPr/>
          <a:lstStyle>
            <a:lvl1pPr>
              <a:defRPr/>
            </a:lvl1pPr>
          </a:lstStyle>
          <a:p>
            <a:pPr>
              <a:defRPr/>
            </a:pPr>
            <a:endParaRPr lang="zh-TW" altLang="en-US"/>
          </a:p>
        </p:txBody>
      </p:sp>
      <p:sp>
        <p:nvSpPr>
          <p:cNvPr id="4" name="投影片編號版面配置區 5"/>
          <p:cNvSpPr>
            <a:spLocks noGrp="1"/>
          </p:cNvSpPr>
          <p:nvPr>
            <p:ph type="sldNum" sz="quarter" idx="12"/>
          </p:nvPr>
        </p:nvSpPr>
        <p:spPr/>
        <p:txBody>
          <a:bodyPr/>
          <a:lstStyle>
            <a:lvl1pPr>
              <a:defRPr/>
            </a:lvl1pPr>
          </a:lstStyle>
          <a:p>
            <a:pPr>
              <a:defRPr/>
            </a:pPr>
            <a:fld id="{701B4BDA-3458-4BE7-8A08-F352C067AEE0}" type="slidenum">
              <a:rPr lang="zh-TW" altLang="en-US"/>
              <a:pPr>
                <a:defRPr/>
              </a:pPr>
              <a:t>‹#›</a:t>
            </a:fld>
            <a:endParaRPr lang="zh-TW" altLang="en-US"/>
          </a:p>
        </p:txBody>
      </p:sp>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nchor="b"/>
          <a:lstStyle>
            <a:lvl1pPr algn="l">
              <a:defRPr sz="2000" b="1"/>
            </a:lvl1pPr>
          </a:lstStyle>
          <a:p>
            <a:r>
              <a:rPr lang="zh-TW" altLang="en-US" smtClean="0"/>
              <a:t>按一下以編輯母片標題樣式</a:t>
            </a:r>
            <a:endParaRPr lang="zh-TW" altLang="en-US"/>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3"/>
          <p:cNvSpPr>
            <a:spLocks noGrp="1"/>
          </p:cNvSpPr>
          <p:nvPr>
            <p:ph type="dt" sz="half" idx="10"/>
          </p:nvPr>
        </p:nvSpPr>
        <p:spPr/>
        <p:txBody>
          <a:bodyPr/>
          <a:lstStyle>
            <a:lvl1pPr>
              <a:defRPr/>
            </a:lvl1pPr>
          </a:lstStyle>
          <a:p>
            <a:pPr>
              <a:defRPr/>
            </a:pPr>
            <a:fld id="{FEDCDAA0-275E-479D-947E-CAF9CCC8AF5A}" type="datetimeFigureOut">
              <a:rPr lang="zh-TW" altLang="en-US"/>
              <a:pPr>
                <a:defRPr/>
              </a:pPr>
              <a:t>2014/5/23</a:t>
            </a:fld>
            <a:endParaRPr lang="zh-TW" altLang="en-US"/>
          </a:p>
        </p:txBody>
      </p:sp>
      <p:sp>
        <p:nvSpPr>
          <p:cNvPr id="6" name="頁尾版面配置區 4"/>
          <p:cNvSpPr>
            <a:spLocks noGrp="1"/>
          </p:cNvSpPr>
          <p:nvPr>
            <p:ph type="ftr" sz="quarter" idx="11"/>
          </p:nvPr>
        </p:nvSpPr>
        <p:spPr/>
        <p:txBody>
          <a:bodyPr/>
          <a:lstStyle>
            <a:lvl1pPr>
              <a:defRPr/>
            </a:lvl1pPr>
          </a:lstStyle>
          <a:p>
            <a:pPr>
              <a:defRPr/>
            </a:pPr>
            <a:endParaRPr lang="zh-TW" altLang="en-US"/>
          </a:p>
        </p:txBody>
      </p:sp>
      <p:sp>
        <p:nvSpPr>
          <p:cNvPr id="7" name="投影片編號版面配置區 5"/>
          <p:cNvSpPr>
            <a:spLocks noGrp="1"/>
          </p:cNvSpPr>
          <p:nvPr>
            <p:ph type="sldNum" sz="quarter" idx="12"/>
          </p:nvPr>
        </p:nvSpPr>
        <p:spPr/>
        <p:txBody>
          <a:bodyPr/>
          <a:lstStyle>
            <a:lvl1pPr>
              <a:defRPr/>
            </a:lvl1pPr>
          </a:lstStyle>
          <a:p>
            <a:pPr>
              <a:defRPr/>
            </a:pPr>
            <a:fld id="{B044EB7A-A90A-4A69-AE31-54A3BFB58DC6}" type="slidenum">
              <a:rPr lang="zh-TW" altLang="en-US"/>
              <a:pPr>
                <a:defRPr/>
              </a:pPr>
              <a:t>‹#›</a:t>
            </a:fld>
            <a:endParaRPr lang="zh-TW" altLang="en-US"/>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2000" b="1"/>
            </a:lvl1pPr>
          </a:lstStyle>
          <a:p>
            <a:r>
              <a:rPr lang="zh-TW" altLang="en-US" smtClean="0"/>
              <a:t>按一下以編輯母片標題樣式</a:t>
            </a:r>
            <a:endParaRPr lang="zh-TW" altLang="en-US"/>
          </a:p>
        </p:txBody>
      </p:sp>
      <p:sp>
        <p:nvSpPr>
          <p:cNvPr id="3" name="圖片版面配置區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TW" altLang="en-US" noProof="0"/>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3"/>
          <p:cNvSpPr>
            <a:spLocks noGrp="1"/>
          </p:cNvSpPr>
          <p:nvPr>
            <p:ph type="dt" sz="half" idx="10"/>
          </p:nvPr>
        </p:nvSpPr>
        <p:spPr/>
        <p:txBody>
          <a:bodyPr/>
          <a:lstStyle>
            <a:lvl1pPr>
              <a:defRPr/>
            </a:lvl1pPr>
          </a:lstStyle>
          <a:p>
            <a:pPr>
              <a:defRPr/>
            </a:pPr>
            <a:fld id="{5F98C97E-8435-41F8-9B44-6620E1D1A492}" type="datetimeFigureOut">
              <a:rPr lang="zh-TW" altLang="en-US"/>
              <a:pPr>
                <a:defRPr/>
              </a:pPr>
              <a:t>2014/5/23</a:t>
            </a:fld>
            <a:endParaRPr lang="zh-TW" altLang="en-US"/>
          </a:p>
        </p:txBody>
      </p:sp>
      <p:sp>
        <p:nvSpPr>
          <p:cNvPr id="6" name="頁尾版面配置區 4"/>
          <p:cNvSpPr>
            <a:spLocks noGrp="1"/>
          </p:cNvSpPr>
          <p:nvPr>
            <p:ph type="ftr" sz="quarter" idx="11"/>
          </p:nvPr>
        </p:nvSpPr>
        <p:spPr/>
        <p:txBody>
          <a:bodyPr/>
          <a:lstStyle>
            <a:lvl1pPr>
              <a:defRPr/>
            </a:lvl1pPr>
          </a:lstStyle>
          <a:p>
            <a:pPr>
              <a:defRPr/>
            </a:pPr>
            <a:endParaRPr lang="zh-TW" altLang="en-US"/>
          </a:p>
        </p:txBody>
      </p:sp>
      <p:sp>
        <p:nvSpPr>
          <p:cNvPr id="7" name="投影片編號版面配置區 5"/>
          <p:cNvSpPr>
            <a:spLocks noGrp="1"/>
          </p:cNvSpPr>
          <p:nvPr>
            <p:ph type="sldNum" sz="quarter" idx="12"/>
          </p:nvPr>
        </p:nvSpPr>
        <p:spPr/>
        <p:txBody>
          <a:bodyPr/>
          <a:lstStyle>
            <a:lvl1pPr>
              <a:defRPr/>
            </a:lvl1pPr>
          </a:lstStyle>
          <a:p>
            <a:pPr>
              <a:defRPr/>
            </a:pPr>
            <a:fld id="{CC1DB0FD-42A0-4560-AEFE-DA3900D44D19}" type="slidenum">
              <a:rPr lang="zh-TW" altLang="en-US"/>
              <a:pPr>
                <a:defRPr/>
              </a:pPr>
              <a:t>‹#›</a:t>
            </a:fld>
            <a:endParaRPr lang="zh-TW" altLang="en-US"/>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lvl1pPr>
              <a:defRPr/>
            </a:lvl1pPr>
          </a:lstStyle>
          <a:p>
            <a:pPr>
              <a:defRPr/>
            </a:pPr>
            <a:fld id="{8F3D9DB4-DC8F-4AD6-91DB-EFB37D384952}" type="datetimeFigureOut">
              <a:rPr lang="zh-TW" altLang="en-US"/>
              <a:pPr>
                <a:defRPr/>
              </a:pPr>
              <a:t>2014/5/23</a:t>
            </a:fld>
            <a:endParaRPr lang="zh-TW" altLang="en-US"/>
          </a:p>
        </p:txBody>
      </p:sp>
      <p:sp>
        <p:nvSpPr>
          <p:cNvPr id="5" name="頁尾版面配置區 4"/>
          <p:cNvSpPr>
            <a:spLocks noGrp="1"/>
          </p:cNvSpPr>
          <p:nvPr>
            <p:ph type="ftr" sz="quarter" idx="11"/>
          </p:nvPr>
        </p:nvSpPr>
        <p:spPr/>
        <p:txBody>
          <a:bodyPr/>
          <a:lstStyle>
            <a:lvl1pPr>
              <a:defRPr/>
            </a:lvl1pPr>
          </a:lstStyle>
          <a:p>
            <a:pPr>
              <a:defRPr/>
            </a:pPr>
            <a:endParaRPr lang="zh-TW" altLang="en-US"/>
          </a:p>
        </p:txBody>
      </p:sp>
      <p:sp>
        <p:nvSpPr>
          <p:cNvPr id="6" name="投影片編號版面配置區 5"/>
          <p:cNvSpPr>
            <a:spLocks noGrp="1"/>
          </p:cNvSpPr>
          <p:nvPr>
            <p:ph type="sldNum" sz="quarter" idx="12"/>
          </p:nvPr>
        </p:nvSpPr>
        <p:spPr/>
        <p:txBody>
          <a:bodyPr/>
          <a:lstStyle>
            <a:lvl1pPr>
              <a:defRPr/>
            </a:lvl1pPr>
          </a:lstStyle>
          <a:p>
            <a:pPr>
              <a:defRPr/>
            </a:pPr>
            <a:fld id="{89ECAE0D-A90B-451E-89AD-97FF323C327F}" type="slidenum">
              <a:rPr lang="zh-TW" altLang="en-US"/>
              <a:pPr>
                <a:defRPr/>
              </a:pPr>
              <a:t>‹#›</a:t>
            </a:fld>
            <a:endParaRPr lang="zh-TW" altLang="en-US"/>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274638"/>
            <a:ext cx="2057400" cy="5851525"/>
          </a:xfrm>
        </p:spPr>
        <p:txBody>
          <a:bodyPr vert="eaVert"/>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457200" y="274638"/>
            <a:ext cx="6019800" cy="5851525"/>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lvl1pPr>
              <a:defRPr/>
            </a:lvl1pPr>
          </a:lstStyle>
          <a:p>
            <a:pPr>
              <a:defRPr/>
            </a:pPr>
            <a:fld id="{B8D1B4FE-8405-4C98-8568-06991CE717F4}" type="datetimeFigureOut">
              <a:rPr lang="zh-TW" altLang="en-US"/>
              <a:pPr>
                <a:defRPr/>
              </a:pPr>
              <a:t>2014/5/23</a:t>
            </a:fld>
            <a:endParaRPr lang="zh-TW" altLang="en-US"/>
          </a:p>
        </p:txBody>
      </p:sp>
      <p:sp>
        <p:nvSpPr>
          <p:cNvPr id="5" name="頁尾版面配置區 4"/>
          <p:cNvSpPr>
            <a:spLocks noGrp="1"/>
          </p:cNvSpPr>
          <p:nvPr>
            <p:ph type="ftr" sz="quarter" idx="11"/>
          </p:nvPr>
        </p:nvSpPr>
        <p:spPr/>
        <p:txBody>
          <a:bodyPr/>
          <a:lstStyle>
            <a:lvl1pPr>
              <a:defRPr/>
            </a:lvl1pPr>
          </a:lstStyle>
          <a:p>
            <a:pPr>
              <a:defRPr/>
            </a:pPr>
            <a:endParaRPr lang="zh-TW" altLang="en-US"/>
          </a:p>
        </p:txBody>
      </p:sp>
      <p:sp>
        <p:nvSpPr>
          <p:cNvPr id="6" name="投影片編號版面配置區 5"/>
          <p:cNvSpPr>
            <a:spLocks noGrp="1"/>
          </p:cNvSpPr>
          <p:nvPr>
            <p:ph type="sldNum" sz="quarter" idx="12"/>
          </p:nvPr>
        </p:nvSpPr>
        <p:spPr/>
        <p:txBody>
          <a:bodyPr/>
          <a:lstStyle>
            <a:lvl1pPr>
              <a:defRPr/>
            </a:lvl1pPr>
          </a:lstStyle>
          <a:p>
            <a:pPr>
              <a:defRPr/>
            </a:pPr>
            <a:fld id="{2FF9114D-91F0-4BC2-ABF1-F7532EA9B1B7}" type="slidenum">
              <a:rPr lang="zh-TW" altLang="en-US"/>
              <a:pPr>
                <a:defRPr/>
              </a:pPr>
              <a:t>‹#›</a:t>
            </a:fld>
            <a:endParaRPr lang="zh-TW" altLang="en-US"/>
          </a:p>
        </p:txBody>
      </p:sp>
    </p:spTree>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cSld name="標題，文字及兩項物件">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1143000"/>
          </a:xfrm>
        </p:spPr>
        <p:txBody>
          <a:bodyPr/>
          <a:lstStyle/>
          <a:p>
            <a:r>
              <a:rPr lang="zh-TW" altLang="en-US" smtClean="0"/>
              <a:t>按一下以編輯母片標題樣式</a:t>
            </a:r>
            <a:endParaRPr lang="zh-TW" altLang="en-US"/>
          </a:p>
        </p:txBody>
      </p:sp>
      <p:sp>
        <p:nvSpPr>
          <p:cNvPr id="3" name="文字版面配置區 2"/>
          <p:cNvSpPr>
            <a:spLocks noGrp="1"/>
          </p:cNvSpPr>
          <p:nvPr>
            <p:ph type="body" sz="half" idx="1"/>
          </p:nvPr>
        </p:nvSpPr>
        <p:spPr>
          <a:xfrm>
            <a:off x="457200" y="1600200"/>
            <a:ext cx="4038600" cy="4525963"/>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quarter" idx="2"/>
          </p:nvPr>
        </p:nvSpPr>
        <p:spPr>
          <a:xfrm>
            <a:off x="4648200" y="1600200"/>
            <a:ext cx="4038600" cy="2185988"/>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內容版面配置區 4"/>
          <p:cNvSpPr>
            <a:spLocks noGrp="1"/>
          </p:cNvSpPr>
          <p:nvPr>
            <p:ph sz="quarter" idx="3"/>
          </p:nvPr>
        </p:nvSpPr>
        <p:spPr>
          <a:xfrm>
            <a:off x="4648200" y="3938588"/>
            <a:ext cx="4038600" cy="2187575"/>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6" name="Rectangle 4"/>
          <p:cNvSpPr>
            <a:spLocks noGrp="1" noChangeArrowheads="1"/>
          </p:cNvSpPr>
          <p:nvPr>
            <p:ph type="dt" sz="half" idx="10"/>
          </p:nvPr>
        </p:nvSpPr>
        <p:spPr/>
        <p:txBody>
          <a:bodyPr/>
          <a:lstStyle>
            <a:lvl1pPr>
              <a:defRPr/>
            </a:lvl1pPr>
          </a:lstStyle>
          <a:p>
            <a:pPr>
              <a:defRPr/>
            </a:pPr>
            <a:endParaRPr lang="en-US" altLang="zh-TW"/>
          </a:p>
        </p:txBody>
      </p:sp>
      <p:sp>
        <p:nvSpPr>
          <p:cNvPr id="7" name="Rectangle 5"/>
          <p:cNvSpPr>
            <a:spLocks noGrp="1" noChangeArrowheads="1"/>
          </p:cNvSpPr>
          <p:nvPr>
            <p:ph type="ftr" sz="quarter" idx="11"/>
          </p:nvPr>
        </p:nvSpPr>
        <p:spPr/>
        <p:txBody>
          <a:bodyPr/>
          <a:lstStyle>
            <a:lvl1pPr>
              <a:defRPr/>
            </a:lvl1pPr>
          </a:lstStyle>
          <a:p>
            <a:pPr>
              <a:defRPr/>
            </a:pPr>
            <a:endParaRPr lang="en-US" altLang="zh-TW"/>
          </a:p>
        </p:txBody>
      </p:sp>
      <p:sp>
        <p:nvSpPr>
          <p:cNvPr id="8" name="Rectangle 6"/>
          <p:cNvSpPr>
            <a:spLocks noGrp="1" noChangeArrowheads="1"/>
          </p:cNvSpPr>
          <p:nvPr>
            <p:ph type="sldNum" sz="quarter" idx="12"/>
          </p:nvPr>
        </p:nvSpPr>
        <p:spPr/>
        <p:txBody>
          <a:bodyPr/>
          <a:lstStyle>
            <a:lvl1pPr>
              <a:defRPr/>
            </a:lvl1pPr>
          </a:lstStyle>
          <a:p>
            <a:pPr>
              <a:defRPr/>
            </a:pPr>
            <a:fld id="{4F3CFBF7-2EC0-41F7-8E28-0E64E9838183}" type="slidenum">
              <a:rPr lang="en-US" altLang="zh-TW"/>
              <a:pPr>
                <a:defRPr/>
              </a:pPr>
              <a:t>‹#›</a:t>
            </a:fld>
            <a:endParaRPr lang="en-US" altLang="zh-TW"/>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cSld name="標題，文字及物件">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1143000"/>
          </a:xfrm>
        </p:spPr>
        <p:txBody>
          <a:bodyPr/>
          <a:lstStyle/>
          <a:p>
            <a:r>
              <a:rPr lang="zh-TW" altLang="en-US" smtClean="0"/>
              <a:t>按一下以編輯母片標題樣式</a:t>
            </a:r>
            <a:endParaRPr lang="zh-TW" altLang="en-US"/>
          </a:p>
        </p:txBody>
      </p:sp>
      <p:sp>
        <p:nvSpPr>
          <p:cNvPr id="3" name="文字版面配置區 2"/>
          <p:cNvSpPr>
            <a:spLocks noGrp="1"/>
          </p:cNvSpPr>
          <p:nvPr>
            <p:ph type="body" sz="half" idx="1"/>
          </p:nvPr>
        </p:nvSpPr>
        <p:spPr>
          <a:xfrm>
            <a:off x="457200" y="1600200"/>
            <a:ext cx="4038600" cy="4525963"/>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4648200" y="1600200"/>
            <a:ext cx="4038600" cy="4525963"/>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Rectangle 4"/>
          <p:cNvSpPr>
            <a:spLocks noGrp="1" noChangeArrowheads="1"/>
          </p:cNvSpPr>
          <p:nvPr>
            <p:ph type="dt" sz="half" idx="10"/>
          </p:nvPr>
        </p:nvSpPr>
        <p:spPr/>
        <p:txBody>
          <a:bodyPr/>
          <a:lstStyle>
            <a:lvl1pPr>
              <a:defRPr/>
            </a:lvl1pPr>
          </a:lstStyle>
          <a:p>
            <a:pPr>
              <a:defRPr/>
            </a:pPr>
            <a:endParaRPr lang="en-US" altLang="zh-TW"/>
          </a:p>
        </p:txBody>
      </p:sp>
      <p:sp>
        <p:nvSpPr>
          <p:cNvPr id="6" name="Rectangle 5"/>
          <p:cNvSpPr>
            <a:spLocks noGrp="1" noChangeArrowheads="1"/>
          </p:cNvSpPr>
          <p:nvPr>
            <p:ph type="ftr" sz="quarter" idx="11"/>
          </p:nvPr>
        </p:nvSpPr>
        <p:spPr/>
        <p:txBody>
          <a:bodyPr/>
          <a:lstStyle>
            <a:lvl1pPr>
              <a:defRPr/>
            </a:lvl1pPr>
          </a:lstStyle>
          <a:p>
            <a:pPr>
              <a:defRPr/>
            </a:pPr>
            <a:endParaRPr lang="en-US" altLang="zh-TW"/>
          </a:p>
        </p:txBody>
      </p:sp>
      <p:sp>
        <p:nvSpPr>
          <p:cNvPr id="7" name="Rectangle 6"/>
          <p:cNvSpPr>
            <a:spLocks noGrp="1" noChangeArrowheads="1"/>
          </p:cNvSpPr>
          <p:nvPr>
            <p:ph type="sldNum" sz="quarter" idx="12"/>
          </p:nvPr>
        </p:nvSpPr>
        <p:spPr/>
        <p:txBody>
          <a:bodyPr/>
          <a:lstStyle>
            <a:lvl1pPr>
              <a:defRPr/>
            </a:lvl1pPr>
          </a:lstStyle>
          <a:p>
            <a:pPr>
              <a:defRPr/>
            </a:pPr>
            <a:fld id="{9A84E6FE-28F9-40D1-8127-A348038C91E2}" type="slidenum">
              <a:rPr lang="en-US" altLang="zh-TW"/>
              <a:pPr>
                <a:defRPr/>
              </a:pPr>
              <a:t>‹#›</a:t>
            </a:fld>
            <a:endParaRPr lang="en-US" altLang="zh-TW"/>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130425"/>
            <a:ext cx="7772400" cy="1470025"/>
          </a:xfrm>
        </p:spPr>
        <p:txBody>
          <a:bodyPr/>
          <a:lstStyle/>
          <a:p>
            <a:r>
              <a:rPr lang="zh-TW" altLang="en-US" smtClean="0"/>
              <a:t>按一下以編輯母片標題樣式</a:t>
            </a:r>
            <a:endParaRPr lang="zh-TW" altLang="en-US"/>
          </a:p>
        </p:txBody>
      </p:sp>
      <p:sp>
        <p:nvSpPr>
          <p:cNvPr id="3" name="副標題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smtClean="0"/>
              <a:t>按一下以編輯母片副標題樣式</a:t>
            </a:r>
            <a:endParaRPr lang="zh-TW" altLang="en-US"/>
          </a:p>
        </p:txBody>
      </p:sp>
      <p:sp>
        <p:nvSpPr>
          <p:cNvPr id="4" name="日期版面配置區 3"/>
          <p:cNvSpPr>
            <a:spLocks noGrp="1"/>
          </p:cNvSpPr>
          <p:nvPr>
            <p:ph type="dt" sz="half" idx="10"/>
          </p:nvPr>
        </p:nvSpPr>
        <p:spPr/>
        <p:txBody>
          <a:bodyPr/>
          <a:lstStyle>
            <a:lvl1pPr>
              <a:defRPr/>
            </a:lvl1pPr>
          </a:lstStyle>
          <a:p>
            <a:pPr>
              <a:defRPr/>
            </a:pPr>
            <a:fld id="{CB3AE95B-E576-4623-8D03-E270DADD6538}" type="datetimeFigureOut">
              <a:rPr lang="zh-TW" altLang="en-US"/>
              <a:pPr>
                <a:defRPr/>
              </a:pPr>
              <a:t>2014/5/23</a:t>
            </a:fld>
            <a:endParaRPr lang="zh-TW" altLang="en-US"/>
          </a:p>
        </p:txBody>
      </p:sp>
      <p:sp>
        <p:nvSpPr>
          <p:cNvPr id="5" name="頁尾版面配置區 4"/>
          <p:cNvSpPr>
            <a:spLocks noGrp="1"/>
          </p:cNvSpPr>
          <p:nvPr>
            <p:ph type="ftr" sz="quarter" idx="11"/>
          </p:nvPr>
        </p:nvSpPr>
        <p:spPr/>
        <p:txBody>
          <a:bodyPr/>
          <a:lstStyle>
            <a:lvl1pPr>
              <a:defRPr/>
            </a:lvl1pPr>
          </a:lstStyle>
          <a:p>
            <a:pPr>
              <a:defRPr/>
            </a:pPr>
            <a:endParaRPr lang="zh-TW" altLang="en-US"/>
          </a:p>
        </p:txBody>
      </p:sp>
      <p:sp>
        <p:nvSpPr>
          <p:cNvPr id="6" name="投影片編號版面配置區 5"/>
          <p:cNvSpPr>
            <a:spLocks noGrp="1"/>
          </p:cNvSpPr>
          <p:nvPr>
            <p:ph type="sldNum" sz="quarter" idx="12"/>
          </p:nvPr>
        </p:nvSpPr>
        <p:spPr/>
        <p:txBody>
          <a:bodyPr/>
          <a:lstStyle>
            <a:lvl1pPr>
              <a:defRPr/>
            </a:lvl1pPr>
          </a:lstStyle>
          <a:p>
            <a:pPr>
              <a:defRPr/>
            </a:pPr>
            <a:fld id="{84B58887-AA1F-48C6-AF93-A3734E7D69DF}" type="slidenum">
              <a:rPr lang="zh-TW" altLang="en-US"/>
              <a:pPr>
                <a:defRPr/>
              </a:pPr>
              <a:t>‹#›</a:t>
            </a:fld>
            <a:endParaRPr lang="zh-TW"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idx="1"/>
          </p:nvPr>
        </p:nvSpPr>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lvl1pPr>
              <a:defRPr/>
            </a:lvl1pPr>
          </a:lstStyle>
          <a:p>
            <a:pPr>
              <a:defRPr/>
            </a:pPr>
            <a:fld id="{C6E2C651-C491-4813-8ED6-CEBF1E2B1999}" type="datetimeFigureOut">
              <a:rPr lang="zh-TW" altLang="en-US"/>
              <a:pPr>
                <a:defRPr/>
              </a:pPr>
              <a:t>2014/5/23</a:t>
            </a:fld>
            <a:endParaRPr lang="zh-TW" altLang="en-US"/>
          </a:p>
        </p:txBody>
      </p:sp>
      <p:sp>
        <p:nvSpPr>
          <p:cNvPr id="5" name="頁尾版面配置區 4"/>
          <p:cNvSpPr>
            <a:spLocks noGrp="1"/>
          </p:cNvSpPr>
          <p:nvPr>
            <p:ph type="ftr" sz="quarter" idx="11"/>
          </p:nvPr>
        </p:nvSpPr>
        <p:spPr/>
        <p:txBody>
          <a:bodyPr/>
          <a:lstStyle>
            <a:lvl1pPr>
              <a:defRPr/>
            </a:lvl1pPr>
          </a:lstStyle>
          <a:p>
            <a:pPr>
              <a:defRPr/>
            </a:pPr>
            <a:endParaRPr lang="zh-TW" altLang="en-US"/>
          </a:p>
        </p:txBody>
      </p:sp>
      <p:sp>
        <p:nvSpPr>
          <p:cNvPr id="6" name="投影片編號版面配置區 5"/>
          <p:cNvSpPr>
            <a:spLocks noGrp="1"/>
          </p:cNvSpPr>
          <p:nvPr>
            <p:ph type="sldNum" sz="quarter" idx="12"/>
          </p:nvPr>
        </p:nvSpPr>
        <p:spPr/>
        <p:txBody>
          <a:bodyPr/>
          <a:lstStyle>
            <a:lvl1pPr>
              <a:defRPr/>
            </a:lvl1pPr>
          </a:lstStyle>
          <a:p>
            <a:pPr>
              <a:defRPr/>
            </a:pPr>
            <a:fld id="{866D8AB0-3E86-4EBE-9449-1838B0FE189E}" type="slidenum">
              <a:rPr lang="zh-TW" altLang="en-US"/>
              <a:pPr>
                <a:defRPr/>
              </a:pPr>
              <a:t>‹#›</a:t>
            </a:fld>
            <a:endParaRPr lang="zh-TW"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smtClean="0"/>
              <a:t>按一下以編輯母片文字樣式</a:t>
            </a:r>
          </a:p>
        </p:txBody>
      </p:sp>
      <p:sp>
        <p:nvSpPr>
          <p:cNvPr id="4" name="日期版面配置區 3"/>
          <p:cNvSpPr>
            <a:spLocks noGrp="1"/>
          </p:cNvSpPr>
          <p:nvPr>
            <p:ph type="dt" sz="half" idx="10"/>
          </p:nvPr>
        </p:nvSpPr>
        <p:spPr/>
        <p:txBody>
          <a:bodyPr/>
          <a:lstStyle>
            <a:lvl1pPr>
              <a:defRPr/>
            </a:lvl1pPr>
          </a:lstStyle>
          <a:p>
            <a:pPr>
              <a:defRPr/>
            </a:pPr>
            <a:fld id="{30312EAF-A9B6-4DEA-9D92-EDA65BD8494A}" type="datetimeFigureOut">
              <a:rPr lang="zh-TW" altLang="en-US"/>
              <a:pPr>
                <a:defRPr/>
              </a:pPr>
              <a:t>2014/5/23</a:t>
            </a:fld>
            <a:endParaRPr lang="zh-TW" altLang="en-US"/>
          </a:p>
        </p:txBody>
      </p:sp>
      <p:sp>
        <p:nvSpPr>
          <p:cNvPr id="5" name="頁尾版面配置區 4"/>
          <p:cNvSpPr>
            <a:spLocks noGrp="1"/>
          </p:cNvSpPr>
          <p:nvPr>
            <p:ph type="ftr" sz="quarter" idx="11"/>
          </p:nvPr>
        </p:nvSpPr>
        <p:spPr/>
        <p:txBody>
          <a:bodyPr/>
          <a:lstStyle>
            <a:lvl1pPr>
              <a:defRPr/>
            </a:lvl1pPr>
          </a:lstStyle>
          <a:p>
            <a:pPr>
              <a:defRPr/>
            </a:pPr>
            <a:endParaRPr lang="zh-TW" altLang="en-US"/>
          </a:p>
        </p:txBody>
      </p:sp>
      <p:sp>
        <p:nvSpPr>
          <p:cNvPr id="6" name="投影片編號版面配置區 5"/>
          <p:cNvSpPr>
            <a:spLocks noGrp="1"/>
          </p:cNvSpPr>
          <p:nvPr>
            <p:ph type="sldNum" sz="quarter" idx="12"/>
          </p:nvPr>
        </p:nvSpPr>
        <p:spPr/>
        <p:txBody>
          <a:bodyPr/>
          <a:lstStyle>
            <a:lvl1pPr>
              <a:defRPr/>
            </a:lvl1pPr>
          </a:lstStyle>
          <a:p>
            <a:pPr>
              <a:defRPr/>
            </a:pPr>
            <a:fld id="{130C0F1E-9DF1-42CE-9D4E-12290E50D2CD}" type="slidenum">
              <a:rPr lang="zh-TW" altLang="en-US"/>
              <a:pPr>
                <a:defRPr/>
              </a:pPr>
              <a:t>‹#›</a:t>
            </a:fld>
            <a:endParaRPr lang="zh-TW"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日期版面配置區 3"/>
          <p:cNvSpPr>
            <a:spLocks noGrp="1"/>
          </p:cNvSpPr>
          <p:nvPr>
            <p:ph type="dt" sz="half" idx="10"/>
          </p:nvPr>
        </p:nvSpPr>
        <p:spPr/>
        <p:txBody>
          <a:bodyPr/>
          <a:lstStyle>
            <a:lvl1pPr>
              <a:defRPr/>
            </a:lvl1pPr>
          </a:lstStyle>
          <a:p>
            <a:pPr>
              <a:defRPr/>
            </a:pPr>
            <a:fld id="{950284BC-B260-4184-BA5E-05CF4AC1526C}" type="datetimeFigureOut">
              <a:rPr lang="zh-TW" altLang="en-US"/>
              <a:pPr>
                <a:defRPr/>
              </a:pPr>
              <a:t>2014/5/23</a:t>
            </a:fld>
            <a:endParaRPr lang="zh-TW" altLang="en-US"/>
          </a:p>
        </p:txBody>
      </p:sp>
      <p:sp>
        <p:nvSpPr>
          <p:cNvPr id="6" name="頁尾版面配置區 4"/>
          <p:cNvSpPr>
            <a:spLocks noGrp="1"/>
          </p:cNvSpPr>
          <p:nvPr>
            <p:ph type="ftr" sz="quarter" idx="11"/>
          </p:nvPr>
        </p:nvSpPr>
        <p:spPr/>
        <p:txBody>
          <a:bodyPr/>
          <a:lstStyle>
            <a:lvl1pPr>
              <a:defRPr/>
            </a:lvl1pPr>
          </a:lstStyle>
          <a:p>
            <a:pPr>
              <a:defRPr/>
            </a:pPr>
            <a:endParaRPr lang="zh-TW" altLang="en-US"/>
          </a:p>
        </p:txBody>
      </p:sp>
      <p:sp>
        <p:nvSpPr>
          <p:cNvPr id="7" name="投影片編號版面配置區 5"/>
          <p:cNvSpPr>
            <a:spLocks noGrp="1"/>
          </p:cNvSpPr>
          <p:nvPr>
            <p:ph type="sldNum" sz="quarter" idx="12"/>
          </p:nvPr>
        </p:nvSpPr>
        <p:spPr/>
        <p:txBody>
          <a:bodyPr/>
          <a:lstStyle>
            <a:lvl1pPr>
              <a:defRPr/>
            </a:lvl1pPr>
          </a:lstStyle>
          <a:p>
            <a:pPr>
              <a:defRPr/>
            </a:pPr>
            <a:fld id="{53C051D8-39AF-4ADC-A803-3031FDB5C8DC}" type="slidenum">
              <a:rPr lang="zh-TW" altLang="en-US"/>
              <a:pPr>
                <a:defRPr/>
              </a:pPr>
              <a:t>‹#›</a:t>
            </a:fld>
            <a:endParaRPr lang="zh-TW"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7" name="日期版面配置區 3"/>
          <p:cNvSpPr>
            <a:spLocks noGrp="1"/>
          </p:cNvSpPr>
          <p:nvPr>
            <p:ph type="dt" sz="half" idx="10"/>
          </p:nvPr>
        </p:nvSpPr>
        <p:spPr/>
        <p:txBody>
          <a:bodyPr/>
          <a:lstStyle>
            <a:lvl1pPr>
              <a:defRPr/>
            </a:lvl1pPr>
          </a:lstStyle>
          <a:p>
            <a:pPr>
              <a:defRPr/>
            </a:pPr>
            <a:fld id="{B6198086-EB72-4495-B0F5-66AE720B3FD1}" type="datetimeFigureOut">
              <a:rPr lang="zh-TW" altLang="en-US"/>
              <a:pPr>
                <a:defRPr/>
              </a:pPr>
              <a:t>2014/5/23</a:t>
            </a:fld>
            <a:endParaRPr lang="zh-TW" altLang="en-US"/>
          </a:p>
        </p:txBody>
      </p:sp>
      <p:sp>
        <p:nvSpPr>
          <p:cNvPr id="8" name="頁尾版面配置區 4"/>
          <p:cNvSpPr>
            <a:spLocks noGrp="1"/>
          </p:cNvSpPr>
          <p:nvPr>
            <p:ph type="ftr" sz="quarter" idx="11"/>
          </p:nvPr>
        </p:nvSpPr>
        <p:spPr/>
        <p:txBody>
          <a:bodyPr/>
          <a:lstStyle>
            <a:lvl1pPr>
              <a:defRPr/>
            </a:lvl1pPr>
          </a:lstStyle>
          <a:p>
            <a:pPr>
              <a:defRPr/>
            </a:pPr>
            <a:endParaRPr lang="zh-TW" altLang="en-US"/>
          </a:p>
        </p:txBody>
      </p:sp>
      <p:sp>
        <p:nvSpPr>
          <p:cNvPr id="9" name="投影片編號版面配置區 5"/>
          <p:cNvSpPr>
            <a:spLocks noGrp="1"/>
          </p:cNvSpPr>
          <p:nvPr>
            <p:ph type="sldNum" sz="quarter" idx="12"/>
          </p:nvPr>
        </p:nvSpPr>
        <p:spPr/>
        <p:txBody>
          <a:bodyPr/>
          <a:lstStyle>
            <a:lvl1pPr>
              <a:defRPr/>
            </a:lvl1pPr>
          </a:lstStyle>
          <a:p>
            <a:pPr>
              <a:defRPr/>
            </a:pPr>
            <a:fld id="{60EBC312-A817-4AB7-91F2-AD0325DC1116}" type="slidenum">
              <a:rPr lang="zh-TW" altLang="en-US"/>
              <a:pPr>
                <a:defRPr/>
              </a:pPr>
              <a:t>‹#›</a:t>
            </a:fld>
            <a:endParaRPr lang="zh-TW"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日期版面配置區 3"/>
          <p:cNvSpPr>
            <a:spLocks noGrp="1"/>
          </p:cNvSpPr>
          <p:nvPr>
            <p:ph type="dt" sz="half" idx="10"/>
          </p:nvPr>
        </p:nvSpPr>
        <p:spPr/>
        <p:txBody>
          <a:bodyPr/>
          <a:lstStyle>
            <a:lvl1pPr>
              <a:defRPr/>
            </a:lvl1pPr>
          </a:lstStyle>
          <a:p>
            <a:pPr>
              <a:defRPr/>
            </a:pPr>
            <a:fld id="{AE782400-DA45-4469-8C12-315B6A7280AC}" type="datetimeFigureOut">
              <a:rPr lang="zh-TW" altLang="en-US"/>
              <a:pPr>
                <a:defRPr/>
              </a:pPr>
              <a:t>2014/5/23</a:t>
            </a:fld>
            <a:endParaRPr lang="zh-TW" altLang="en-US"/>
          </a:p>
        </p:txBody>
      </p:sp>
      <p:sp>
        <p:nvSpPr>
          <p:cNvPr id="4" name="頁尾版面配置區 4"/>
          <p:cNvSpPr>
            <a:spLocks noGrp="1"/>
          </p:cNvSpPr>
          <p:nvPr>
            <p:ph type="ftr" sz="quarter" idx="11"/>
          </p:nvPr>
        </p:nvSpPr>
        <p:spPr/>
        <p:txBody>
          <a:bodyPr/>
          <a:lstStyle>
            <a:lvl1pPr>
              <a:defRPr/>
            </a:lvl1pPr>
          </a:lstStyle>
          <a:p>
            <a:pPr>
              <a:defRPr/>
            </a:pPr>
            <a:endParaRPr lang="zh-TW" altLang="en-US"/>
          </a:p>
        </p:txBody>
      </p:sp>
      <p:sp>
        <p:nvSpPr>
          <p:cNvPr id="5" name="投影片編號版面配置區 5"/>
          <p:cNvSpPr>
            <a:spLocks noGrp="1"/>
          </p:cNvSpPr>
          <p:nvPr>
            <p:ph type="sldNum" sz="quarter" idx="12"/>
          </p:nvPr>
        </p:nvSpPr>
        <p:spPr/>
        <p:txBody>
          <a:bodyPr/>
          <a:lstStyle>
            <a:lvl1pPr>
              <a:defRPr/>
            </a:lvl1pPr>
          </a:lstStyle>
          <a:p>
            <a:pPr>
              <a:defRPr/>
            </a:pPr>
            <a:fld id="{A01E4FDA-75D0-4C0A-BC41-D50D4D27B737}" type="slidenum">
              <a:rPr lang="zh-TW" altLang="en-US"/>
              <a:pPr>
                <a:defRPr/>
              </a:pPr>
              <a:t>‹#›</a:t>
            </a:fld>
            <a:endParaRPr lang="zh-TW"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3"/>
          <p:cNvSpPr>
            <a:spLocks noGrp="1"/>
          </p:cNvSpPr>
          <p:nvPr>
            <p:ph type="dt" sz="half" idx="10"/>
          </p:nvPr>
        </p:nvSpPr>
        <p:spPr/>
        <p:txBody>
          <a:bodyPr/>
          <a:lstStyle>
            <a:lvl1pPr>
              <a:defRPr/>
            </a:lvl1pPr>
          </a:lstStyle>
          <a:p>
            <a:pPr>
              <a:defRPr/>
            </a:pPr>
            <a:fld id="{A9D303A0-7F22-4869-92CF-D92945F9CCEF}" type="datetimeFigureOut">
              <a:rPr lang="zh-TW" altLang="en-US"/>
              <a:pPr>
                <a:defRPr/>
              </a:pPr>
              <a:t>2014/5/23</a:t>
            </a:fld>
            <a:endParaRPr lang="zh-TW" altLang="en-US"/>
          </a:p>
        </p:txBody>
      </p:sp>
      <p:sp>
        <p:nvSpPr>
          <p:cNvPr id="3" name="頁尾版面配置區 4"/>
          <p:cNvSpPr>
            <a:spLocks noGrp="1"/>
          </p:cNvSpPr>
          <p:nvPr>
            <p:ph type="ftr" sz="quarter" idx="11"/>
          </p:nvPr>
        </p:nvSpPr>
        <p:spPr/>
        <p:txBody>
          <a:bodyPr/>
          <a:lstStyle>
            <a:lvl1pPr>
              <a:defRPr/>
            </a:lvl1pPr>
          </a:lstStyle>
          <a:p>
            <a:pPr>
              <a:defRPr/>
            </a:pPr>
            <a:endParaRPr lang="zh-TW" altLang="en-US"/>
          </a:p>
        </p:txBody>
      </p:sp>
      <p:sp>
        <p:nvSpPr>
          <p:cNvPr id="4" name="投影片編號版面配置區 5"/>
          <p:cNvSpPr>
            <a:spLocks noGrp="1"/>
          </p:cNvSpPr>
          <p:nvPr>
            <p:ph type="sldNum" sz="quarter" idx="12"/>
          </p:nvPr>
        </p:nvSpPr>
        <p:spPr/>
        <p:txBody>
          <a:bodyPr/>
          <a:lstStyle>
            <a:lvl1pPr>
              <a:defRPr/>
            </a:lvl1pPr>
          </a:lstStyle>
          <a:p>
            <a:pPr>
              <a:defRPr/>
            </a:pPr>
            <a:fld id="{BDF52A70-3208-43D1-92E9-17C464E128E7}" type="slidenum">
              <a:rPr lang="zh-TW" altLang="en-US"/>
              <a:pPr>
                <a:defRPr/>
              </a:pPr>
              <a:t>‹#›</a:t>
            </a:fld>
            <a:endParaRPr lang="zh-TW"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nchor="b"/>
          <a:lstStyle>
            <a:lvl1pPr algn="l">
              <a:defRPr sz="2000" b="1"/>
            </a:lvl1pPr>
          </a:lstStyle>
          <a:p>
            <a:r>
              <a:rPr lang="zh-TW" altLang="en-US" smtClean="0"/>
              <a:t>按一下以編輯母片標題樣式</a:t>
            </a:r>
            <a:endParaRPr lang="zh-TW" altLang="en-US"/>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3"/>
          <p:cNvSpPr>
            <a:spLocks noGrp="1"/>
          </p:cNvSpPr>
          <p:nvPr>
            <p:ph type="dt" sz="half" idx="10"/>
          </p:nvPr>
        </p:nvSpPr>
        <p:spPr/>
        <p:txBody>
          <a:bodyPr/>
          <a:lstStyle>
            <a:lvl1pPr>
              <a:defRPr/>
            </a:lvl1pPr>
          </a:lstStyle>
          <a:p>
            <a:pPr>
              <a:defRPr/>
            </a:pPr>
            <a:fld id="{DCAD032F-AA8E-4350-B36C-D8BC0538AFD8}" type="datetimeFigureOut">
              <a:rPr lang="zh-TW" altLang="en-US"/>
              <a:pPr>
                <a:defRPr/>
              </a:pPr>
              <a:t>2014/5/23</a:t>
            </a:fld>
            <a:endParaRPr lang="zh-TW" altLang="en-US"/>
          </a:p>
        </p:txBody>
      </p:sp>
      <p:sp>
        <p:nvSpPr>
          <p:cNvPr id="6" name="頁尾版面配置區 4"/>
          <p:cNvSpPr>
            <a:spLocks noGrp="1"/>
          </p:cNvSpPr>
          <p:nvPr>
            <p:ph type="ftr" sz="quarter" idx="11"/>
          </p:nvPr>
        </p:nvSpPr>
        <p:spPr/>
        <p:txBody>
          <a:bodyPr/>
          <a:lstStyle>
            <a:lvl1pPr>
              <a:defRPr/>
            </a:lvl1pPr>
          </a:lstStyle>
          <a:p>
            <a:pPr>
              <a:defRPr/>
            </a:pPr>
            <a:endParaRPr lang="zh-TW" altLang="en-US"/>
          </a:p>
        </p:txBody>
      </p:sp>
      <p:sp>
        <p:nvSpPr>
          <p:cNvPr id="7" name="投影片編號版面配置區 5"/>
          <p:cNvSpPr>
            <a:spLocks noGrp="1"/>
          </p:cNvSpPr>
          <p:nvPr>
            <p:ph type="sldNum" sz="quarter" idx="12"/>
          </p:nvPr>
        </p:nvSpPr>
        <p:spPr/>
        <p:txBody>
          <a:bodyPr/>
          <a:lstStyle>
            <a:lvl1pPr>
              <a:defRPr/>
            </a:lvl1pPr>
          </a:lstStyle>
          <a:p>
            <a:pPr>
              <a:defRPr/>
            </a:pPr>
            <a:fld id="{BA1D00DE-B24A-427A-B23C-E7A68A9E3DD4}" type="slidenum">
              <a:rPr lang="zh-TW" altLang="en-US"/>
              <a:pPr>
                <a:defRPr/>
              </a:pPr>
              <a:t>‹#›</a:t>
            </a:fld>
            <a:endParaRPr lang="zh-TW"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2000" b="1"/>
            </a:lvl1pPr>
          </a:lstStyle>
          <a:p>
            <a:r>
              <a:rPr lang="zh-TW" altLang="en-US" smtClean="0"/>
              <a:t>按一下以編輯母片標題樣式</a:t>
            </a:r>
            <a:endParaRPr lang="zh-TW" altLang="en-US"/>
          </a:p>
        </p:txBody>
      </p:sp>
      <p:sp>
        <p:nvSpPr>
          <p:cNvPr id="3" name="圖片版面配置區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TW" altLang="en-US" noProof="0"/>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3"/>
          <p:cNvSpPr>
            <a:spLocks noGrp="1"/>
          </p:cNvSpPr>
          <p:nvPr>
            <p:ph type="dt" sz="half" idx="10"/>
          </p:nvPr>
        </p:nvSpPr>
        <p:spPr/>
        <p:txBody>
          <a:bodyPr/>
          <a:lstStyle>
            <a:lvl1pPr>
              <a:defRPr/>
            </a:lvl1pPr>
          </a:lstStyle>
          <a:p>
            <a:pPr>
              <a:defRPr/>
            </a:pPr>
            <a:fld id="{78122446-9FB0-495D-80E6-A97AB58EE208}" type="datetimeFigureOut">
              <a:rPr lang="zh-TW" altLang="en-US"/>
              <a:pPr>
                <a:defRPr/>
              </a:pPr>
              <a:t>2014/5/23</a:t>
            </a:fld>
            <a:endParaRPr lang="zh-TW" altLang="en-US"/>
          </a:p>
        </p:txBody>
      </p:sp>
      <p:sp>
        <p:nvSpPr>
          <p:cNvPr id="6" name="頁尾版面配置區 4"/>
          <p:cNvSpPr>
            <a:spLocks noGrp="1"/>
          </p:cNvSpPr>
          <p:nvPr>
            <p:ph type="ftr" sz="quarter" idx="11"/>
          </p:nvPr>
        </p:nvSpPr>
        <p:spPr/>
        <p:txBody>
          <a:bodyPr/>
          <a:lstStyle>
            <a:lvl1pPr>
              <a:defRPr/>
            </a:lvl1pPr>
          </a:lstStyle>
          <a:p>
            <a:pPr>
              <a:defRPr/>
            </a:pPr>
            <a:endParaRPr lang="zh-TW" altLang="en-US"/>
          </a:p>
        </p:txBody>
      </p:sp>
      <p:sp>
        <p:nvSpPr>
          <p:cNvPr id="7" name="投影片編號版面配置區 5"/>
          <p:cNvSpPr>
            <a:spLocks noGrp="1"/>
          </p:cNvSpPr>
          <p:nvPr>
            <p:ph type="sldNum" sz="quarter" idx="12"/>
          </p:nvPr>
        </p:nvSpPr>
        <p:spPr/>
        <p:txBody>
          <a:bodyPr/>
          <a:lstStyle>
            <a:lvl1pPr>
              <a:defRPr/>
            </a:lvl1pPr>
          </a:lstStyle>
          <a:p>
            <a:pPr>
              <a:defRPr/>
            </a:pPr>
            <a:fld id="{6A65E63F-EEEC-4AB1-87EA-2439D0E7C57C}" type="slidenum">
              <a:rPr lang="zh-TW" altLang="en-US"/>
              <a:pPr>
                <a:defRPr/>
              </a:pPr>
              <a:t>‹#›</a:t>
            </a:fld>
            <a:endParaRPr lang="zh-TW" alt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lvl1pPr>
              <a:defRPr/>
            </a:lvl1pPr>
          </a:lstStyle>
          <a:p>
            <a:pPr>
              <a:defRPr/>
            </a:pPr>
            <a:fld id="{8B8173F5-8151-4B30-A2A6-7AE516F3ED65}" type="datetimeFigureOut">
              <a:rPr lang="zh-TW" altLang="en-US"/>
              <a:pPr>
                <a:defRPr/>
              </a:pPr>
              <a:t>2014/5/23</a:t>
            </a:fld>
            <a:endParaRPr lang="zh-TW" altLang="en-US"/>
          </a:p>
        </p:txBody>
      </p:sp>
      <p:sp>
        <p:nvSpPr>
          <p:cNvPr id="5" name="頁尾版面配置區 4"/>
          <p:cNvSpPr>
            <a:spLocks noGrp="1"/>
          </p:cNvSpPr>
          <p:nvPr>
            <p:ph type="ftr" sz="quarter" idx="11"/>
          </p:nvPr>
        </p:nvSpPr>
        <p:spPr/>
        <p:txBody>
          <a:bodyPr/>
          <a:lstStyle>
            <a:lvl1pPr>
              <a:defRPr/>
            </a:lvl1pPr>
          </a:lstStyle>
          <a:p>
            <a:pPr>
              <a:defRPr/>
            </a:pPr>
            <a:endParaRPr lang="zh-TW" altLang="en-US"/>
          </a:p>
        </p:txBody>
      </p:sp>
      <p:sp>
        <p:nvSpPr>
          <p:cNvPr id="6" name="投影片編號版面配置區 5"/>
          <p:cNvSpPr>
            <a:spLocks noGrp="1"/>
          </p:cNvSpPr>
          <p:nvPr>
            <p:ph type="sldNum" sz="quarter" idx="12"/>
          </p:nvPr>
        </p:nvSpPr>
        <p:spPr/>
        <p:txBody>
          <a:bodyPr/>
          <a:lstStyle>
            <a:lvl1pPr>
              <a:defRPr/>
            </a:lvl1pPr>
          </a:lstStyle>
          <a:p>
            <a:pPr>
              <a:defRPr/>
            </a:pPr>
            <a:fld id="{BE8290A5-4719-45CB-AB3C-A4001C713501}" type="slidenum">
              <a:rPr lang="zh-TW" altLang="en-US"/>
              <a:pPr>
                <a:defRPr/>
              </a:pPr>
              <a:t>‹#›</a:t>
            </a:fld>
            <a:endParaRPr lang="zh-TW" alt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274638"/>
            <a:ext cx="2057400" cy="5851525"/>
          </a:xfrm>
        </p:spPr>
        <p:txBody>
          <a:bodyPr vert="eaVert"/>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457200" y="274638"/>
            <a:ext cx="6019800" cy="5851525"/>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lvl1pPr>
              <a:defRPr/>
            </a:lvl1pPr>
          </a:lstStyle>
          <a:p>
            <a:pPr>
              <a:defRPr/>
            </a:pPr>
            <a:fld id="{E4FF3B6D-D5EF-4AAA-83D5-00A69B103A26}" type="datetimeFigureOut">
              <a:rPr lang="zh-TW" altLang="en-US"/>
              <a:pPr>
                <a:defRPr/>
              </a:pPr>
              <a:t>2014/5/23</a:t>
            </a:fld>
            <a:endParaRPr lang="zh-TW" altLang="en-US"/>
          </a:p>
        </p:txBody>
      </p:sp>
      <p:sp>
        <p:nvSpPr>
          <p:cNvPr id="5" name="頁尾版面配置區 4"/>
          <p:cNvSpPr>
            <a:spLocks noGrp="1"/>
          </p:cNvSpPr>
          <p:nvPr>
            <p:ph type="ftr" sz="quarter" idx="11"/>
          </p:nvPr>
        </p:nvSpPr>
        <p:spPr/>
        <p:txBody>
          <a:bodyPr/>
          <a:lstStyle>
            <a:lvl1pPr>
              <a:defRPr/>
            </a:lvl1pPr>
          </a:lstStyle>
          <a:p>
            <a:pPr>
              <a:defRPr/>
            </a:pPr>
            <a:endParaRPr lang="zh-TW" altLang="en-US"/>
          </a:p>
        </p:txBody>
      </p:sp>
      <p:sp>
        <p:nvSpPr>
          <p:cNvPr id="6" name="投影片編號版面配置區 5"/>
          <p:cNvSpPr>
            <a:spLocks noGrp="1"/>
          </p:cNvSpPr>
          <p:nvPr>
            <p:ph type="sldNum" sz="quarter" idx="12"/>
          </p:nvPr>
        </p:nvSpPr>
        <p:spPr/>
        <p:txBody>
          <a:bodyPr/>
          <a:lstStyle>
            <a:lvl1pPr>
              <a:defRPr/>
            </a:lvl1pPr>
          </a:lstStyle>
          <a:p>
            <a:pPr>
              <a:defRPr/>
            </a:pPr>
            <a:fld id="{4B409899-9D43-4218-8F77-0CA06D744F6B}" type="slidenum">
              <a:rPr lang="zh-TW" altLang="en-US"/>
              <a:pPr>
                <a:defRPr/>
              </a:pPr>
              <a:t>‹#›</a:t>
            </a:fld>
            <a:endParaRPr lang="zh-TW"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image" Target="../media/image1.jpeg"/><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theme" Target="../theme/theme2.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5"/>
          <a:srcRect/>
          <a:stretch>
            <a:fillRect/>
          </a:stretch>
        </a:blipFill>
        <a:effectLst/>
      </p:bgPr>
    </p:bg>
    <p:spTree>
      <p:nvGrpSpPr>
        <p:cNvPr id="1" name=""/>
        <p:cNvGrpSpPr/>
        <p:nvPr/>
      </p:nvGrpSpPr>
      <p:grpSpPr>
        <a:xfrm>
          <a:off x="0" y="0"/>
          <a:ext cx="0" cy="0"/>
          <a:chOff x="0" y="0"/>
          <a:chExt cx="0" cy="0"/>
        </a:xfrm>
      </p:grpSpPr>
      <p:sp>
        <p:nvSpPr>
          <p:cNvPr id="29698" name="標題版面配置區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TW" altLang="en-US" smtClean="0"/>
              <a:t>按一下以編輯母片標題樣式</a:t>
            </a:r>
          </a:p>
        </p:txBody>
      </p:sp>
      <p:sp>
        <p:nvSpPr>
          <p:cNvPr id="29699" name="文字版面配置區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p>
        </p:txBody>
      </p:sp>
      <p:sp>
        <p:nvSpPr>
          <p:cNvPr id="4" name="日期版面配置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kumimoji="0" sz="1200" smtClean="0">
                <a:solidFill>
                  <a:schemeClr val="tx1">
                    <a:tint val="75000"/>
                  </a:schemeClr>
                </a:solidFill>
                <a:latin typeface="+mn-lt"/>
                <a:ea typeface="+mn-ea"/>
              </a:defRPr>
            </a:lvl1pPr>
          </a:lstStyle>
          <a:p>
            <a:pPr>
              <a:defRPr/>
            </a:pPr>
            <a:fld id="{149B54FC-DC81-4C5F-B30D-8181B4EE2796}" type="datetimeFigureOut">
              <a:rPr lang="zh-TW" altLang="en-US"/>
              <a:pPr>
                <a:defRPr/>
              </a:pPr>
              <a:t>2014/5/23</a:t>
            </a:fld>
            <a:endParaRPr lang="zh-TW" altLang="en-US"/>
          </a:p>
        </p:txBody>
      </p:sp>
      <p:sp>
        <p:nvSpPr>
          <p:cNvPr id="5" name="頁尾版面配置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kumimoji="0" sz="1200">
                <a:solidFill>
                  <a:schemeClr val="tx1">
                    <a:tint val="75000"/>
                  </a:schemeClr>
                </a:solidFill>
                <a:latin typeface="+mn-lt"/>
                <a:ea typeface="+mn-ea"/>
              </a:defRPr>
            </a:lvl1pPr>
          </a:lstStyle>
          <a:p>
            <a:pPr>
              <a:defRPr/>
            </a:pPr>
            <a:endParaRPr lang="zh-TW" altLang="en-US"/>
          </a:p>
        </p:txBody>
      </p:sp>
      <p:sp>
        <p:nvSpPr>
          <p:cNvPr id="6" name="投影片編號版面配置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kumimoji="0" sz="1200" smtClean="0">
                <a:solidFill>
                  <a:schemeClr val="tx1">
                    <a:tint val="75000"/>
                  </a:schemeClr>
                </a:solidFill>
                <a:latin typeface="+mn-lt"/>
                <a:ea typeface="+mn-ea"/>
              </a:defRPr>
            </a:lvl1pPr>
          </a:lstStyle>
          <a:p>
            <a:pPr>
              <a:defRPr/>
            </a:pPr>
            <a:fld id="{C3FA684F-FE8D-4117-8D94-11E763EBC797}" type="slidenum">
              <a:rPr lang="zh-TW" altLang="en-US"/>
              <a:pPr>
                <a:defRPr/>
              </a:pPr>
              <a:t>‹#›</a:t>
            </a:fld>
            <a:endParaRPr lang="zh-TW" altLang="en-US"/>
          </a:p>
        </p:txBody>
      </p:sp>
    </p:spTree>
  </p:cSld>
  <p:clrMap bg1="lt1" tx1="dk1" bg2="lt2" tx2="dk2" accent1="accent1" accent2="accent2" accent3="accent3" accent4="accent4" accent5="accent5" accent6="accent6" hlink="hlink" folHlink="folHlink"/>
  <p:sldLayoutIdLst>
    <p:sldLayoutId id="2147483673" r:id="rId1"/>
    <p:sldLayoutId id="2147483672" r:id="rId2"/>
    <p:sldLayoutId id="2147483671" r:id="rId3"/>
    <p:sldLayoutId id="2147483670" r:id="rId4"/>
    <p:sldLayoutId id="2147483669" r:id="rId5"/>
    <p:sldLayoutId id="2147483668" r:id="rId6"/>
    <p:sldLayoutId id="2147483667" r:id="rId7"/>
    <p:sldLayoutId id="2147483666" r:id="rId8"/>
    <p:sldLayoutId id="2147483665" r:id="rId9"/>
    <p:sldLayoutId id="2147483664" r:id="rId10"/>
    <p:sldLayoutId id="2147483663" r:id="rId11"/>
    <p:sldLayoutId id="2147483685" r:id="rId12"/>
    <p:sldLayoutId id="2147483686" r:id="rId13"/>
  </p:sldLayoutIdLst>
  <p:transition/>
  <p:txStyles>
    <p:titleStyle>
      <a:lvl1pPr algn="ctr" rtl="0" fontAlgn="base">
        <a:spcBef>
          <a:spcPct val="0"/>
        </a:spcBef>
        <a:spcAft>
          <a:spcPct val="0"/>
        </a:spcAft>
        <a:defRPr sz="4400" kern="1200">
          <a:solidFill>
            <a:schemeClr val="tx1"/>
          </a:solidFill>
          <a:latin typeface="+mj-lt"/>
          <a:ea typeface="+mj-ea"/>
          <a:cs typeface="+mj-cs"/>
        </a:defRPr>
      </a:lvl1pPr>
      <a:lvl2pPr algn="ctr" rtl="0" fontAlgn="base">
        <a:spcBef>
          <a:spcPct val="0"/>
        </a:spcBef>
        <a:spcAft>
          <a:spcPct val="0"/>
        </a:spcAft>
        <a:defRPr sz="4400">
          <a:solidFill>
            <a:schemeClr val="tx1"/>
          </a:solidFill>
          <a:latin typeface="Calibri" pitchFamily="34" charset="0"/>
          <a:ea typeface="新細明體" charset="-120"/>
        </a:defRPr>
      </a:lvl2pPr>
      <a:lvl3pPr algn="ctr" rtl="0" fontAlgn="base">
        <a:spcBef>
          <a:spcPct val="0"/>
        </a:spcBef>
        <a:spcAft>
          <a:spcPct val="0"/>
        </a:spcAft>
        <a:defRPr sz="4400">
          <a:solidFill>
            <a:schemeClr val="tx1"/>
          </a:solidFill>
          <a:latin typeface="Calibri" pitchFamily="34" charset="0"/>
          <a:ea typeface="新細明體" charset="-120"/>
        </a:defRPr>
      </a:lvl3pPr>
      <a:lvl4pPr algn="ctr" rtl="0" fontAlgn="base">
        <a:spcBef>
          <a:spcPct val="0"/>
        </a:spcBef>
        <a:spcAft>
          <a:spcPct val="0"/>
        </a:spcAft>
        <a:defRPr sz="4400">
          <a:solidFill>
            <a:schemeClr val="tx1"/>
          </a:solidFill>
          <a:latin typeface="Calibri" pitchFamily="34" charset="0"/>
          <a:ea typeface="新細明體" charset="-120"/>
        </a:defRPr>
      </a:lvl4pPr>
      <a:lvl5pPr algn="ctr" rtl="0" fontAlgn="base">
        <a:spcBef>
          <a:spcPct val="0"/>
        </a:spcBef>
        <a:spcAft>
          <a:spcPct val="0"/>
        </a:spcAft>
        <a:defRPr sz="4400">
          <a:solidFill>
            <a:schemeClr val="tx1"/>
          </a:solidFill>
          <a:latin typeface="Calibri" pitchFamily="34" charset="0"/>
          <a:ea typeface="新細明體" charset="-120"/>
        </a:defRPr>
      </a:lvl5pPr>
      <a:lvl6pPr marL="457200" algn="ctr" rtl="0" fontAlgn="base">
        <a:spcBef>
          <a:spcPct val="0"/>
        </a:spcBef>
        <a:spcAft>
          <a:spcPct val="0"/>
        </a:spcAft>
        <a:defRPr sz="4400">
          <a:solidFill>
            <a:schemeClr val="tx1"/>
          </a:solidFill>
          <a:latin typeface="Calibri" pitchFamily="34" charset="0"/>
          <a:ea typeface="新細明體" charset="-120"/>
        </a:defRPr>
      </a:lvl6pPr>
      <a:lvl7pPr marL="914400" algn="ctr" rtl="0" fontAlgn="base">
        <a:spcBef>
          <a:spcPct val="0"/>
        </a:spcBef>
        <a:spcAft>
          <a:spcPct val="0"/>
        </a:spcAft>
        <a:defRPr sz="4400">
          <a:solidFill>
            <a:schemeClr val="tx1"/>
          </a:solidFill>
          <a:latin typeface="Calibri" pitchFamily="34" charset="0"/>
          <a:ea typeface="新細明體" charset="-120"/>
        </a:defRPr>
      </a:lvl7pPr>
      <a:lvl8pPr marL="1371600" algn="ctr" rtl="0" fontAlgn="base">
        <a:spcBef>
          <a:spcPct val="0"/>
        </a:spcBef>
        <a:spcAft>
          <a:spcPct val="0"/>
        </a:spcAft>
        <a:defRPr sz="4400">
          <a:solidFill>
            <a:schemeClr val="tx1"/>
          </a:solidFill>
          <a:latin typeface="Calibri" pitchFamily="34" charset="0"/>
          <a:ea typeface="新細明體" charset="-120"/>
        </a:defRPr>
      </a:lvl8pPr>
      <a:lvl9pPr marL="1828800" algn="ctr" rtl="0" fontAlgn="base">
        <a:spcBef>
          <a:spcPct val="0"/>
        </a:spcBef>
        <a:spcAft>
          <a:spcPct val="0"/>
        </a:spcAft>
        <a:defRPr sz="4400">
          <a:solidFill>
            <a:schemeClr val="tx1"/>
          </a:solidFill>
          <a:latin typeface="Calibri" pitchFamily="34" charset="0"/>
          <a:ea typeface="新細明體" charset="-120"/>
        </a:defRPr>
      </a:lvl9pPr>
    </p:titleStyle>
    <p:bodyStyle>
      <a:lvl1pPr marL="342900" indent="-342900" algn="l" rtl="0" fontAlgn="base">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fontAlgn="base">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fontAlgn="base">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fontAlgn="base">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fontAlgn="base">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62466" name="標題版面配置區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TW" altLang="en-US" smtClean="0"/>
              <a:t>按一下以編輯母片標題樣式</a:t>
            </a:r>
          </a:p>
        </p:txBody>
      </p:sp>
      <p:sp>
        <p:nvSpPr>
          <p:cNvPr id="62467" name="文字版面配置區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p>
        </p:txBody>
      </p:sp>
      <p:sp>
        <p:nvSpPr>
          <p:cNvPr id="4" name="日期版面配置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kumimoji="0" sz="1200" smtClean="0">
                <a:solidFill>
                  <a:schemeClr val="tx1">
                    <a:tint val="75000"/>
                  </a:schemeClr>
                </a:solidFill>
                <a:latin typeface="+mn-lt"/>
                <a:ea typeface="+mn-ea"/>
              </a:defRPr>
            </a:lvl1pPr>
          </a:lstStyle>
          <a:p>
            <a:pPr>
              <a:defRPr/>
            </a:pPr>
            <a:fld id="{0AF57306-E291-474C-8C65-C11EF355DD6C}" type="datetimeFigureOut">
              <a:rPr lang="zh-TW" altLang="en-US"/>
              <a:pPr>
                <a:defRPr/>
              </a:pPr>
              <a:t>2014/5/23</a:t>
            </a:fld>
            <a:endParaRPr lang="zh-TW" altLang="en-US"/>
          </a:p>
        </p:txBody>
      </p:sp>
      <p:sp>
        <p:nvSpPr>
          <p:cNvPr id="5" name="頁尾版面配置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kumimoji="0" sz="1200">
                <a:solidFill>
                  <a:schemeClr val="tx1">
                    <a:tint val="75000"/>
                  </a:schemeClr>
                </a:solidFill>
                <a:latin typeface="+mn-lt"/>
                <a:ea typeface="+mn-ea"/>
              </a:defRPr>
            </a:lvl1pPr>
          </a:lstStyle>
          <a:p>
            <a:pPr>
              <a:defRPr/>
            </a:pPr>
            <a:endParaRPr lang="zh-TW" altLang="en-US"/>
          </a:p>
        </p:txBody>
      </p:sp>
      <p:sp>
        <p:nvSpPr>
          <p:cNvPr id="6" name="投影片編號版面配置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kumimoji="0" sz="1200" smtClean="0">
                <a:solidFill>
                  <a:schemeClr val="tx1">
                    <a:tint val="75000"/>
                  </a:schemeClr>
                </a:solidFill>
                <a:latin typeface="+mn-lt"/>
                <a:ea typeface="+mn-ea"/>
              </a:defRPr>
            </a:lvl1pPr>
          </a:lstStyle>
          <a:p>
            <a:pPr>
              <a:defRPr/>
            </a:pPr>
            <a:fld id="{200C7122-0605-4BF3-8B3D-C658E3194278}" type="slidenum">
              <a:rPr lang="zh-TW" altLang="en-US"/>
              <a:pPr>
                <a:defRPr/>
              </a:pPr>
              <a:t>‹#›</a:t>
            </a:fld>
            <a:endParaRPr lang="zh-TW" altLang="en-US"/>
          </a:p>
        </p:txBody>
      </p:sp>
    </p:spTree>
  </p:cSld>
  <p:clrMap bg1="lt1" tx1="dk1" bg2="lt2" tx2="dk2" accent1="accent1" accent2="accent2" accent3="accent3" accent4="accent4" accent5="accent5" accent6="accent6" hlink="hlink" folHlink="folHlink"/>
  <p:sldLayoutIdLst>
    <p:sldLayoutId id="2147483684" r:id="rId1"/>
    <p:sldLayoutId id="2147483683" r:id="rId2"/>
    <p:sldLayoutId id="2147483682" r:id="rId3"/>
    <p:sldLayoutId id="2147483681" r:id="rId4"/>
    <p:sldLayoutId id="2147483680" r:id="rId5"/>
    <p:sldLayoutId id="2147483679" r:id="rId6"/>
    <p:sldLayoutId id="2147483678" r:id="rId7"/>
    <p:sldLayoutId id="2147483677" r:id="rId8"/>
    <p:sldLayoutId id="2147483676" r:id="rId9"/>
    <p:sldLayoutId id="2147483675" r:id="rId10"/>
    <p:sldLayoutId id="2147483674" r:id="rId11"/>
  </p:sldLayoutIdLst>
  <p:txStyles>
    <p:titleStyle>
      <a:lvl1pPr algn="ctr" rtl="0" fontAlgn="base">
        <a:spcBef>
          <a:spcPct val="0"/>
        </a:spcBef>
        <a:spcAft>
          <a:spcPct val="0"/>
        </a:spcAft>
        <a:defRPr sz="4400" kern="1200">
          <a:solidFill>
            <a:schemeClr val="tx1"/>
          </a:solidFill>
          <a:latin typeface="+mj-lt"/>
          <a:ea typeface="+mj-ea"/>
          <a:cs typeface="+mj-cs"/>
        </a:defRPr>
      </a:lvl1pPr>
      <a:lvl2pPr algn="ctr" rtl="0" fontAlgn="base">
        <a:spcBef>
          <a:spcPct val="0"/>
        </a:spcBef>
        <a:spcAft>
          <a:spcPct val="0"/>
        </a:spcAft>
        <a:defRPr sz="4400">
          <a:solidFill>
            <a:schemeClr val="tx1"/>
          </a:solidFill>
          <a:latin typeface="Calibri" pitchFamily="34" charset="0"/>
          <a:ea typeface="新細明體" charset="-120"/>
        </a:defRPr>
      </a:lvl2pPr>
      <a:lvl3pPr algn="ctr" rtl="0" fontAlgn="base">
        <a:spcBef>
          <a:spcPct val="0"/>
        </a:spcBef>
        <a:spcAft>
          <a:spcPct val="0"/>
        </a:spcAft>
        <a:defRPr sz="4400">
          <a:solidFill>
            <a:schemeClr val="tx1"/>
          </a:solidFill>
          <a:latin typeface="Calibri" pitchFamily="34" charset="0"/>
          <a:ea typeface="新細明體" charset="-120"/>
        </a:defRPr>
      </a:lvl3pPr>
      <a:lvl4pPr algn="ctr" rtl="0" fontAlgn="base">
        <a:spcBef>
          <a:spcPct val="0"/>
        </a:spcBef>
        <a:spcAft>
          <a:spcPct val="0"/>
        </a:spcAft>
        <a:defRPr sz="4400">
          <a:solidFill>
            <a:schemeClr val="tx1"/>
          </a:solidFill>
          <a:latin typeface="Calibri" pitchFamily="34" charset="0"/>
          <a:ea typeface="新細明體" charset="-120"/>
        </a:defRPr>
      </a:lvl4pPr>
      <a:lvl5pPr algn="ctr" rtl="0" fontAlgn="base">
        <a:spcBef>
          <a:spcPct val="0"/>
        </a:spcBef>
        <a:spcAft>
          <a:spcPct val="0"/>
        </a:spcAft>
        <a:defRPr sz="4400">
          <a:solidFill>
            <a:schemeClr val="tx1"/>
          </a:solidFill>
          <a:latin typeface="Calibri" pitchFamily="34" charset="0"/>
          <a:ea typeface="新細明體" charset="-120"/>
        </a:defRPr>
      </a:lvl5pPr>
      <a:lvl6pPr marL="457200" algn="ctr" rtl="0" fontAlgn="base">
        <a:spcBef>
          <a:spcPct val="0"/>
        </a:spcBef>
        <a:spcAft>
          <a:spcPct val="0"/>
        </a:spcAft>
        <a:defRPr sz="4400">
          <a:solidFill>
            <a:schemeClr val="tx1"/>
          </a:solidFill>
          <a:latin typeface="Calibri" pitchFamily="34" charset="0"/>
          <a:ea typeface="新細明體" charset="-120"/>
        </a:defRPr>
      </a:lvl6pPr>
      <a:lvl7pPr marL="914400" algn="ctr" rtl="0" fontAlgn="base">
        <a:spcBef>
          <a:spcPct val="0"/>
        </a:spcBef>
        <a:spcAft>
          <a:spcPct val="0"/>
        </a:spcAft>
        <a:defRPr sz="4400">
          <a:solidFill>
            <a:schemeClr val="tx1"/>
          </a:solidFill>
          <a:latin typeface="Calibri" pitchFamily="34" charset="0"/>
          <a:ea typeface="新細明體" charset="-120"/>
        </a:defRPr>
      </a:lvl7pPr>
      <a:lvl8pPr marL="1371600" algn="ctr" rtl="0" fontAlgn="base">
        <a:spcBef>
          <a:spcPct val="0"/>
        </a:spcBef>
        <a:spcAft>
          <a:spcPct val="0"/>
        </a:spcAft>
        <a:defRPr sz="4400">
          <a:solidFill>
            <a:schemeClr val="tx1"/>
          </a:solidFill>
          <a:latin typeface="Calibri" pitchFamily="34" charset="0"/>
          <a:ea typeface="新細明體" charset="-120"/>
        </a:defRPr>
      </a:lvl8pPr>
      <a:lvl9pPr marL="1828800" algn="ctr" rtl="0" fontAlgn="base">
        <a:spcBef>
          <a:spcPct val="0"/>
        </a:spcBef>
        <a:spcAft>
          <a:spcPct val="0"/>
        </a:spcAft>
        <a:defRPr sz="4400">
          <a:solidFill>
            <a:schemeClr val="tx1"/>
          </a:solidFill>
          <a:latin typeface="Calibri" pitchFamily="34" charset="0"/>
          <a:ea typeface="新細明體" charset="-120"/>
        </a:defRPr>
      </a:lvl9pPr>
    </p:titleStyle>
    <p:bodyStyle>
      <a:lvl1pPr marL="342900" indent="-342900" algn="l" rtl="0" fontAlgn="base">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fontAlgn="base">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fontAlgn="base">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fontAlgn="base">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fontAlgn="base">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12.xml"/><Relationship Id="rId1" Type="http://schemas.openxmlformats.org/officeDocument/2006/relationships/vmlDrawing" Target="../drawings/vmlDrawing1.vml"/><Relationship Id="rId4" Type="http://schemas.openxmlformats.org/officeDocument/2006/relationships/oleObject" Target="../embeddings/oleObject2.bin"/></Relationships>
</file>

<file path=ppt/slides/_rels/slide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12.xml"/><Relationship Id="rId1" Type="http://schemas.openxmlformats.org/officeDocument/2006/relationships/vmlDrawing" Target="../drawings/vmlDrawing2.vml"/></Relationships>
</file>

<file path=ppt/slides/_rels/slide3.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oleObject" Target="../embeddings/oleObject7.bin"/><Relationship Id="rId5" Type="http://schemas.openxmlformats.org/officeDocument/2006/relationships/oleObject" Target="../embeddings/oleObject6.bin"/><Relationship Id="rId4" Type="http://schemas.openxmlformats.org/officeDocument/2006/relationships/oleObject" Target="../embeddings/oleObject5.bin"/></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2.xml"/><Relationship Id="rId1" Type="http://schemas.openxmlformats.org/officeDocument/2006/relationships/vmlDrawing" Target="../drawings/vmlDrawing4.vml"/><Relationship Id="rId4" Type="http://schemas.openxmlformats.org/officeDocument/2006/relationships/oleObject" Target="../embeddings/oleObject9.bin"/></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2.xml"/><Relationship Id="rId1" Type="http://schemas.openxmlformats.org/officeDocument/2006/relationships/vmlDrawing" Target="../drawings/vmlDrawing5.v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Layout" Target="../slideLayouts/slideLayout2.xml"/><Relationship Id="rId1" Type="http://schemas.openxmlformats.org/officeDocument/2006/relationships/vmlDrawing" Target="../drawings/vmlDrawing6.vml"/><Relationship Id="rId6" Type="http://schemas.openxmlformats.org/officeDocument/2006/relationships/oleObject" Target="../embeddings/oleObject14.bin"/><Relationship Id="rId5" Type="http://schemas.openxmlformats.org/officeDocument/2006/relationships/oleObject" Target="../embeddings/oleObject13.bin"/><Relationship Id="rId4" Type="http://schemas.openxmlformats.org/officeDocument/2006/relationships/oleObject" Target="../embeddings/oleObject12.bin"/></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Layout" Target="../slideLayouts/slideLayout13.xml"/><Relationship Id="rId1" Type="http://schemas.openxmlformats.org/officeDocument/2006/relationships/vmlDrawing" Target="../drawings/vmlDrawing7.vml"/><Relationship Id="rId6" Type="http://schemas.openxmlformats.org/officeDocument/2006/relationships/oleObject" Target="../embeddings/oleObject18.bin"/><Relationship Id="rId5" Type="http://schemas.openxmlformats.org/officeDocument/2006/relationships/oleObject" Target="../embeddings/oleObject17.bin"/><Relationship Id="rId4" Type="http://schemas.openxmlformats.org/officeDocument/2006/relationships/oleObject" Target="../embeddings/oleObject16.bin"/></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slideLayout" Target="../slideLayouts/slideLayout1.xml"/><Relationship Id="rId1" Type="http://schemas.openxmlformats.org/officeDocument/2006/relationships/vmlDrawing" Target="../drawings/vmlDrawing8.vml"/><Relationship Id="rId5" Type="http://schemas.openxmlformats.org/officeDocument/2006/relationships/oleObject" Target="../embeddings/oleObject21.bin"/><Relationship Id="rId4" Type="http://schemas.openxmlformats.org/officeDocument/2006/relationships/oleObject" Target="../embeddings/oleObject20.bin"/></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22.bin"/><Relationship Id="rId2" Type="http://schemas.openxmlformats.org/officeDocument/2006/relationships/slideLayout" Target="../slideLayouts/slideLayout2.xml"/><Relationship Id="rId1" Type="http://schemas.openxmlformats.org/officeDocument/2006/relationships/vmlDrawing" Target="../drawings/vmlDrawing9.vml"/><Relationship Id="rId5" Type="http://schemas.openxmlformats.org/officeDocument/2006/relationships/oleObject" Target="../embeddings/oleObject24.bin"/><Relationship Id="rId4" Type="http://schemas.openxmlformats.org/officeDocument/2006/relationships/oleObject" Target="../embeddings/oleObject23.bin"/></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25.bin"/><Relationship Id="rId2" Type="http://schemas.openxmlformats.org/officeDocument/2006/relationships/slideLayout" Target="../slideLayouts/slideLayout2.xml"/><Relationship Id="rId1" Type="http://schemas.openxmlformats.org/officeDocument/2006/relationships/vmlDrawing" Target="../drawings/vmlDrawing10.vml"/><Relationship Id="rId5" Type="http://schemas.openxmlformats.org/officeDocument/2006/relationships/oleObject" Target="../embeddings/oleObject27.bin"/><Relationship Id="rId4" Type="http://schemas.openxmlformats.org/officeDocument/2006/relationships/oleObject" Target="../embeddings/oleObject26.bin"/></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28.bin"/><Relationship Id="rId2" Type="http://schemas.openxmlformats.org/officeDocument/2006/relationships/slideLayout" Target="../slideLayouts/slideLayout2.xml"/><Relationship Id="rId1" Type="http://schemas.openxmlformats.org/officeDocument/2006/relationships/vmlDrawing" Target="../drawings/vmlDrawing11.vml"/><Relationship Id="rId4" Type="http://schemas.openxmlformats.org/officeDocument/2006/relationships/oleObject" Target="../embeddings/oleObject29.bin"/></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30.bin"/><Relationship Id="rId2" Type="http://schemas.openxmlformats.org/officeDocument/2006/relationships/slideLayout" Target="../slideLayouts/slideLayout2.xml"/><Relationship Id="rId1" Type="http://schemas.openxmlformats.org/officeDocument/2006/relationships/vmlDrawing" Target="../drawings/vmlDrawing12.v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31.bin"/><Relationship Id="rId2" Type="http://schemas.openxmlformats.org/officeDocument/2006/relationships/slideLayout" Target="../slideLayouts/slideLayout2.xml"/><Relationship Id="rId1" Type="http://schemas.openxmlformats.org/officeDocument/2006/relationships/vmlDrawing" Target="../drawings/vmlDrawing13.vml"/><Relationship Id="rId5" Type="http://schemas.openxmlformats.org/officeDocument/2006/relationships/oleObject" Target="../embeddings/oleObject33.bin"/><Relationship Id="rId4" Type="http://schemas.openxmlformats.org/officeDocument/2006/relationships/oleObject" Target="../embeddings/oleObject32.bin"/></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34.bin"/><Relationship Id="rId2" Type="http://schemas.openxmlformats.org/officeDocument/2006/relationships/slideLayout" Target="../slideLayouts/slideLayout2.xml"/><Relationship Id="rId1" Type="http://schemas.openxmlformats.org/officeDocument/2006/relationships/vmlDrawing" Target="../drawings/vmlDrawing14.vml"/><Relationship Id="rId6" Type="http://schemas.openxmlformats.org/officeDocument/2006/relationships/oleObject" Target="../embeddings/oleObject37.bin"/><Relationship Id="rId5" Type="http://schemas.openxmlformats.org/officeDocument/2006/relationships/oleObject" Target="../embeddings/oleObject36.bin"/><Relationship Id="rId4" Type="http://schemas.openxmlformats.org/officeDocument/2006/relationships/oleObject" Target="../embeddings/oleObject35.bin"/></Relationships>
</file>

<file path=ppt/slides/_rels/slide1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38.bin"/><Relationship Id="rId2" Type="http://schemas.openxmlformats.org/officeDocument/2006/relationships/slideLayout" Target="../slideLayouts/slideLayout4.xml"/><Relationship Id="rId1" Type="http://schemas.openxmlformats.org/officeDocument/2006/relationships/vmlDrawing" Target="../drawings/vmlDrawing15.vml"/><Relationship Id="rId4" Type="http://schemas.openxmlformats.org/officeDocument/2006/relationships/oleObject" Target="../embeddings/oleObject39.bin"/></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40.bin"/><Relationship Id="rId2" Type="http://schemas.openxmlformats.org/officeDocument/2006/relationships/slideLayout" Target="../slideLayouts/slideLayout4.xml"/><Relationship Id="rId1" Type="http://schemas.openxmlformats.org/officeDocument/2006/relationships/vmlDrawing" Target="../drawings/vmlDrawing16.vml"/><Relationship Id="rId4" Type="http://schemas.openxmlformats.org/officeDocument/2006/relationships/oleObject" Target="../embeddings/oleObject41.bin"/></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42.bin"/><Relationship Id="rId2" Type="http://schemas.openxmlformats.org/officeDocument/2006/relationships/slideLayout" Target="../slideLayouts/slideLayout13.xml"/><Relationship Id="rId1" Type="http://schemas.openxmlformats.org/officeDocument/2006/relationships/vmlDrawing" Target="../drawings/vmlDrawing17.vml"/></Relationships>
</file>

<file path=ppt/slides/_rels/slide22.xml.rels><?xml version="1.0" encoding="UTF-8" standalone="yes"?>
<Relationships xmlns="http://schemas.openxmlformats.org/package/2006/relationships"><Relationship Id="rId8" Type="http://schemas.openxmlformats.org/officeDocument/2006/relationships/oleObject" Target="../embeddings/oleObject48.bin"/><Relationship Id="rId3" Type="http://schemas.openxmlformats.org/officeDocument/2006/relationships/oleObject" Target="../embeddings/oleObject43.bin"/><Relationship Id="rId7" Type="http://schemas.openxmlformats.org/officeDocument/2006/relationships/oleObject" Target="../embeddings/oleObject47.bin"/><Relationship Id="rId2" Type="http://schemas.openxmlformats.org/officeDocument/2006/relationships/slideLayout" Target="../slideLayouts/slideLayout4.xml"/><Relationship Id="rId1" Type="http://schemas.openxmlformats.org/officeDocument/2006/relationships/vmlDrawing" Target="../drawings/vmlDrawing18.vml"/><Relationship Id="rId6" Type="http://schemas.openxmlformats.org/officeDocument/2006/relationships/oleObject" Target="../embeddings/oleObject46.bin"/><Relationship Id="rId5" Type="http://schemas.openxmlformats.org/officeDocument/2006/relationships/oleObject" Target="../embeddings/oleObject45.bin"/><Relationship Id="rId4" Type="http://schemas.openxmlformats.org/officeDocument/2006/relationships/oleObject" Target="../embeddings/oleObject44.bin"/></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49.bin"/><Relationship Id="rId2" Type="http://schemas.openxmlformats.org/officeDocument/2006/relationships/slideLayout" Target="../slideLayouts/slideLayout4.xml"/><Relationship Id="rId1" Type="http://schemas.openxmlformats.org/officeDocument/2006/relationships/vmlDrawing" Target="../drawings/vmlDrawing19.vml"/><Relationship Id="rId6" Type="http://schemas.openxmlformats.org/officeDocument/2006/relationships/oleObject" Target="../embeddings/oleObject52.bin"/><Relationship Id="rId5" Type="http://schemas.openxmlformats.org/officeDocument/2006/relationships/oleObject" Target="../embeddings/oleObject51.bin"/><Relationship Id="rId4" Type="http://schemas.openxmlformats.org/officeDocument/2006/relationships/oleObject" Target="../embeddings/oleObject50.bin"/></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53.bin"/><Relationship Id="rId2" Type="http://schemas.openxmlformats.org/officeDocument/2006/relationships/slideLayout" Target="../slideLayouts/slideLayout2.xml"/><Relationship Id="rId1" Type="http://schemas.openxmlformats.org/officeDocument/2006/relationships/vmlDrawing" Target="../drawings/vmlDrawing20.vml"/><Relationship Id="rId6" Type="http://schemas.openxmlformats.org/officeDocument/2006/relationships/oleObject" Target="../embeddings/oleObject56.bin"/><Relationship Id="rId5" Type="http://schemas.openxmlformats.org/officeDocument/2006/relationships/oleObject" Target="../embeddings/oleObject55.bin"/><Relationship Id="rId4" Type="http://schemas.openxmlformats.org/officeDocument/2006/relationships/oleObject" Target="../embeddings/oleObject54.bin"/></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oleObject" Target="../embeddings/oleObject57.bin"/><Relationship Id="rId2" Type="http://schemas.openxmlformats.org/officeDocument/2006/relationships/slideLayout" Target="../slideLayouts/slideLayout2.xml"/><Relationship Id="rId1" Type="http://schemas.openxmlformats.org/officeDocument/2006/relationships/vmlDrawing" Target="../drawings/vmlDrawing21.v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8" name="投影片編號版面配置區 7"/>
          <p:cNvSpPr>
            <a:spLocks noGrp="1"/>
          </p:cNvSpPr>
          <p:nvPr>
            <p:ph type="sldNum" sz="quarter" idx="12"/>
          </p:nvPr>
        </p:nvSpPr>
        <p:spPr/>
        <p:txBody>
          <a:bodyPr/>
          <a:lstStyle/>
          <a:p>
            <a:pPr>
              <a:defRPr/>
            </a:pPr>
            <a:fld id="{0E987C7D-49C0-4E47-947C-61413705BDA1}" type="slidenum">
              <a:rPr lang="en-US" altLang="zh-TW" smtClean="0"/>
              <a:pPr>
                <a:defRPr/>
              </a:pPr>
              <a:t>1</a:t>
            </a:fld>
            <a:endParaRPr lang="en-US" altLang="zh-TW" smtClean="0"/>
          </a:p>
        </p:txBody>
      </p:sp>
      <p:sp>
        <p:nvSpPr>
          <p:cNvPr id="1029" name="Rectangle 2"/>
          <p:cNvSpPr>
            <a:spLocks noGrp="1" noChangeArrowheads="1"/>
          </p:cNvSpPr>
          <p:nvPr>
            <p:ph type="title"/>
          </p:nvPr>
        </p:nvSpPr>
        <p:spPr>
          <a:xfrm>
            <a:off x="457200" y="609600"/>
            <a:ext cx="8229600" cy="884238"/>
          </a:xfrm>
        </p:spPr>
        <p:txBody>
          <a:bodyPr/>
          <a:lstStyle/>
          <a:p>
            <a:r>
              <a:rPr lang="en-US" altLang="zh-TW" sz="3200" b="1" smtClean="0"/>
              <a:t>Phase Equilibrium Calculations</a:t>
            </a:r>
          </a:p>
        </p:txBody>
      </p:sp>
      <p:sp>
        <p:nvSpPr>
          <p:cNvPr id="1030" name="Rectangle 3"/>
          <p:cNvSpPr>
            <a:spLocks noGrp="1" noChangeArrowheads="1"/>
          </p:cNvSpPr>
          <p:nvPr>
            <p:ph type="body" sz="half" idx="1"/>
          </p:nvPr>
        </p:nvSpPr>
        <p:spPr>
          <a:xfrm>
            <a:off x="457200" y="1905000"/>
            <a:ext cx="8229600" cy="4525963"/>
          </a:xfrm>
        </p:spPr>
        <p:txBody>
          <a:bodyPr/>
          <a:lstStyle/>
          <a:p>
            <a:pPr algn="ctr">
              <a:buFontTx/>
              <a:buNone/>
            </a:pPr>
            <a:r>
              <a:rPr lang="en-US" altLang="zh-TW" sz="2800" smtClean="0"/>
              <a:t>At VLE, the phase equilibrium equation </a:t>
            </a:r>
          </a:p>
          <a:p>
            <a:pPr algn="ctr">
              <a:buFontTx/>
              <a:buNone/>
            </a:pPr>
            <a:r>
              <a:rPr lang="en-US" altLang="zh-TW" sz="2800" smtClean="0"/>
              <a:t>            </a:t>
            </a:r>
          </a:p>
          <a:p>
            <a:pPr algn="ctr">
              <a:buFontTx/>
              <a:buNone/>
            </a:pPr>
            <a:r>
              <a:rPr lang="en-US" altLang="zh-TW" sz="2800" smtClean="0">
                <a:latin typeface="Times New Roman" pitchFamily="18" charset="0"/>
              </a:rPr>
              <a:t>            or</a:t>
            </a:r>
          </a:p>
          <a:p>
            <a:pPr algn="ctr">
              <a:buFontTx/>
              <a:buNone/>
            </a:pPr>
            <a:endParaRPr lang="en-US" altLang="zh-TW" sz="2800" smtClean="0"/>
          </a:p>
          <a:p>
            <a:pPr algn="ctr">
              <a:buFontTx/>
              <a:buNone/>
            </a:pPr>
            <a:endParaRPr lang="en-US" altLang="zh-TW" sz="2400" b="1" smtClean="0">
              <a:latin typeface="Times New Roman" pitchFamily="18" charset="0"/>
            </a:endParaRPr>
          </a:p>
          <a:p>
            <a:pPr algn="ctr">
              <a:buFontTx/>
              <a:buNone/>
            </a:pPr>
            <a:r>
              <a:rPr lang="en-US" altLang="zh-TW" sz="2400" b="1" smtClean="0">
                <a:latin typeface="Times New Roman" pitchFamily="18" charset="0"/>
              </a:rPr>
              <a:t>Bubble Point Calculation</a:t>
            </a:r>
          </a:p>
          <a:p>
            <a:pPr algn="ctr">
              <a:buFontTx/>
              <a:buNone/>
            </a:pPr>
            <a:r>
              <a:rPr lang="en-US" altLang="zh-TW" sz="2400" b="1" smtClean="0">
                <a:latin typeface="Times New Roman" pitchFamily="18" charset="0"/>
              </a:rPr>
              <a:t>Dew Point Calculation</a:t>
            </a:r>
          </a:p>
          <a:p>
            <a:pPr algn="ctr">
              <a:buFontTx/>
              <a:buNone/>
            </a:pPr>
            <a:r>
              <a:rPr lang="en-US" altLang="zh-TW" sz="2400" b="1" smtClean="0">
                <a:latin typeface="Times New Roman" pitchFamily="18" charset="0"/>
              </a:rPr>
              <a:t>Flash Calculation</a:t>
            </a:r>
          </a:p>
        </p:txBody>
      </p:sp>
      <p:graphicFrame>
        <p:nvGraphicFramePr>
          <p:cNvPr id="1026" name="Object 4"/>
          <p:cNvGraphicFramePr>
            <a:graphicFrameLocks noChangeAspect="1"/>
          </p:cNvGraphicFramePr>
          <p:nvPr>
            <p:ph sz="quarter" idx="2"/>
          </p:nvPr>
        </p:nvGraphicFramePr>
        <p:xfrm>
          <a:off x="1371600" y="2819400"/>
          <a:ext cx="3352800" cy="825500"/>
        </p:xfrm>
        <a:graphic>
          <a:graphicData uri="http://schemas.openxmlformats.org/presentationml/2006/ole">
            <p:oleObj spid="_x0000_s1026" name="方程式" r:id="rId3" imgW="1701720" imgH="419040" progId="Equation.3">
              <p:embed/>
            </p:oleObj>
          </a:graphicData>
        </a:graphic>
      </p:graphicFrame>
      <p:graphicFrame>
        <p:nvGraphicFramePr>
          <p:cNvPr id="1027" name="Object 6"/>
          <p:cNvGraphicFramePr>
            <a:graphicFrameLocks noChangeAspect="1"/>
          </p:cNvGraphicFramePr>
          <p:nvPr>
            <p:ph sz="quarter" idx="3"/>
          </p:nvPr>
        </p:nvGraphicFramePr>
        <p:xfrm>
          <a:off x="5638800" y="2895600"/>
          <a:ext cx="1676400" cy="620713"/>
        </p:xfrm>
        <a:graphic>
          <a:graphicData uri="http://schemas.openxmlformats.org/presentationml/2006/ole">
            <p:oleObj spid="_x0000_s1027" name="方程式" r:id="rId4" imgW="685800" imgH="253800" progId="Equation.3">
              <p:embed/>
            </p:oleObj>
          </a:graphicData>
        </a:graphic>
      </p:graphicFrame>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投影片編號版面配置區 7"/>
          <p:cNvSpPr>
            <a:spLocks noGrp="1"/>
          </p:cNvSpPr>
          <p:nvPr>
            <p:ph type="sldNum" sz="quarter" idx="12"/>
          </p:nvPr>
        </p:nvSpPr>
        <p:spPr/>
        <p:txBody>
          <a:bodyPr/>
          <a:lstStyle/>
          <a:p>
            <a:pPr>
              <a:defRPr/>
            </a:pPr>
            <a:fld id="{23ADD580-5C26-4100-BFCC-731FC68F1008}" type="slidenum">
              <a:rPr lang="en-US" altLang="zh-TW" smtClean="0"/>
              <a:pPr>
                <a:defRPr/>
              </a:pPr>
              <a:t>2</a:t>
            </a:fld>
            <a:endParaRPr lang="en-US" altLang="zh-TW" smtClean="0"/>
          </a:p>
        </p:txBody>
      </p:sp>
      <p:sp>
        <p:nvSpPr>
          <p:cNvPr id="2052" name="Rectangle 2"/>
          <p:cNvSpPr>
            <a:spLocks noGrp="1" noChangeArrowheads="1"/>
          </p:cNvSpPr>
          <p:nvPr>
            <p:ph type="title"/>
          </p:nvPr>
        </p:nvSpPr>
        <p:spPr>
          <a:xfrm>
            <a:off x="457200" y="609600"/>
            <a:ext cx="8229600" cy="1143000"/>
          </a:xfrm>
        </p:spPr>
        <p:txBody>
          <a:bodyPr rtlCol="0">
            <a:normAutofit fontScale="90000"/>
          </a:bodyPr>
          <a:lstStyle/>
          <a:p>
            <a:pPr fontAlgn="auto">
              <a:spcAft>
                <a:spcPts val="0"/>
              </a:spcAft>
              <a:defRPr/>
            </a:pPr>
            <a:r>
              <a:rPr lang="en-US" altLang="zh-TW" sz="3200" b="1" smtClean="0"/>
              <a:t/>
            </a:r>
            <a:br>
              <a:rPr lang="en-US" altLang="zh-TW" sz="3200" b="1" smtClean="0"/>
            </a:br>
            <a:r>
              <a:rPr lang="en-US" altLang="zh-TW" sz="3200" b="1" smtClean="0"/>
              <a:t>Example: Bubble Pressure Calculation</a:t>
            </a:r>
            <a:r>
              <a:rPr lang="en-US" altLang="zh-TW" sz="4000" b="1" smtClean="0"/>
              <a:t> </a:t>
            </a:r>
            <a:br>
              <a:rPr lang="en-US" altLang="zh-TW" sz="4000" b="1" smtClean="0"/>
            </a:br>
            <a:endParaRPr lang="en-US" altLang="zh-TW" sz="4000" b="1" smtClean="0"/>
          </a:p>
        </p:txBody>
      </p:sp>
      <p:sp>
        <p:nvSpPr>
          <p:cNvPr id="2053" name="Text Box 4"/>
          <p:cNvSpPr txBox="1">
            <a:spLocks noChangeArrowheads="1"/>
          </p:cNvSpPr>
          <p:nvPr/>
        </p:nvSpPr>
        <p:spPr bwMode="auto">
          <a:xfrm>
            <a:off x="990600" y="1828800"/>
            <a:ext cx="6191250" cy="366713"/>
          </a:xfrm>
          <a:prstGeom prst="rect">
            <a:avLst/>
          </a:prstGeom>
          <a:noFill/>
          <a:ln w="9525">
            <a:noFill/>
            <a:miter lim="800000"/>
            <a:headEnd/>
            <a:tailEnd/>
          </a:ln>
        </p:spPr>
        <p:txBody>
          <a:bodyPr wrap="none">
            <a:spAutoFit/>
          </a:bodyPr>
          <a:lstStyle/>
          <a:p>
            <a:r>
              <a:rPr lang="en-US" altLang="zh-TW" b="1">
                <a:latin typeface="Calibri" pitchFamily="34" charset="0"/>
              </a:rPr>
              <a:t>This computation is given T and xi to calculate P and yi</a:t>
            </a:r>
          </a:p>
        </p:txBody>
      </p:sp>
      <p:sp>
        <p:nvSpPr>
          <p:cNvPr id="2054" name="Rectangle 7"/>
          <p:cNvSpPr>
            <a:spLocks noChangeArrowheads="1"/>
          </p:cNvSpPr>
          <p:nvPr/>
        </p:nvSpPr>
        <p:spPr bwMode="auto">
          <a:xfrm>
            <a:off x="0" y="2185988"/>
            <a:ext cx="9144000" cy="0"/>
          </a:xfrm>
          <a:prstGeom prst="rect">
            <a:avLst/>
          </a:prstGeom>
          <a:noFill/>
          <a:ln w="9525">
            <a:noFill/>
            <a:miter lim="800000"/>
            <a:headEnd/>
            <a:tailEnd/>
          </a:ln>
        </p:spPr>
        <p:txBody>
          <a:bodyPr wrap="none" anchor="ctr">
            <a:spAutoFit/>
          </a:bodyPr>
          <a:lstStyle/>
          <a:p>
            <a:endParaRPr kumimoji="0" lang="zh-TW" altLang="en-US">
              <a:latin typeface="Calibri" pitchFamily="34" charset="0"/>
            </a:endParaRPr>
          </a:p>
        </p:txBody>
      </p:sp>
      <p:sp>
        <p:nvSpPr>
          <p:cNvPr id="2055" name="Text Box 10"/>
          <p:cNvSpPr txBox="1">
            <a:spLocks noChangeArrowheads="1"/>
          </p:cNvSpPr>
          <p:nvPr/>
        </p:nvSpPr>
        <p:spPr bwMode="auto">
          <a:xfrm>
            <a:off x="914400" y="4191000"/>
            <a:ext cx="6705600" cy="1109663"/>
          </a:xfrm>
          <a:prstGeom prst="rect">
            <a:avLst/>
          </a:prstGeom>
          <a:solidFill>
            <a:srgbClr val="FFFFFF"/>
          </a:solidFill>
          <a:ln w="9525">
            <a:solidFill>
              <a:schemeClr val="bg1"/>
            </a:solidFill>
            <a:miter lim="800000"/>
            <a:headEnd/>
            <a:tailEnd/>
          </a:ln>
        </p:spPr>
        <p:txBody>
          <a:bodyPr>
            <a:spAutoFit/>
          </a:bodyPr>
          <a:lstStyle/>
          <a:p>
            <a:pPr marL="800100" lvl="1" indent="-342900" algn="just"/>
            <a:r>
              <a:rPr lang="en-US" altLang="zh-TW" b="1">
                <a:latin typeface="Times New Roman" pitchFamily="18" charset="0"/>
              </a:rPr>
              <a:t>The computation algorithm</a:t>
            </a:r>
            <a:endParaRPr lang="en-US" altLang="zh-TW">
              <a:latin typeface="Times New Roman" pitchFamily="18" charset="0"/>
            </a:endParaRPr>
          </a:p>
          <a:p>
            <a:pPr marL="800100" lvl="1" indent="-342900" algn="just">
              <a:buFontTx/>
              <a:buAutoNum type="arabicParenR"/>
            </a:pPr>
            <a:r>
              <a:rPr lang="en-US" altLang="zh-TW">
                <a:latin typeface="Times New Roman" pitchFamily="18" charset="0"/>
              </a:rPr>
              <a:t>The sum of Equation (1) will yield P since all x’s and vapor pressures </a:t>
            </a:r>
          </a:p>
          <a:p>
            <a:pPr marL="800100" lvl="1" indent="-342900" algn="just"/>
            <a:r>
              <a:rPr lang="en-US" altLang="zh-TW">
                <a:latin typeface="Times New Roman" pitchFamily="18" charset="0"/>
              </a:rPr>
              <a:t>       are known </a:t>
            </a:r>
            <a:endParaRPr lang="en-US" altLang="zh-TW" b="1">
              <a:latin typeface="Times New Roman" pitchFamily="18" charset="0"/>
            </a:endParaRPr>
          </a:p>
          <a:p>
            <a:pPr marL="800100" lvl="1" indent="-342900" algn="just"/>
            <a:r>
              <a:rPr lang="en-US" altLang="zh-TW">
                <a:latin typeface="Times New Roman" pitchFamily="18" charset="0"/>
              </a:rPr>
              <a:t>2)  Back substitution of P into Eq (1) will give all y’s</a:t>
            </a:r>
            <a:r>
              <a:rPr lang="en-US" altLang="zh-TW">
                <a:latin typeface="Calibri" pitchFamily="34" charset="0"/>
              </a:rPr>
              <a:t> </a:t>
            </a:r>
            <a:r>
              <a:rPr lang="en-US" altLang="zh-TW" b="1">
                <a:latin typeface="Times New Roman" pitchFamily="18" charset="0"/>
              </a:rPr>
              <a:t> </a:t>
            </a:r>
          </a:p>
        </p:txBody>
      </p:sp>
      <p:sp>
        <p:nvSpPr>
          <p:cNvPr id="2056" name="Text Box 13"/>
          <p:cNvSpPr txBox="1">
            <a:spLocks noChangeArrowheads="1"/>
          </p:cNvSpPr>
          <p:nvPr/>
        </p:nvSpPr>
        <p:spPr bwMode="auto">
          <a:xfrm>
            <a:off x="838200" y="2362200"/>
            <a:ext cx="6477000" cy="366713"/>
          </a:xfrm>
          <a:prstGeom prst="rect">
            <a:avLst/>
          </a:prstGeom>
          <a:noFill/>
          <a:ln w="9525">
            <a:noFill/>
            <a:miter lim="800000"/>
            <a:headEnd/>
            <a:tailEnd/>
          </a:ln>
        </p:spPr>
        <p:txBody>
          <a:bodyPr>
            <a:spAutoFit/>
          </a:bodyPr>
          <a:lstStyle/>
          <a:p>
            <a:pPr>
              <a:spcBef>
                <a:spcPct val="50000"/>
              </a:spcBef>
            </a:pPr>
            <a:r>
              <a:rPr kumimoji="0" lang="en-US" altLang="zh-TW">
                <a:latin typeface="Calibri" pitchFamily="34" charset="0"/>
              </a:rPr>
              <a:t>For an ideal mixture (ideal vapor and liquid)</a:t>
            </a:r>
          </a:p>
        </p:txBody>
      </p:sp>
      <p:sp>
        <p:nvSpPr>
          <p:cNvPr id="2057" name="Text Box 14"/>
          <p:cNvSpPr txBox="1">
            <a:spLocks noChangeArrowheads="1"/>
          </p:cNvSpPr>
          <p:nvPr/>
        </p:nvSpPr>
        <p:spPr bwMode="auto">
          <a:xfrm>
            <a:off x="1981200" y="3116263"/>
            <a:ext cx="3200400" cy="366712"/>
          </a:xfrm>
          <a:prstGeom prst="rect">
            <a:avLst/>
          </a:prstGeom>
          <a:noFill/>
          <a:ln w="9525">
            <a:noFill/>
            <a:miter lim="800000"/>
            <a:headEnd/>
            <a:tailEnd/>
          </a:ln>
        </p:spPr>
        <p:txBody>
          <a:bodyPr>
            <a:spAutoFit/>
          </a:bodyPr>
          <a:lstStyle/>
          <a:p>
            <a:pPr>
              <a:spcBef>
                <a:spcPct val="50000"/>
              </a:spcBef>
            </a:pPr>
            <a:endParaRPr kumimoji="0" lang="zh-TW" altLang="zh-TW">
              <a:latin typeface="Calibri" pitchFamily="34" charset="0"/>
            </a:endParaRPr>
          </a:p>
        </p:txBody>
      </p:sp>
      <p:graphicFrame>
        <p:nvGraphicFramePr>
          <p:cNvPr id="2050" name="Object 15"/>
          <p:cNvGraphicFramePr>
            <a:graphicFrameLocks noChangeAspect="1"/>
          </p:cNvGraphicFramePr>
          <p:nvPr>
            <p:ph sz="quarter" idx="3"/>
          </p:nvPr>
        </p:nvGraphicFramePr>
        <p:xfrm>
          <a:off x="2362200" y="3200400"/>
          <a:ext cx="1447800" cy="519113"/>
        </p:xfrm>
        <a:graphic>
          <a:graphicData uri="http://schemas.openxmlformats.org/presentationml/2006/ole">
            <p:oleObj spid="_x0000_s2050" name="方程式" r:id="rId3" imgW="672840" imgH="241200" progId="Equation.3">
              <p:embed/>
            </p:oleObj>
          </a:graphicData>
        </a:graphic>
      </p:graphicFrame>
      <p:sp>
        <p:nvSpPr>
          <p:cNvPr id="2058" name="Text Box 19"/>
          <p:cNvSpPr txBox="1">
            <a:spLocks noChangeArrowheads="1"/>
          </p:cNvSpPr>
          <p:nvPr/>
        </p:nvSpPr>
        <p:spPr bwMode="auto">
          <a:xfrm>
            <a:off x="4343400" y="3276600"/>
            <a:ext cx="2286000" cy="366713"/>
          </a:xfrm>
          <a:prstGeom prst="rect">
            <a:avLst/>
          </a:prstGeom>
          <a:noFill/>
          <a:ln w="9525">
            <a:noFill/>
            <a:miter lim="800000"/>
            <a:headEnd/>
            <a:tailEnd/>
          </a:ln>
        </p:spPr>
        <p:txBody>
          <a:bodyPr>
            <a:spAutoFit/>
          </a:bodyPr>
          <a:lstStyle/>
          <a:p>
            <a:pPr>
              <a:spcBef>
                <a:spcPct val="50000"/>
              </a:spcBef>
            </a:pPr>
            <a:r>
              <a:rPr kumimoji="0" lang="en-US" altLang="zh-TW" i="1">
                <a:latin typeface="Times New Roman" pitchFamily="18" charset="0"/>
              </a:rPr>
              <a:t>i</a:t>
            </a:r>
            <a:r>
              <a:rPr kumimoji="0" lang="en-US" altLang="zh-TW">
                <a:latin typeface="Times New Roman" pitchFamily="18" charset="0"/>
              </a:rPr>
              <a:t> = 1,2,3…n       (1)</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8" name="投影片編號版面配置區 5"/>
          <p:cNvSpPr>
            <a:spLocks noGrp="1"/>
          </p:cNvSpPr>
          <p:nvPr>
            <p:ph type="sldNum" sz="quarter" idx="12"/>
          </p:nvPr>
        </p:nvSpPr>
        <p:spPr/>
        <p:txBody>
          <a:bodyPr/>
          <a:lstStyle/>
          <a:p>
            <a:pPr>
              <a:defRPr/>
            </a:pPr>
            <a:fld id="{0FCBEC2B-5CAB-46FB-834E-B34DA6FAA92B}" type="slidenum">
              <a:rPr lang="en-US" altLang="zh-TW"/>
              <a:pPr>
                <a:defRPr/>
              </a:pPr>
              <a:t>3</a:t>
            </a:fld>
            <a:endParaRPr lang="en-US" altLang="zh-TW"/>
          </a:p>
        </p:txBody>
      </p:sp>
      <p:sp>
        <p:nvSpPr>
          <p:cNvPr id="3079" name="Rectangle 2"/>
          <p:cNvSpPr>
            <a:spLocks noGrp="1" noChangeArrowheads="1"/>
          </p:cNvSpPr>
          <p:nvPr>
            <p:ph type="title"/>
          </p:nvPr>
        </p:nvSpPr>
        <p:spPr>
          <a:xfrm>
            <a:off x="0" y="685800"/>
            <a:ext cx="8229600" cy="792163"/>
          </a:xfrm>
        </p:spPr>
        <p:txBody>
          <a:bodyPr/>
          <a:lstStyle/>
          <a:p>
            <a:r>
              <a:rPr lang="en-US" altLang="zh-TW" sz="3200" b="1" smtClean="0"/>
              <a:t>The Cubic Equations of State</a:t>
            </a:r>
          </a:p>
        </p:txBody>
      </p:sp>
      <p:sp>
        <p:nvSpPr>
          <p:cNvPr id="3080" name="Rectangle 3"/>
          <p:cNvSpPr>
            <a:spLocks noGrp="1" noChangeArrowheads="1"/>
          </p:cNvSpPr>
          <p:nvPr>
            <p:ph type="body" idx="1"/>
          </p:nvPr>
        </p:nvSpPr>
        <p:spPr>
          <a:xfrm>
            <a:off x="381000" y="1524000"/>
            <a:ext cx="8229600" cy="4525963"/>
          </a:xfrm>
        </p:spPr>
        <p:txBody>
          <a:bodyPr/>
          <a:lstStyle/>
          <a:p>
            <a:pPr>
              <a:buFontTx/>
              <a:buNone/>
            </a:pPr>
            <a:endParaRPr lang="en-US" altLang="zh-TW" smtClean="0"/>
          </a:p>
          <a:p>
            <a:pPr>
              <a:buFontTx/>
              <a:buNone/>
            </a:pPr>
            <a:r>
              <a:rPr lang="en-US" altLang="zh-TW" smtClean="0"/>
              <a:t> </a:t>
            </a:r>
          </a:p>
        </p:txBody>
      </p:sp>
      <p:sp>
        <p:nvSpPr>
          <p:cNvPr id="3081" name="Rectangle 5"/>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kumimoji="0" lang="zh-TW" altLang="en-US">
              <a:latin typeface="Calibri" pitchFamily="34" charset="0"/>
            </a:endParaRPr>
          </a:p>
        </p:txBody>
      </p:sp>
      <p:sp>
        <p:nvSpPr>
          <p:cNvPr id="3082" name="Rectangle 6"/>
          <p:cNvSpPr>
            <a:spLocks noChangeArrowheads="1"/>
          </p:cNvSpPr>
          <p:nvPr/>
        </p:nvSpPr>
        <p:spPr bwMode="auto">
          <a:xfrm>
            <a:off x="0" y="514350"/>
            <a:ext cx="9144000" cy="0"/>
          </a:xfrm>
          <a:prstGeom prst="rect">
            <a:avLst/>
          </a:prstGeom>
          <a:noFill/>
          <a:ln w="9525">
            <a:noFill/>
            <a:miter lim="800000"/>
            <a:headEnd/>
            <a:tailEnd/>
          </a:ln>
        </p:spPr>
        <p:txBody>
          <a:bodyPr wrap="none" anchor="ctr">
            <a:spAutoFit/>
          </a:bodyPr>
          <a:lstStyle/>
          <a:p>
            <a:endParaRPr kumimoji="0" lang="zh-TW" altLang="en-US">
              <a:latin typeface="Calibri" pitchFamily="34" charset="0"/>
            </a:endParaRPr>
          </a:p>
        </p:txBody>
      </p:sp>
      <p:sp>
        <p:nvSpPr>
          <p:cNvPr id="3083" name="Rectangle 8"/>
          <p:cNvSpPr>
            <a:spLocks noChangeArrowheads="1"/>
          </p:cNvSpPr>
          <p:nvPr/>
        </p:nvSpPr>
        <p:spPr bwMode="auto">
          <a:xfrm>
            <a:off x="0" y="3152775"/>
            <a:ext cx="9144000" cy="0"/>
          </a:xfrm>
          <a:prstGeom prst="rect">
            <a:avLst/>
          </a:prstGeom>
          <a:noFill/>
          <a:ln w="9525">
            <a:noFill/>
            <a:miter lim="800000"/>
            <a:headEnd/>
            <a:tailEnd/>
          </a:ln>
        </p:spPr>
        <p:txBody>
          <a:bodyPr wrap="none" anchor="ctr">
            <a:spAutoFit/>
          </a:bodyPr>
          <a:lstStyle/>
          <a:p>
            <a:endParaRPr kumimoji="0" lang="zh-TW" altLang="en-US">
              <a:latin typeface="Calibri" pitchFamily="34" charset="0"/>
            </a:endParaRPr>
          </a:p>
        </p:txBody>
      </p:sp>
      <p:sp>
        <p:nvSpPr>
          <p:cNvPr id="3084" name="Rectangle 11"/>
          <p:cNvSpPr>
            <a:spLocks noChangeArrowheads="1"/>
          </p:cNvSpPr>
          <p:nvPr/>
        </p:nvSpPr>
        <p:spPr bwMode="auto">
          <a:xfrm>
            <a:off x="0" y="3195638"/>
            <a:ext cx="9144000" cy="0"/>
          </a:xfrm>
          <a:prstGeom prst="rect">
            <a:avLst/>
          </a:prstGeom>
          <a:noFill/>
          <a:ln w="9525">
            <a:noFill/>
            <a:miter lim="800000"/>
            <a:headEnd/>
            <a:tailEnd/>
          </a:ln>
        </p:spPr>
        <p:txBody>
          <a:bodyPr wrap="none" anchor="ctr">
            <a:spAutoFit/>
          </a:bodyPr>
          <a:lstStyle/>
          <a:p>
            <a:endParaRPr kumimoji="0" lang="zh-TW" altLang="en-US">
              <a:latin typeface="Calibri" pitchFamily="34" charset="0"/>
            </a:endParaRPr>
          </a:p>
        </p:txBody>
      </p:sp>
      <p:grpSp>
        <p:nvGrpSpPr>
          <p:cNvPr id="3085" name="Group 29"/>
          <p:cNvGrpSpPr>
            <a:grpSpLocks/>
          </p:cNvGrpSpPr>
          <p:nvPr/>
        </p:nvGrpSpPr>
        <p:grpSpPr bwMode="auto">
          <a:xfrm>
            <a:off x="2133600" y="1905000"/>
            <a:ext cx="4843463" cy="2590800"/>
            <a:chOff x="960" y="1200"/>
            <a:chExt cx="3120" cy="1732"/>
          </a:xfrm>
        </p:grpSpPr>
        <p:grpSp>
          <p:nvGrpSpPr>
            <p:cNvPr id="3090" name="Group 16"/>
            <p:cNvGrpSpPr>
              <a:grpSpLocks/>
            </p:cNvGrpSpPr>
            <p:nvPr/>
          </p:nvGrpSpPr>
          <p:grpSpPr bwMode="auto">
            <a:xfrm>
              <a:off x="960" y="1200"/>
              <a:ext cx="3012" cy="340"/>
              <a:chOff x="720" y="1200"/>
              <a:chExt cx="3012" cy="340"/>
            </a:xfrm>
          </p:grpSpPr>
          <p:graphicFrame>
            <p:nvGraphicFramePr>
              <p:cNvPr id="3077" name="Object 4"/>
              <p:cNvGraphicFramePr>
                <a:graphicFrameLocks noChangeAspect="1"/>
              </p:cNvGraphicFramePr>
              <p:nvPr/>
            </p:nvGraphicFramePr>
            <p:xfrm>
              <a:off x="720" y="1200"/>
              <a:ext cx="857" cy="340"/>
            </p:xfrm>
            <a:graphic>
              <a:graphicData uri="http://schemas.openxmlformats.org/presentationml/2006/ole">
                <p:oleObj spid="_x0000_s3077" name="Equation" r:id="rId3" imgW="952500" imgH="419100" progId="">
                  <p:embed/>
                </p:oleObj>
              </a:graphicData>
            </a:graphic>
          </p:graphicFrame>
          <p:sp>
            <p:nvSpPr>
              <p:cNvPr id="3097" name="Text Box 15"/>
              <p:cNvSpPr txBox="1">
                <a:spLocks noChangeArrowheads="1"/>
              </p:cNvSpPr>
              <p:nvPr/>
            </p:nvSpPr>
            <p:spPr bwMode="auto">
              <a:xfrm>
                <a:off x="2582" y="1271"/>
                <a:ext cx="1150" cy="246"/>
              </a:xfrm>
              <a:prstGeom prst="rect">
                <a:avLst/>
              </a:prstGeom>
              <a:noFill/>
              <a:ln w="9525">
                <a:noFill/>
                <a:miter lim="800000"/>
                <a:headEnd/>
                <a:tailEnd/>
              </a:ln>
            </p:spPr>
            <p:txBody>
              <a:bodyPr wrap="none">
                <a:spAutoFit/>
              </a:bodyPr>
              <a:lstStyle/>
              <a:p>
                <a:r>
                  <a:rPr lang="en-US" altLang="zh-TW" b="1">
                    <a:latin typeface="Calibri" pitchFamily="34" charset="0"/>
                  </a:rPr>
                  <a:t>van der Waals</a:t>
                </a:r>
                <a:r>
                  <a:rPr lang="en-US" altLang="zh-TW">
                    <a:latin typeface="Calibri" pitchFamily="34" charset="0"/>
                  </a:rPr>
                  <a:t> </a:t>
                </a:r>
              </a:p>
            </p:txBody>
          </p:sp>
        </p:grpSp>
        <p:grpSp>
          <p:nvGrpSpPr>
            <p:cNvPr id="3091" name="Group 18"/>
            <p:cNvGrpSpPr>
              <a:grpSpLocks/>
            </p:cNvGrpSpPr>
            <p:nvPr/>
          </p:nvGrpSpPr>
          <p:grpSpPr bwMode="auto">
            <a:xfrm>
              <a:off x="960" y="1632"/>
              <a:ext cx="3104" cy="340"/>
              <a:chOff x="960" y="1728"/>
              <a:chExt cx="3104" cy="340"/>
            </a:xfrm>
          </p:grpSpPr>
          <p:graphicFrame>
            <p:nvGraphicFramePr>
              <p:cNvPr id="3076" name="Object 7"/>
              <p:cNvGraphicFramePr>
                <a:graphicFrameLocks noChangeAspect="1"/>
              </p:cNvGraphicFramePr>
              <p:nvPr/>
            </p:nvGraphicFramePr>
            <p:xfrm>
              <a:off x="960" y="1728"/>
              <a:ext cx="1220" cy="340"/>
            </p:xfrm>
            <a:graphic>
              <a:graphicData uri="http://schemas.openxmlformats.org/presentationml/2006/ole">
                <p:oleObj spid="_x0000_s3076" name="Equation" r:id="rId4" imgW="1587500" imgH="444500" progId="">
                  <p:embed/>
                </p:oleObj>
              </a:graphicData>
            </a:graphic>
          </p:graphicFrame>
          <p:sp>
            <p:nvSpPr>
              <p:cNvPr id="3096" name="Rectangle 17"/>
              <p:cNvSpPr>
                <a:spLocks noChangeArrowheads="1"/>
              </p:cNvSpPr>
              <p:nvPr/>
            </p:nvSpPr>
            <p:spPr bwMode="auto">
              <a:xfrm>
                <a:off x="2832" y="1769"/>
                <a:ext cx="1232" cy="246"/>
              </a:xfrm>
              <a:prstGeom prst="rect">
                <a:avLst/>
              </a:prstGeom>
              <a:noFill/>
              <a:ln w="9525">
                <a:noFill/>
                <a:miter lim="800000"/>
                <a:headEnd/>
                <a:tailEnd/>
              </a:ln>
            </p:spPr>
            <p:txBody>
              <a:bodyPr wrap="none" anchor="ctr">
                <a:spAutoFit/>
              </a:bodyPr>
              <a:lstStyle/>
              <a:p>
                <a:r>
                  <a:rPr lang="en-US" altLang="zh-TW" b="1">
                    <a:latin typeface="Calibri" pitchFamily="34" charset="0"/>
                  </a:rPr>
                  <a:t>Redlich-Kwong</a:t>
                </a:r>
                <a:r>
                  <a:rPr lang="en-US" altLang="zh-TW">
                    <a:latin typeface="Calibri" pitchFamily="34" charset="0"/>
                  </a:rPr>
                  <a:t> </a:t>
                </a:r>
              </a:p>
            </p:txBody>
          </p:sp>
        </p:grpSp>
        <p:grpSp>
          <p:nvGrpSpPr>
            <p:cNvPr id="3092" name="Group 22"/>
            <p:cNvGrpSpPr>
              <a:grpSpLocks/>
            </p:cNvGrpSpPr>
            <p:nvPr/>
          </p:nvGrpSpPr>
          <p:grpSpPr bwMode="auto">
            <a:xfrm>
              <a:off x="960" y="2112"/>
              <a:ext cx="2465" cy="340"/>
              <a:chOff x="960" y="2112"/>
              <a:chExt cx="2465" cy="340"/>
            </a:xfrm>
          </p:grpSpPr>
          <p:graphicFrame>
            <p:nvGraphicFramePr>
              <p:cNvPr id="3075" name="Object 10"/>
              <p:cNvGraphicFramePr>
                <a:graphicFrameLocks noChangeAspect="1"/>
              </p:cNvGraphicFramePr>
              <p:nvPr/>
            </p:nvGraphicFramePr>
            <p:xfrm>
              <a:off x="960" y="2112"/>
              <a:ext cx="1111" cy="340"/>
            </p:xfrm>
            <a:graphic>
              <a:graphicData uri="http://schemas.openxmlformats.org/presentationml/2006/ole">
                <p:oleObj spid="_x0000_s3075" name="Equation" r:id="rId5" imgW="1333500" imgH="431800" progId="">
                  <p:embed/>
                </p:oleObj>
              </a:graphicData>
            </a:graphic>
          </p:graphicFrame>
          <p:sp>
            <p:nvSpPr>
              <p:cNvPr id="3095" name="Text Box 21"/>
              <p:cNvSpPr txBox="1">
                <a:spLocks noChangeArrowheads="1"/>
              </p:cNvSpPr>
              <p:nvPr/>
            </p:nvSpPr>
            <p:spPr bwMode="auto">
              <a:xfrm>
                <a:off x="2832" y="2160"/>
                <a:ext cx="593" cy="244"/>
              </a:xfrm>
              <a:prstGeom prst="rect">
                <a:avLst/>
              </a:prstGeom>
              <a:noFill/>
              <a:ln w="9525">
                <a:noFill/>
                <a:miter lim="800000"/>
                <a:headEnd/>
                <a:tailEnd/>
              </a:ln>
            </p:spPr>
            <p:txBody>
              <a:bodyPr wrap="none">
                <a:spAutoFit/>
              </a:bodyPr>
              <a:lstStyle/>
              <a:p>
                <a:r>
                  <a:rPr lang="en-US" altLang="zh-TW" b="1">
                    <a:latin typeface="Calibri" pitchFamily="34" charset="0"/>
                  </a:rPr>
                  <a:t>Soave</a:t>
                </a:r>
                <a:r>
                  <a:rPr lang="en-US" altLang="zh-TW">
                    <a:latin typeface="Calibri" pitchFamily="34" charset="0"/>
                  </a:rPr>
                  <a:t> </a:t>
                </a:r>
              </a:p>
            </p:txBody>
          </p:sp>
        </p:grpSp>
        <p:grpSp>
          <p:nvGrpSpPr>
            <p:cNvPr id="3093" name="Group 24"/>
            <p:cNvGrpSpPr>
              <a:grpSpLocks/>
            </p:cNvGrpSpPr>
            <p:nvPr/>
          </p:nvGrpSpPr>
          <p:grpSpPr bwMode="auto">
            <a:xfrm>
              <a:off x="960" y="2592"/>
              <a:ext cx="3120" cy="340"/>
              <a:chOff x="960" y="2592"/>
              <a:chExt cx="3120" cy="340"/>
            </a:xfrm>
          </p:grpSpPr>
          <p:graphicFrame>
            <p:nvGraphicFramePr>
              <p:cNvPr id="3074" name="Object 13"/>
              <p:cNvGraphicFramePr>
                <a:graphicFrameLocks noChangeAspect="1"/>
              </p:cNvGraphicFramePr>
              <p:nvPr/>
            </p:nvGraphicFramePr>
            <p:xfrm>
              <a:off x="960" y="2592"/>
              <a:ext cx="1410" cy="340"/>
            </p:xfrm>
            <a:graphic>
              <a:graphicData uri="http://schemas.openxmlformats.org/presentationml/2006/ole">
                <p:oleObj spid="_x0000_s3074" name="Equation" r:id="rId6" imgW="1662978" imgH="406224" progId="">
                  <p:embed/>
                </p:oleObj>
              </a:graphicData>
            </a:graphic>
          </p:graphicFrame>
          <p:sp>
            <p:nvSpPr>
              <p:cNvPr id="3094" name="Text Box 23"/>
              <p:cNvSpPr txBox="1">
                <a:spLocks noChangeArrowheads="1"/>
              </p:cNvSpPr>
              <p:nvPr/>
            </p:nvSpPr>
            <p:spPr bwMode="auto">
              <a:xfrm>
                <a:off x="2832" y="2640"/>
                <a:ext cx="1248" cy="245"/>
              </a:xfrm>
              <a:prstGeom prst="rect">
                <a:avLst/>
              </a:prstGeom>
              <a:noFill/>
              <a:ln w="9525">
                <a:noFill/>
                <a:miter lim="800000"/>
                <a:headEnd/>
                <a:tailEnd/>
              </a:ln>
            </p:spPr>
            <p:txBody>
              <a:bodyPr wrap="none">
                <a:spAutoFit/>
              </a:bodyPr>
              <a:lstStyle/>
              <a:p>
                <a:r>
                  <a:rPr lang="en-US" altLang="zh-TW" b="1">
                    <a:latin typeface="Calibri" pitchFamily="34" charset="0"/>
                  </a:rPr>
                  <a:t>Peng-Robinson</a:t>
                </a:r>
                <a:r>
                  <a:rPr lang="en-US" altLang="zh-TW">
                    <a:latin typeface="Calibri" pitchFamily="34" charset="0"/>
                  </a:rPr>
                  <a:t> </a:t>
                </a:r>
              </a:p>
            </p:txBody>
          </p:sp>
        </p:grpSp>
      </p:grpSp>
      <p:sp>
        <p:nvSpPr>
          <p:cNvPr id="3086" name="Text Box 25"/>
          <p:cNvSpPr txBox="1">
            <a:spLocks noChangeArrowheads="1"/>
          </p:cNvSpPr>
          <p:nvPr/>
        </p:nvSpPr>
        <p:spPr bwMode="auto">
          <a:xfrm>
            <a:off x="990600" y="5029200"/>
            <a:ext cx="7543800" cy="915988"/>
          </a:xfrm>
          <a:prstGeom prst="rect">
            <a:avLst/>
          </a:prstGeom>
          <a:noFill/>
          <a:ln w="9525">
            <a:noFill/>
            <a:miter lim="800000"/>
            <a:headEnd/>
            <a:tailEnd/>
          </a:ln>
        </p:spPr>
        <p:txBody>
          <a:bodyPr>
            <a:spAutoFit/>
          </a:bodyPr>
          <a:lstStyle/>
          <a:p>
            <a:r>
              <a:rPr lang="en-US" altLang="zh-TW" b="1">
                <a:latin typeface="Calibri" pitchFamily="34" charset="0"/>
              </a:rPr>
              <a:t>Where: a is extractive parameter</a:t>
            </a:r>
          </a:p>
          <a:p>
            <a:r>
              <a:rPr lang="en-US" altLang="zh-TW" b="1">
                <a:latin typeface="Calibri" pitchFamily="34" charset="0"/>
              </a:rPr>
              <a:t>             b is covolume parameter. when v = b, at infinitive pressure.</a:t>
            </a:r>
          </a:p>
          <a:p>
            <a:r>
              <a:rPr lang="en-US" altLang="zh-TW" b="1">
                <a:latin typeface="Calibri" pitchFamily="34" charset="0"/>
              </a:rPr>
              <a:t>             </a:t>
            </a:r>
          </a:p>
        </p:txBody>
      </p:sp>
      <p:sp>
        <p:nvSpPr>
          <p:cNvPr id="3087" name="Rectangle 27"/>
          <p:cNvSpPr>
            <a:spLocks noChangeArrowheads="1"/>
          </p:cNvSpPr>
          <p:nvPr/>
        </p:nvSpPr>
        <p:spPr bwMode="auto">
          <a:xfrm>
            <a:off x="0" y="2867025"/>
            <a:ext cx="9144000" cy="0"/>
          </a:xfrm>
          <a:prstGeom prst="rect">
            <a:avLst/>
          </a:prstGeom>
          <a:noFill/>
          <a:ln w="9525">
            <a:noFill/>
            <a:miter lim="800000"/>
            <a:headEnd/>
            <a:tailEnd/>
          </a:ln>
        </p:spPr>
        <p:txBody>
          <a:bodyPr wrap="none" anchor="ctr">
            <a:spAutoFit/>
          </a:bodyPr>
          <a:lstStyle/>
          <a:p>
            <a:endParaRPr kumimoji="0" lang="zh-TW" altLang="en-US">
              <a:latin typeface="Calibri" pitchFamily="34" charset="0"/>
            </a:endParaRPr>
          </a:p>
        </p:txBody>
      </p:sp>
      <p:sp>
        <p:nvSpPr>
          <p:cNvPr id="3088" name="Rectangle 28"/>
          <p:cNvSpPr>
            <a:spLocks noChangeArrowheads="1"/>
          </p:cNvSpPr>
          <p:nvPr/>
        </p:nvSpPr>
        <p:spPr bwMode="auto">
          <a:xfrm>
            <a:off x="0" y="3990975"/>
            <a:ext cx="9144000" cy="0"/>
          </a:xfrm>
          <a:prstGeom prst="rect">
            <a:avLst/>
          </a:prstGeom>
          <a:noFill/>
          <a:ln w="9525">
            <a:noFill/>
            <a:miter lim="800000"/>
            <a:headEnd/>
            <a:tailEnd/>
          </a:ln>
        </p:spPr>
        <p:txBody>
          <a:bodyPr wrap="none" anchor="ctr">
            <a:spAutoFit/>
          </a:bodyPr>
          <a:lstStyle/>
          <a:p>
            <a:endParaRPr kumimoji="0" lang="zh-TW" altLang="en-US">
              <a:latin typeface="Calibri" pitchFamily="34" charset="0"/>
            </a:endParaRPr>
          </a:p>
        </p:txBody>
      </p:sp>
      <p:sp>
        <p:nvSpPr>
          <p:cNvPr id="3089" name="Text Box 30"/>
          <p:cNvSpPr txBox="1">
            <a:spLocks noChangeArrowheads="1"/>
          </p:cNvSpPr>
          <p:nvPr/>
        </p:nvSpPr>
        <p:spPr bwMode="auto">
          <a:xfrm>
            <a:off x="6400800" y="3200400"/>
            <a:ext cx="1828800" cy="517525"/>
          </a:xfrm>
          <a:prstGeom prst="rect">
            <a:avLst/>
          </a:prstGeom>
          <a:noFill/>
          <a:ln w="9525">
            <a:noFill/>
            <a:miter lim="800000"/>
            <a:headEnd/>
            <a:tailEnd/>
          </a:ln>
        </p:spPr>
        <p:txBody>
          <a:bodyPr>
            <a:spAutoFit/>
          </a:bodyPr>
          <a:lstStyle/>
          <a:p>
            <a:pPr>
              <a:spcBef>
                <a:spcPct val="50000"/>
              </a:spcBef>
            </a:pPr>
            <a:r>
              <a:rPr kumimoji="0" lang="en-US" altLang="zh-TW" sz="1400" b="1">
                <a:latin typeface="Calibri" pitchFamily="34" charset="0"/>
              </a:rPr>
              <a:t>(All EOS are not completely  given)</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0" name="投影片編號版面配置區 5"/>
          <p:cNvSpPr>
            <a:spLocks noGrp="1"/>
          </p:cNvSpPr>
          <p:nvPr>
            <p:ph type="sldNum" sz="quarter" idx="12"/>
          </p:nvPr>
        </p:nvSpPr>
        <p:spPr/>
        <p:txBody>
          <a:bodyPr/>
          <a:lstStyle/>
          <a:p>
            <a:pPr>
              <a:defRPr/>
            </a:pPr>
            <a:fld id="{B95B4926-D7E2-490B-A5B1-BAA8113ED2D8}" type="slidenum">
              <a:rPr lang="en-US" altLang="zh-TW"/>
              <a:pPr>
                <a:defRPr/>
              </a:pPr>
              <a:t>4</a:t>
            </a:fld>
            <a:endParaRPr lang="en-US" altLang="zh-TW"/>
          </a:p>
        </p:txBody>
      </p:sp>
      <p:sp>
        <p:nvSpPr>
          <p:cNvPr id="4101" name="Rectangle 3"/>
          <p:cNvSpPr>
            <a:spLocks noGrp="1" noChangeArrowheads="1"/>
          </p:cNvSpPr>
          <p:nvPr>
            <p:ph type="body" idx="1"/>
          </p:nvPr>
        </p:nvSpPr>
        <p:spPr>
          <a:xfrm>
            <a:off x="457200" y="533400"/>
            <a:ext cx="8229600" cy="5334000"/>
          </a:xfrm>
        </p:spPr>
        <p:txBody>
          <a:bodyPr/>
          <a:lstStyle/>
          <a:p>
            <a:pPr>
              <a:buFontTx/>
              <a:buNone/>
            </a:pPr>
            <a:r>
              <a:rPr lang="en-US" altLang="zh-TW" smtClean="0"/>
              <a:t> </a:t>
            </a:r>
          </a:p>
          <a:p>
            <a:pPr>
              <a:buFontTx/>
              <a:buNone/>
            </a:pPr>
            <a:endParaRPr lang="en-US" altLang="zh-TW" smtClean="0"/>
          </a:p>
        </p:txBody>
      </p:sp>
      <p:sp>
        <p:nvSpPr>
          <p:cNvPr id="4102" name="Text Box 5"/>
          <p:cNvSpPr txBox="1">
            <a:spLocks noChangeArrowheads="1"/>
          </p:cNvSpPr>
          <p:nvPr/>
        </p:nvSpPr>
        <p:spPr bwMode="auto">
          <a:xfrm>
            <a:off x="762000" y="1066800"/>
            <a:ext cx="4872038" cy="369888"/>
          </a:xfrm>
          <a:prstGeom prst="rect">
            <a:avLst/>
          </a:prstGeom>
          <a:noFill/>
          <a:ln w="9525">
            <a:noFill/>
            <a:miter lim="800000"/>
            <a:headEnd/>
            <a:tailEnd/>
          </a:ln>
        </p:spPr>
        <p:txBody>
          <a:bodyPr wrap="none">
            <a:spAutoFit/>
          </a:bodyPr>
          <a:lstStyle/>
          <a:p>
            <a:r>
              <a:rPr lang="en-US" altLang="zh-TW" b="1">
                <a:latin typeface="Calibri" pitchFamily="34" charset="0"/>
              </a:rPr>
              <a:t>Two alternative forms of the R-K and the P-R EOS</a:t>
            </a:r>
          </a:p>
        </p:txBody>
      </p:sp>
      <p:sp>
        <p:nvSpPr>
          <p:cNvPr id="4103" name="Rectangle 7"/>
          <p:cNvSpPr>
            <a:spLocks noChangeArrowheads="1"/>
          </p:cNvSpPr>
          <p:nvPr/>
        </p:nvSpPr>
        <p:spPr bwMode="auto">
          <a:xfrm>
            <a:off x="0" y="2638425"/>
            <a:ext cx="9144000" cy="0"/>
          </a:xfrm>
          <a:prstGeom prst="rect">
            <a:avLst/>
          </a:prstGeom>
          <a:noFill/>
          <a:ln w="9525">
            <a:noFill/>
            <a:miter lim="800000"/>
            <a:headEnd/>
            <a:tailEnd/>
          </a:ln>
        </p:spPr>
        <p:txBody>
          <a:bodyPr wrap="none" anchor="ctr">
            <a:spAutoFit/>
          </a:bodyPr>
          <a:lstStyle/>
          <a:p>
            <a:endParaRPr kumimoji="0" lang="zh-TW" altLang="en-US">
              <a:latin typeface="Calibri" pitchFamily="34" charset="0"/>
            </a:endParaRPr>
          </a:p>
        </p:txBody>
      </p:sp>
      <p:graphicFrame>
        <p:nvGraphicFramePr>
          <p:cNvPr id="4098" name="Object 6"/>
          <p:cNvGraphicFramePr>
            <a:graphicFrameLocks noChangeAspect="1"/>
          </p:cNvGraphicFramePr>
          <p:nvPr/>
        </p:nvGraphicFramePr>
        <p:xfrm>
          <a:off x="838200" y="3810000"/>
          <a:ext cx="4800600" cy="1881188"/>
        </p:xfrm>
        <a:graphic>
          <a:graphicData uri="http://schemas.openxmlformats.org/presentationml/2006/ole">
            <p:oleObj spid="_x0000_s4098" name="Equation" r:id="rId3" imgW="3530600" imgH="1371600" progId="">
              <p:embed/>
            </p:oleObj>
          </a:graphicData>
        </a:graphic>
      </p:graphicFrame>
      <p:sp>
        <p:nvSpPr>
          <p:cNvPr id="4104" name="Rectangle 8"/>
          <p:cNvSpPr>
            <a:spLocks noChangeArrowheads="1"/>
          </p:cNvSpPr>
          <p:nvPr/>
        </p:nvSpPr>
        <p:spPr bwMode="auto">
          <a:xfrm>
            <a:off x="0" y="4219575"/>
            <a:ext cx="9144000" cy="0"/>
          </a:xfrm>
          <a:prstGeom prst="rect">
            <a:avLst/>
          </a:prstGeom>
          <a:noFill/>
          <a:ln w="9525">
            <a:noFill/>
            <a:miter lim="800000"/>
            <a:headEnd/>
            <a:tailEnd/>
          </a:ln>
        </p:spPr>
        <p:txBody>
          <a:bodyPr wrap="none" anchor="ctr">
            <a:spAutoFit/>
          </a:bodyPr>
          <a:lstStyle/>
          <a:p>
            <a:endParaRPr kumimoji="0" lang="zh-TW" altLang="en-US">
              <a:latin typeface="Calibri" pitchFamily="34" charset="0"/>
            </a:endParaRPr>
          </a:p>
        </p:txBody>
      </p:sp>
      <p:sp>
        <p:nvSpPr>
          <p:cNvPr id="4105" name="Rectangle 11"/>
          <p:cNvSpPr>
            <a:spLocks noChangeArrowheads="1"/>
          </p:cNvSpPr>
          <p:nvPr/>
        </p:nvSpPr>
        <p:spPr bwMode="auto">
          <a:xfrm>
            <a:off x="0" y="3195638"/>
            <a:ext cx="9144000" cy="0"/>
          </a:xfrm>
          <a:prstGeom prst="rect">
            <a:avLst/>
          </a:prstGeom>
          <a:noFill/>
          <a:ln w="9525">
            <a:noFill/>
            <a:miter lim="800000"/>
            <a:headEnd/>
            <a:tailEnd/>
          </a:ln>
        </p:spPr>
        <p:txBody>
          <a:bodyPr wrap="none" anchor="ctr">
            <a:spAutoFit/>
          </a:bodyPr>
          <a:lstStyle/>
          <a:p>
            <a:endParaRPr kumimoji="0" lang="zh-TW" altLang="en-US">
              <a:latin typeface="Calibri" pitchFamily="34" charset="0"/>
            </a:endParaRPr>
          </a:p>
        </p:txBody>
      </p:sp>
      <p:sp>
        <p:nvSpPr>
          <p:cNvPr id="4106" name="Text Box 12"/>
          <p:cNvSpPr txBox="1">
            <a:spLocks noChangeArrowheads="1"/>
          </p:cNvSpPr>
          <p:nvPr/>
        </p:nvSpPr>
        <p:spPr bwMode="auto">
          <a:xfrm>
            <a:off x="5715000" y="2590800"/>
            <a:ext cx="2590800" cy="739775"/>
          </a:xfrm>
          <a:prstGeom prst="rect">
            <a:avLst/>
          </a:prstGeom>
          <a:noFill/>
          <a:ln w="9525">
            <a:noFill/>
            <a:miter lim="800000"/>
            <a:headEnd/>
            <a:tailEnd/>
          </a:ln>
        </p:spPr>
        <p:txBody>
          <a:bodyPr>
            <a:spAutoFit/>
          </a:bodyPr>
          <a:lstStyle/>
          <a:p>
            <a:pPr>
              <a:lnSpc>
                <a:spcPct val="45000"/>
              </a:lnSpc>
              <a:spcBef>
                <a:spcPct val="50000"/>
              </a:spcBef>
            </a:pPr>
            <a:r>
              <a:rPr kumimoji="0" lang="en-US" altLang="zh-TW" b="1">
                <a:solidFill>
                  <a:srgbClr val="008080"/>
                </a:solidFill>
                <a:latin typeface="Times New Roman" pitchFamily="18" charset="0"/>
              </a:rPr>
              <a:t>Two-parameter EOS</a:t>
            </a:r>
          </a:p>
          <a:p>
            <a:pPr>
              <a:lnSpc>
                <a:spcPct val="45000"/>
              </a:lnSpc>
              <a:spcBef>
                <a:spcPct val="50000"/>
              </a:spcBef>
            </a:pPr>
            <a:r>
              <a:rPr kumimoji="0" lang="en-US" altLang="zh-TW" b="1">
                <a:solidFill>
                  <a:srgbClr val="008080"/>
                </a:solidFill>
                <a:latin typeface="Times New Roman" pitchFamily="18" charset="0"/>
              </a:rPr>
              <a:t>               and </a:t>
            </a:r>
          </a:p>
          <a:p>
            <a:pPr>
              <a:lnSpc>
                <a:spcPct val="45000"/>
              </a:lnSpc>
              <a:spcBef>
                <a:spcPct val="50000"/>
              </a:spcBef>
            </a:pPr>
            <a:r>
              <a:rPr kumimoji="0" lang="en-US" altLang="zh-TW" b="1">
                <a:solidFill>
                  <a:srgbClr val="008080"/>
                </a:solidFill>
                <a:latin typeface="Times New Roman" pitchFamily="18" charset="0"/>
              </a:rPr>
              <a:t>Three-parameter EOS</a:t>
            </a:r>
          </a:p>
        </p:txBody>
      </p:sp>
      <p:graphicFrame>
        <p:nvGraphicFramePr>
          <p:cNvPr id="4099" name="Object 26"/>
          <p:cNvGraphicFramePr>
            <a:graphicFrameLocks noChangeAspect="1"/>
          </p:cNvGraphicFramePr>
          <p:nvPr/>
        </p:nvGraphicFramePr>
        <p:xfrm>
          <a:off x="838200" y="2133600"/>
          <a:ext cx="2184400" cy="1187450"/>
        </p:xfrm>
        <a:graphic>
          <a:graphicData uri="http://schemas.openxmlformats.org/presentationml/2006/ole">
            <p:oleObj spid="_x0000_s4099" name="Equation" r:id="rId4" imgW="1676400" imgH="914400" progId="">
              <p:embed/>
            </p:oleObj>
          </a:graphicData>
        </a:graphic>
      </p:graphicFrame>
      <p:sp>
        <p:nvSpPr>
          <p:cNvPr id="4107" name="文字方塊 10"/>
          <p:cNvSpPr txBox="1">
            <a:spLocks noChangeArrowheads="1"/>
          </p:cNvSpPr>
          <p:nvPr/>
        </p:nvSpPr>
        <p:spPr bwMode="auto">
          <a:xfrm>
            <a:off x="3348038" y="2708275"/>
            <a:ext cx="1295400" cy="369888"/>
          </a:xfrm>
          <a:prstGeom prst="rect">
            <a:avLst/>
          </a:prstGeom>
          <a:noFill/>
          <a:ln w="9525">
            <a:noFill/>
            <a:miter lim="800000"/>
            <a:headEnd/>
            <a:tailEnd/>
          </a:ln>
        </p:spPr>
        <p:txBody>
          <a:bodyPr>
            <a:spAutoFit/>
          </a:bodyPr>
          <a:lstStyle/>
          <a:p>
            <a:r>
              <a:rPr kumimoji="0" lang="en-US" altLang="zh-TW">
                <a:latin typeface="Calibri" pitchFamily="34" charset="0"/>
              </a:rPr>
              <a:t>(R-K EOS)</a:t>
            </a:r>
            <a:endParaRPr kumimoji="0" lang="zh-TW" altLang="en-US">
              <a:latin typeface="Calibri" pitchFamily="34" charset="0"/>
            </a:endParaRPr>
          </a:p>
        </p:txBody>
      </p:sp>
      <p:sp>
        <p:nvSpPr>
          <p:cNvPr id="4108" name="文字方塊 11"/>
          <p:cNvSpPr txBox="1">
            <a:spLocks noChangeArrowheads="1"/>
          </p:cNvSpPr>
          <p:nvPr/>
        </p:nvSpPr>
        <p:spPr bwMode="auto">
          <a:xfrm>
            <a:off x="6011863" y="4508500"/>
            <a:ext cx="1512887" cy="369888"/>
          </a:xfrm>
          <a:prstGeom prst="rect">
            <a:avLst/>
          </a:prstGeom>
          <a:noFill/>
          <a:ln w="9525">
            <a:noFill/>
            <a:miter lim="800000"/>
            <a:headEnd/>
            <a:tailEnd/>
          </a:ln>
        </p:spPr>
        <p:txBody>
          <a:bodyPr>
            <a:spAutoFit/>
          </a:bodyPr>
          <a:lstStyle/>
          <a:p>
            <a:r>
              <a:rPr kumimoji="0" lang="en-US" altLang="zh-TW">
                <a:latin typeface="Calibri" pitchFamily="34" charset="0"/>
              </a:rPr>
              <a:t>(P-R EOS)</a:t>
            </a:r>
            <a:endParaRPr kumimoji="0" lang="zh-TW" altLang="en-US">
              <a:latin typeface="Calibri" pitchFamily="34" charset="0"/>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2"/>
          <p:cNvSpPr>
            <a:spLocks noGrp="1" noChangeArrowheads="1"/>
          </p:cNvSpPr>
          <p:nvPr>
            <p:ph type="title"/>
          </p:nvPr>
        </p:nvSpPr>
        <p:spPr>
          <a:xfrm>
            <a:off x="304800" y="1066800"/>
            <a:ext cx="3657600" cy="503238"/>
          </a:xfrm>
        </p:spPr>
        <p:txBody>
          <a:bodyPr/>
          <a:lstStyle/>
          <a:p>
            <a:r>
              <a:rPr lang="en-US" altLang="zh-TW" sz="1800" b="1" smtClean="0"/>
              <a:t>The Virial Equation of State</a:t>
            </a:r>
            <a:endParaRPr lang="zh-TW" altLang="en-US" sz="1800" b="1" smtClean="0"/>
          </a:p>
        </p:txBody>
      </p:sp>
      <p:graphicFrame>
        <p:nvGraphicFramePr>
          <p:cNvPr id="5122" name="Object 10"/>
          <p:cNvGraphicFramePr>
            <a:graphicFrameLocks noChangeAspect="1"/>
          </p:cNvGraphicFramePr>
          <p:nvPr>
            <p:ph idx="1"/>
          </p:nvPr>
        </p:nvGraphicFramePr>
        <p:xfrm>
          <a:off x="1143000" y="1981200"/>
          <a:ext cx="3505200" cy="620713"/>
        </p:xfrm>
        <a:graphic>
          <a:graphicData uri="http://schemas.openxmlformats.org/presentationml/2006/ole">
            <p:oleObj spid="_x0000_s5122" name="Equation" r:id="rId3" imgW="2298700" imgH="406400" progId="">
              <p:embed/>
            </p:oleObj>
          </a:graphicData>
        </a:graphic>
      </p:graphicFrame>
      <p:sp>
        <p:nvSpPr>
          <p:cNvPr id="5124" name="Text Box 6"/>
          <p:cNvSpPr txBox="1">
            <a:spLocks noChangeArrowheads="1"/>
          </p:cNvSpPr>
          <p:nvPr/>
        </p:nvSpPr>
        <p:spPr bwMode="auto">
          <a:xfrm>
            <a:off x="533400" y="3886200"/>
            <a:ext cx="8001000" cy="2032000"/>
          </a:xfrm>
          <a:prstGeom prst="rect">
            <a:avLst/>
          </a:prstGeom>
          <a:noFill/>
          <a:ln w="9525">
            <a:noFill/>
            <a:miter lim="800000"/>
            <a:headEnd/>
            <a:tailEnd/>
          </a:ln>
        </p:spPr>
        <p:txBody>
          <a:bodyPr>
            <a:spAutoFit/>
          </a:bodyPr>
          <a:lstStyle/>
          <a:p>
            <a:r>
              <a:rPr kumimoji="0" lang="en-US" altLang="zh-TW">
                <a:latin typeface="Calibri" pitchFamily="34" charset="0"/>
              </a:rPr>
              <a:t>The </a:t>
            </a:r>
            <a:r>
              <a:rPr kumimoji="0" lang="en-US" altLang="zh-TW">
                <a:solidFill>
                  <a:srgbClr val="000099"/>
                </a:solidFill>
                <a:latin typeface="Calibri" pitchFamily="34" charset="0"/>
              </a:rPr>
              <a:t>Hayden-O’connell model </a:t>
            </a:r>
            <a:r>
              <a:rPr kumimoji="0" lang="en-US" altLang="zh-TW">
                <a:latin typeface="Calibri" pitchFamily="34" charset="0"/>
              </a:rPr>
              <a:t>and the </a:t>
            </a:r>
            <a:r>
              <a:rPr kumimoji="0" lang="en-US" altLang="zh-TW">
                <a:solidFill>
                  <a:srgbClr val="000099"/>
                </a:solidFill>
                <a:latin typeface="Calibri" pitchFamily="34" charset="0"/>
              </a:rPr>
              <a:t>Nothnagel model </a:t>
            </a:r>
            <a:r>
              <a:rPr kumimoji="0" lang="en-US" altLang="zh-TW">
                <a:latin typeface="Calibri" pitchFamily="34" charset="0"/>
              </a:rPr>
              <a:t>are the modelsincorporates the chemical theory of dimerization to account for strong association and solvation effects, such as those found in organic acids, like acetic acid.</a:t>
            </a:r>
          </a:p>
          <a:p>
            <a:endParaRPr kumimoji="0" lang="en-US" altLang="zh-TW">
              <a:latin typeface="Calibri" pitchFamily="34" charset="0"/>
            </a:endParaRPr>
          </a:p>
          <a:p>
            <a:r>
              <a:rPr kumimoji="0" lang="en-US" altLang="zh-TW">
                <a:latin typeface="Calibri" pitchFamily="34" charset="0"/>
              </a:rPr>
              <a:t>Please refer to literature for the theoretical considerations. </a:t>
            </a:r>
          </a:p>
          <a:p>
            <a:r>
              <a:rPr kumimoji="0" lang="en-US" altLang="zh-TW">
                <a:latin typeface="Calibri" pitchFamily="34" charset="0"/>
              </a:rPr>
              <a:t>Usually, every simulation software has these two models for vapor phase calculations.</a:t>
            </a:r>
          </a:p>
        </p:txBody>
      </p:sp>
      <p:sp>
        <p:nvSpPr>
          <p:cNvPr id="5125" name="Text Box 8"/>
          <p:cNvSpPr txBox="1">
            <a:spLocks noChangeArrowheads="1"/>
          </p:cNvSpPr>
          <p:nvPr/>
        </p:nvSpPr>
        <p:spPr bwMode="auto">
          <a:xfrm>
            <a:off x="457200" y="3429000"/>
            <a:ext cx="7239000" cy="369888"/>
          </a:xfrm>
          <a:prstGeom prst="rect">
            <a:avLst/>
          </a:prstGeom>
          <a:noFill/>
          <a:ln w="9525">
            <a:noFill/>
            <a:miter lim="800000"/>
            <a:headEnd/>
            <a:tailEnd/>
          </a:ln>
        </p:spPr>
        <p:txBody>
          <a:bodyPr>
            <a:spAutoFit/>
          </a:bodyPr>
          <a:lstStyle/>
          <a:p>
            <a:pPr>
              <a:spcBef>
                <a:spcPct val="50000"/>
              </a:spcBef>
            </a:pPr>
            <a:r>
              <a:rPr kumimoji="0" lang="en-US" altLang="zh-TW" b="1">
                <a:latin typeface="Calibri" pitchFamily="34" charset="0"/>
              </a:rPr>
              <a:t>Equation of state for the association of vapor molecules</a:t>
            </a:r>
            <a:r>
              <a:rPr kumimoji="0" lang="en-US" altLang="zh-TW">
                <a:latin typeface="Calibri" pitchFamily="34" charset="0"/>
              </a:rPr>
              <a:t> </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2"/>
          <p:cNvSpPr>
            <a:spLocks noGrp="1" noChangeArrowheads="1"/>
          </p:cNvSpPr>
          <p:nvPr>
            <p:ph type="title"/>
          </p:nvPr>
        </p:nvSpPr>
        <p:spPr>
          <a:xfrm>
            <a:off x="457200" y="381000"/>
            <a:ext cx="8229600" cy="1143000"/>
          </a:xfrm>
        </p:spPr>
        <p:txBody>
          <a:bodyPr/>
          <a:lstStyle/>
          <a:p>
            <a:pPr>
              <a:lnSpc>
                <a:spcPct val="70000"/>
              </a:lnSpc>
            </a:pPr>
            <a:r>
              <a:rPr lang="en-US" altLang="zh-TW" sz="3200" b="1" smtClean="0"/>
              <a:t>PC-SAFT EOS</a:t>
            </a:r>
            <a:r>
              <a:rPr lang="en-US" altLang="zh-TW" sz="4000" smtClean="0"/>
              <a:t/>
            </a:r>
            <a:br>
              <a:rPr lang="en-US" altLang="zh-TW" sz="4000" smtClean="0"/>
            </a:br>
            <a:r>
              <a:rPr lang="en-US" altLang="zh-TW" sz="2200" b="1" smtClean="0"/>
              <a:t>(Perturbed Chain Statistical Associating Fluid Theory)</a:t>
            </a:r>
            <a:r>
              <a:rPr lang="en-US" altLang="zh-TW" sz="4000" smtClean="0"/>
              <a:t> </a:t>
            </a:r>
            <a:endParaRPr lang="zh-TW" altLang="en-US" sz="4000" smtClean="0"/>
          </a:p>
        </p:txBody>
      </p:sp>
      <p:sp>
        <p:nvSpPr>
          <p:cNvPr id="38914" name="Rectangle 3"/>
          <p:cNvSpPr>
            <a:spLocks noGrp="1" noChangeArrowheads="1"/>
          </p:cNvSpPr>
          <p:nvPr>
            <p:ph type="body" idx="1"/>
          </p:nvPr>
        </p:nvSpPr>
        <p:spPr>
          <a:xfrm>
            <a:off x="228600" y="1981200"/>
            <a:ext cx="8686800" cy="3352800"/>
          </a:xfrm>
        </p:spPr>
        <p:txBody>
          <a:bodyPr/>
          <a:lstStyle/>
          <a:p>
            <a:pPr marL="355600" indent="-355600">
              <a:lnSpc>
                <a:spcPct val="80000"/>
              </a:lnSpc>
              <a:buFontTx/>
              <a:buNone/>
            </a:pPr>
            <a:r>
              <a:rPr lang="en-US" altLang="zh-TW" sz="1400" b="1" smtClean="0">
                <a:latin typeface="Times New Roman" pitchFamily="18" charset="0"/>
              </a:rPr>
              <a:t>In the PC-SAFT model, a molecule is modeled as a chain molecule by a series of freely-jointed tangent spheres. The contribution from hard-chain fluids as a reference system consists of two parts, a nonbonding contribution (i.e., hard sphere mixtures prior to bonding to form chains) and a bonding contribution due to chain formation (hard chain fluid = hard sphere + chain) (contribution)</a:t>
            </a:r>
          </a:p>
          <a:p>
            <a:pPr marL="355600" indent="-355600">
              <a:lnSpc>
                <a:spcPct val="80000"/>
              </a:lnSpc>
              <a:buFontTx/>
              <a:buNone/>
            </a:pPr>
            <a:r>
              <a:rPr lang="en-US" altLang="zh-TW" sz="1400" b="1" smtClean="0">
                <a:latin typeface="Times New Roman" pitchFamily="18" charset="0"/>
              </a:rPr>
              <a:t>The copolymer PC-SAFT model is based on the perturbation theory. This model divides the intermolecular forces into repulsive and attractive contributions and uses a hard-chain reference system to account for the repulsive interactions. The attractive forces are further divided into different contributions, including dispersion, polar, and association</a:t>
            </a:r>
          </a:p>
          <a:p>
            <a:pPr marL="355600" indent="-355600">
              <a:lnSpc>
                <a:spcPct val="80000"/>
              </a:lnSpc>
              <a:buFontTx/>
              <a:buNone/>
            </a:pPr>
            <a:r>
              <a:rPr lang="en-US" altLang="zh-TW" sz="1400" b="1" smtClean="0">
                <a:latin typeface="Times New Roman" pitchFamily="18" charset="0"/>
              </a:rPr>
              <a:t>The copolymer PC-SAFT represents the completed PC-SAFT EOS model developed by Sadowski and co-workers (2001 and then). Unlike the PC-SAFT EOS model in Aspen Plus, the copolymer PC-SAFT includes the association and polar terms and does not apply mixing rules to calculate the copolymer parameters from its segments. Its applicability covers fluid systems from small to large molecules, including normal fluids, water, alcohols, and ketones, polymers and copolymers and their mixtures.</a:t>
            </a:r>
          </a:p>
          <a:p>
            <a:pPr marL="355600" indent="-355600">
              <a:lnSpc>
                <a:spcPct val="80000"/>
              </a:lnSpc>
              <a:buFontTx/>
              <a:buNone/>
            </a:pPr>
            <a:r>
              <a:rPr lang="en-US" altLang="zh-TW" sz="1400" b="1" smtClean="0">
                <a:latin typeface="Times New Roman" pitchFamily="18" charset="0"/>
              </a:rPr>
              <a:t>.</a:t>
            </a:r>
          </a:p>
          <a:p>
            <a:pPr marL="355600" indent="-355600">
              <a:lnSpc>
                <a:spcPct val="80000"/>
              </a:lnSpc>
            </a:pPr>
            <a:endParaRPr lang="en-US" altLang="zh-TW" sz="1400" b="1" smtClean="0">
              <a:latin typeface="Times New Roman" pitchFamily="18" charset="0"/>
            </a:endParaRPr>
          </a:p>
          <a:p>
            <a:pPr marL="355600" indent="-355600">
              <a:lnSpc>
                <a:spcPct val="80000"/>
              </a:lnSpc>
            </a:pPr>
            <a:endParaRPr lang="zh-TW" altLang="en-US" sz="1600" b="1" smtClean="0">
              <a:latin typeface="Times New Roman" pitchFamily="18" charset="0"/>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0" name="投影片編號版面配置區 5"/>
          <p:cNvSpPr>
            <a:spLocks noGrp="1"/>
          </p:cNvSpPr>
          <p:nvPr>
            <p:ph type="sldNum" sz="quarter" idx="12"/>
          </p:nvPr>
        </p:nvSpPr>
        <p:spPr/>
        <p:txBody>
          <a:bodyPr/>
          <a:lstStyle/>
          <a:p>
            <a:pPr>
              <a:defRPr/>
            </a:pPr>
            <a:fld id="{6C0E76C8-5784-442D-A4A9-8B4EDCF3FD5E}" type="slidenum">
              <a:rPr lang="en-US" altLang="zh-TW"/>
              <a:pPr>
                <a:defRPr/>
              </a:pPr>
              <a:t>7</a:t>
            </a:fld>
            <a:endParaRPr lang="en-US" altLang="zh-TW"/>
          </a:p>
        </p:txBody>
      </p:sp>
      <p:sp>
        <p:nvSpPr>
          <p:cNvPr id="6151" name="Rectangle 2"/>
          <p:cNvSpPr>
            <a:spLocks noGrp="1" noChangeArrowheads="1"/>
          </p:cNvSpPr>
          <p:nvPr>
            <p:ph type="title"/>
          </p:nvPr>
        </p:nvSpPr>
        <p:spPr>
          <a:xfrm>
            <a:off x="381000" y="457200"/>
            <a:ext cx="8229600" cy="1143000"/>
          </a:xfrm>
        </p:spPr>
        <p:txBody>
          <a:bodyPr/>
          <a:lstStyle/>
          <a:p>
            <a:r>
              <a:rPr lang="en-US" altLang="zh-TW" sz="3200" b="1" smtClean="0">
                <a:solidFill>
                  <a:srgbClr val="003366"/>
                </a:solidFill>
              </a:rPr>
              <a:t>The Mixing Rules</a:t>
            </a:r>
            <a:r>
              <a:rPr lang="en-US" altLang="zh-TW" smtClean="0"/>
              <a:t> </a:t>
            </a:r>
          </a:p>
        </p:txBody>
      </p:sp>
      <p:sp>
        <p:nvSpPr>
          <p:cNvPr id="6152" name="Rectangle 3"/>
          <p:cNvSpPr>
            <a:spLocks noGrp="1" noChangeArrowheads="1"/>
          </p:cNvSpPr>
          <p:nvPr>
            <p:ph type="body" idx="1"/>
          </p:nvPr>
        </p:nvSpPr>
        <p:spPr>
          <a:xfrm>
            <a:off x="457200" y="1600200"/>
            <a:ext cx="8229600" cy="4876800"/>
          </a:xfrm>
        </p:spPr>
        <p:txBody>
          <a:bodyPr/>
          <a:lstStyle/>
          <a:p>
            <a:pPr>
              <a:buFontTx/>
              <a:buNone/>
            </a:pPr>
            <a:endParaRPr lang="en-US" altLang="zh-TW" smtClean="0"/>
          </a:p>
          <a:p>
            <a:pPr>
              <a:buFontTx/>
              <a:buNone/>
            </a:pPr>
            <a:endParaRPr lang="en-US" altLang="zh-TW" smtClean="0"/>
          </a:p>
        </p:txBody>
      </p:sp>
      <p:sp>
        <p:nvSpPr>
          <p:cNvPr id="6153" name="Text Box 4"/>
          <p:cNvSpPr txBox="1">
            <a:spLocks noChangeArrowheads="1"/>
          </p:cNvSpPr>
          <p:nvPr/>
        </p:nvSpPr>
        <p:spPr bwMode="auto">
          <a:xfrm>
            <a:off x="609600" y="1651000"/>
            <a:ext cx="2652713" cy="396875"/>
          </a:xfrm>
          <a:prstGeom prst="rect">
            <a:avLst/>
          </a:prstGeom>
          <a:noFill/>
          <a:ln w="9525">
            <a:noFill/>
            <a:miter lim="800000"/>
            <a:headEnd/>
            <a:tailEnd/>
          </a:ln>
        </p:spPr>
        <p:txBody>
          <a:bodyPr wrap="none">
            <a:spAutoFit/>
          </a:bodyPr>
          <a:lstStyle/>
          <a:p>
            <a:r>
              <a:rPr lang="en-US" altLang="zh-TW" b="1">
                <a:latin typeface="Calibri" pitchFamily="34" charset="0"/>
              </a:rPr>
              <a:t>1) </a:t>
            </a:r>
            <a:r>
              <a:rPr lang="en-US" altLang="zh-TW" sz="2000" b="1">
                <a:latin typeface="Calibri" pitchFamily="34" charset="0"/>
              </a:rPr>
              <a:t>Conventional type</a:t>
            </a:r>
          </a:p>
        </p:txBody>
      </p:sp>
      <p:sp>
        <p:nvSpPr>
          <p:cNvPr id="6154" name="Text Box 5"/>
          <p:cNvSpPr txBox="1">
            <a:spLocks noChangeArrowheads="1"/>
          </p:cNvSpPr>
          <p:nvPr/>
        </p:nvSpPr>
        <p:spPr bwMode="auto">
          <a:xfrm>
            <a:off x="898525" y="2017713"/>
            <a:ext cx="3565525" cy="369887"/>
          </a:xfrm>
          <a:prstGeom prst="rect">
            <a:avLst/>
          </a:prstGeom>
          <a:noFill/>
          <a:ln w="9525">
            <a:noFill/>
            <a:miter lim="800000"/>
            <a:headEnd/>
            <a:tailEnd/>
          </a:ln>
        </p:spPr>
        <p:txBody>
          <a:bodyPr wrap="none">
            <a:spAutoFit/>
          </a:bodyPr>
          <a:lstStyle/>
          <a:p>
            <a:r>
              <a:rPr lang="en-US" altLang="zh-TW" b="1">
                <a:latin typeface="Calibri" pitchFamily="34" charset="0"/>
              </a:rPr>
              <a:t>The van der Waals</a:t>
            </a:r>
            <a:r>
              <a:rPr lang="en-US" altLang="zh-TW">
                <a:latin typeface="Calibri" pitchFamily="34" charset="0"/>
              </a:rPr>
              <a:t> one-fluid theory </a:t>
            </a:r>
          </a:p>
        </p:txBody>
      </p:sp>
      <p:sp>
        <p:nvSpPr>
          <p:cNvPr id="6155" name="Rectangle 7"/>
          <p:cNvSpPr>
            <a:spLocks noChangeArrowheads="1"/>
          </p:cNvSpPr>
          <p:nvPr/>
        </p:nvSpPr>
        <p:spPr bwMode="auto">
          <a:xfrm>
            <a:off x="0" y="3095625"/>
            <a:ext cx="9144000" cy="0"/>
          </a:xfrm>
          <a:prstGeom prst="rect">
            <a:avLst/>
          </a:prstGeom>
          <a:noFill/>
          <a:ln w="9525">
            <a:noFill/>
            <a:miter lim="800000"/>
            <a:headEnd/>
            <a:tailEnd/>
          </a:ln>
        </p:spPr>
        <p:txBody>
          <a:bodyPr wrap="none" anchor="ctr">
            <a:spAutoFit/>
          </a:bodyPr>
          <a:lstStyle/>
          <a:p>
            <a:endParaRPr kumimoji="0" lang="zh-TW" altLang="en-US">
              <a:latin typeface="Calibri" pitchFamily="34" charset="0"/>
            </a:endParaRPr>
          </a:p>
        </p:txBody>
      </p:sp>
      <p:graphicFrame>
        <p:nvGraphicFramePr>
          <p:cNvPr id="6146" name="Object 6"/>
          <p:cNvGraphicFramePr>
            <a:graphicFrameLocks noChangeAspect="1"/>
          </p:cNvGraphicFramePr>
          <p:nvPr/>
        </p:nvGraphicFramePr>
        <p:xfrm>
          <a:off x="1524000" y="2514600"/>
          <a:ext cx="1562100" cy="719138"/>
        </p:xfrm>
        <a:graphic>
          <a:graphicData uri="http://schemas.openxmlformats.org/presentationml/2006/ole">
            <p:oleObj spid="_x0000_s6146" name="Equation" r:id="rId3" imgW="1155700" imgH="533400" progId="">
              <p:embed/>
            </p:oleObj>
          </a:graphicData>
        </a:graphic>
      </p:graphicFrame>
      <p:sp>
        <p:nvSpPr>
          <p:cNvPr id="6156" name="Rectangle 8"/>
          <p:cNvSpPr>
            <a:spLocks noChangeArrowheads="1"/>
          </p:cNvSpPr>
          <p:nvPr/>
        </p:nvSpPr>
        <p:spPr bwMode="auto">
          <a:xfrm>
            <a:off x="0" y="3762375"/>
            <a:ext cx="9144000" cy="0"/>
          </a:xfrm>
          <a:prstGeom prst="rect">
            <a:avLst/>
          </a:prstGeom>
          <a:noFill/>
          <a:ln w="9525">
            <a:noFill/>
            <a:miter lim="800000"/>
            <a:headEnd/>
            <a:tailEnd/>
          </a:ln>
        </p:spPr>
        <p:txBody>
          <a:bodyPr wrap="none" anchor="ctr">
            <a:spAutoFit/>
          </a:bodyPr>
          <a:lstStyle/>
          <a:p>
            <a:endParaRPr kumimoji="0" lang="zh-TW" altLang="en-US">
              <a:latin typeface="Calibri" pitchFamily="34" charset="0"/>
            </a:endParaRPr>
          </a:p>
        </p:txBody>
      </p:sp>
      <p:sp>
        <p:nvSpPr>
          <p:cNvPr id="6157" name="Rectangle 10"/>
          <p:cNvSpPr>
            <a:spLocks noChangeArrowheads="1"/>
          </p:cNvSpPr>
          <p:nvPr/>
        </p:nvSpPr>
        <p:spPr bwMode="auto">
          <a:xfrm>
            <a:off x="1143000" y="3886200"/>
            <a:ext cx="9144000" cy="0"/>
          </a:xfrm>
          <a:prstGeom prst="rect">
            <a:avLst/>
          </a:prstGeom>
          <a:noFill/>
          <a:ln w="9525">
            <a:noFill/>
            <a:miter lim="800000"/>
            <a:headEnd/>
            <a:tailEnd/>
          </a:ln>
        </p:spPr>
        <p:txBody>
          <a:bodyPr wrap="none" anchor="ctr">
            <a:spAutoFit/>
          </a:bodyPr>
          <a:lstStyle/>
          <a:p>
            <a:endParaRPr kumimoji="0" lang="zh-TW" altLang="en-US">
              <a:latin typeface="Calibri" pitchFamily="34" charset="0"/>
            </a:endParaRPr>
          </a:p>
        </p:txBody>
      </p:sp>
      <p:sp>
        <p:nvSpPr>
          <p:cNvPr id="6158" name="Rectangle 11"/>
          <p:cNvSpPr>
            <a:spLocks noChangeArrowheads="1"/>
          </p:cNvSpPr>
          <p:nvPr/>
        </p:nvSpPr>
        <p:spPr bwMode="auto">
          <a:xfrm>
            <a:off x="0" y="3581400"/>
            <a:ext cx="9144000" cy="0"/>
          </a:xfrm>
          <a:prstGeom prst="rect">
            <a:avLst/>
          </a:prstGeom>
          <a:noFill/>
          <a:ln w="9525">
            <a:noFill/>
            <a:miter lim="800000"/>
            <a:headEnd/>
            <a:tailEnd/>
          </a:ln>
        </p:spPr>
        <p:txBody>
          <a:bodyPr wrap="none" anchor="ctr">
            <a:spAutoFit/>
          </a:bodyPr>
          <a:lstStyle/>
          <a:p>
            <a:endParaRPr kumimoji="0" lang="zh-TW" altLang="en-US">
              <a:latin typeface="Calibri" pitchFamily="34" charset="0"/>
            </a:endParaRPr>
          </a:p>
        </p:txBody>
      </p:sp>
      <p:grpSp>
        <p:nvGrpSpPr>
          <p:cNvPr id="6159" name="Group 13"/>
          <p:cNvGrpSpPr>
            <a:grpSpLocks/>
          </p:cNvGrpSpPr>
          <p:nvPr/>
        </p:nvGrpSpPr>
        <p:grpSpPr bwMode="auto">
          <a:xfrm>
            <a:off x="1524000" y="3200400"/>
            <a:ext cx="4718050" cy="436563"/>
            <a:chOff x="960" y="2112"/>
            <a:chExt cx="2972" cy="275"/>
          </a:xfrm>
        </p:grpSpPr>
        <p:graphicFrame>
          <p:nvGraphicFramePr>
            <p:cNvPr id="6149" name="Object 9"/>
            <p:cNvGraphicFramePr>
              <a:graphicFrameLocks noChangeAspect="1"/>
            </p:cNvGraphicFramePr>
            <p:nvPr/>
          </p:nvGraphicFramePr>
          <p:xfrm>
            <a:off x="960" y="2160"/>
            <a:ext cx="1254" cy="227"/>
          </p:xfrm>
          <a:graphic>
            <a:graphicData uri="http://schemas.openxmlformats.org/presentationml/2006/ole">
              <p:oleObj spid="_x0000_s6149" name="Equation" r:id="rId4" imgW="1384300" imgH="254000" progId="">
                <p:embed/>
              </p:oleObj>
            </a:graphicData>
          </a:graphic>
        </p:graphicFrame>
        <p:sp>
          <p:nvSpPr>
            <p:cNvPr id="6168" name="Text Box 12"/>
            <p:cNvSpPr txBox="1">
              <a:spLocks noChangeArrowheads="1"/>
            </p:cNvSpPr>
            <p:nvPr/>
          </p:nvSpPr>
          <p:spPr bwMode="auto">
            <a:xfrm>
              <a:off x="2784" y="2112"/>
              <a:ext cx="1148" cy="231"/>
            </a:xfrm>
            <a:prstGeom prst="rect">
              <a:avLst/>
            </a:prstGeom>
            <a:noFill/>
            <a:ln w="9525">
              <a:noFill/>
              <a:miter lim="800000"/>
              <a:headEnd/>
              <a:tailEnd/>
            </a:ln>
          </p:spPr>
          <p:txBody>
            <a:bodyPr wrap="none">
              <a:spAutoFit/>
            </a:bodyPr>
            <a:lstStyle/>
            <a:p>
              <a:r>
                <a:rPr lang="en-US" altLang="zh-TW">
                  <a:latin typeface="Calibri" pitchFamily="34" charset="0"/>
                </a:rPr>
                <a:t>(combining rule)</a:t>
              </a:r>
            </a:p>
          </p:txBody>
        </p:sp>
      </p:grpSp>
      <p:sp>
        <p:nvSpPr>
          <p:cNvPr id="6160" name="Text Box 14"/>
          <p:cNvSpPr txBox="1">
            <a:spLocks noChangeArrowheads="1"/>
          </p:cNvSpPr>
          <p:nvPr/>
        </p:nvSpPr>
        <p:spPr bwMode="auto">
          <a:xfrm>
            <a:off x="914400" y="3733800"/>
            <a:ext cx="2543175" cy="369888"/>
          </a:xfrm>
          <a:prstGeom prst="rect">
            <a:avLst/>
          </a:prstGeom>
          <a:noFill/>
          <a:ln w="9525">
            <a:noFill/>
            <a:miter lim="800000"/>
            <a:headEnd/>
            <a:tailEnd/>
          </a:ln>
        </p:spPr>
        <p:txBody>
          <a:bodyPr wrap="none">
            <a:spAutoFit/>
          </a:bodyPr>
          <a:lstStyle/>
          <a:p>
            <a:r>
              <a:rPr lang="en-US" altLang="zh-TW" b="1">
                <a:latin typeface="Calibri" pitchFamily="34" charset="0"/>
              </a:rPr>
              <a:t>The van Laar</a:t>
            </a:r>
            <a:r>
              <a:rPr lang="en-US" altLang="zh-TW">
                <a:latin typeface="Calibri" pitchFamily="34" charset="0"/>
              </a:rPr>
              <a:t> mixing rule </a:t>
            </a:r>
          </a:p>
        </p:txBody>
      </p:sp>
      <p:sp>
        <p:nvSpPr>
          <p:cNvPr id="6161" name="Rectangle 16"/>
          <p:cNvSpPr>
            <a:spLocks noChangeArrowheads="1"/>
          </p:cNvSpPr>
          <p:nvPr/>
        </p:nvSpPr>
        <p:spPr bwMode="auto">
          <a:xfrm>
            <a:off x="0" y="3148013"/>
            <a:ext cx="9144000" cy="0"/>
          </a:xfrm>
          <a:prstGeom prst="rect">
            <a:avLst/>
          </a:prstGeom>
          <a:noFill/>
          <a:ln w="9525">
            <a:noFill/>
            <a:miter lim="800000"/>
            <a:headEnd/>
            <a:tailEnd/>
          </a:ln>
        </p:spPr>
        <p:txBody>
          <a:bodyPr wrap="none" anchor="ctr">
            <a:spAutoFit/>
          </a:bodyPr>
          <a:lstStyle/>
          <a:p>
            <a:endParaRPr kumimoji="0" lang="zh-TW" altLang="en-US">
              <a:latin typeface="Calibri" pitchFamily="34" charset="0"/>
            </a:endParaRPr>
          </a:p>
        </p:txBody>
      </p:sp>
      <p:graphicFrame>
        <p:nvGraphicFramePr>
          <p:cNvPr id="6147" name="Object 15"/>
          <p:cNvGraphicFramePr>
            <a:graphicFrameLocks noChangeAspect="1"/>
          </p:cNvGraphicFramePr>
          <p:nvPr/>
        </p:nvGraphicFramePr>
        <p:xfrm>
          <a:off x="1524000" y="4038600"/>
          <a:ext cx="2573338" cy="612775"/>
        </p:xfrm>
        <a:graphic>
          <a:graphicData uri="http://schemas.openxmlformats.org/presentationml/2006/ole">
            <p:oleObj spid="_x0000_s6147" name="Equation" r:id="rId5" imgW="1968500" imgH="469900" progId="">
              <p:embed/>
            </p:oleObj>
          </a:graphicData>
        </a:graphic>
      </p:graphicFrame>
      <p:sp>
        <p:nvSpPr>
          <p:cNvPr id="6162" name="Rectangle 17"/>
          <p:cNvSpPr>
            <a:spLocks noChangeArrowheads="1"/>
          </p:cNvSpPr>
          <p:nvPr/>
        </p:nvSpPr>
        <p:spPr bwMode="auto">
          <a:xfrm>
            <a:off x="0" y="3709988"/>
            <a:ext cx="9144000" cy="0"/>
          </a:xfrm>
          <a:prstGeom prst="rect">
            <a:avLst/>
          </a:prstGeom>
          <a:noFill/>
          <a:ln w="9525">
            <a:noFill/>
            <a:miter lim="800000"/>
            <a:headEnd/>
            <a:tailEnd/>
          </a:ln>
        </p:spPr>
        <p:txBody>
          <a:bodyPr wrap="none" anchor="ctr">
            <a:spAutoFit/>
          </a:bodyPr>
          <a:lstStyle/>
          <a:p>
            <a:endParaRPr kumimoji="0" lang="zh-TW" altLang="en-US">
              <a:latin typeface="Calibri" pitchFamily="34" charset="0"/>
            </a:endParaRPr>
          </a:p>
        </p:txBody>
      </p:sp>
      <p:sp>
        <p:nvSpPr>
          <p:cNvPr id="6163" name="Text Box 18"/>
          <p:cNvSpPr txBox="1">
            <a:spLocks noChangeArrowheads="1"/>
          </p:cNvSpPr>
          <p:nvPr/>
        </p:nvSpPr>
        <p:spPr bwMode="auto">
          <a:xfrm>
            <a:off x="914400" y="4648200"/>
            <a:ext cx="5930900" cy="369888"/>
          </a:xfrm>
          <a:prstGeom prst="rect">
            <a:avLst/>
          </a:prstGeom>
          <a:noFill/>
          <a:ln w="9525">
            <a:noFill/>
            <a:miter lim="800000"/>
            <a:headEnd/>
            <a:tailEnd/>
          </a:ln>
        </p:spPr>
        <p:txBody>
          <a:bodyPr wrap="none">
            <a:spAutoFit/>
          </a:bodyPr>
          <a:lstStyle/>
          <a:p>
            <a:r>
              <a:rPr lang="en-US" altLang="zh-TW" b="1">
                <a:latin typeface="Calibri" pitchFamily="34" charset="0"/>
              </a:rPr>
              <a:t>The Redlich-Kister</a:t>
            </a:r>
            <a:r>
              <a:rPr lang="en-US" altLang="zh-TW">
                <a:latin typeface="Calibri" pitchFamily="34" charset="0"/>
              </a:rPr>
              <a:t> type mixing rule (Adachi and Sugie (1986)) </a:t>
            </a:r>
          </a:p>
        </p:txBody>
      </p:sp>
      <p:graphicFrame>
        <p:nvGraphicFramePr>
          <p:cNvPr id="6148" name="Object 19"/>
          <p:cNvGraphicFramePr>
            <a:graphicFrameLocks noChangeAspect="1"/>
          </p:cNvGraphicFramePr>
          <p:nvPr/>
        </p:nvGraphicFramePr>
        <p:xfrm>
          <a:off x="1524000" y="5105400"/>
          <a:ext cx="2936875" cy="323850"/>
        </p:xfrm>
        <a:graphic>
          <a:graphicData uri="http://schemas.openxmlformats.org/presentationml/2006/ole">
            <p:oleObj spid="_x0000_s6148" name="Equation" r:id="rId6" imgW="2235200" imgH="254000" progId="">
              <p:embed/>
            </p:oleObj>
          </a:graphicData>
        </a:graphic>
      </p:graphicFrame>
      <p:sp>
        <p:nvSpPr>
          <p:cNvPr id="6164" name="Rectangle 21"/>
          <p:cNvSpPr>
            <a:spLocks noChangeArrowheads="1"/>
          </p:cNvSpPr>
          <p:nvPr/>
        </p:nvSpPr>
        <p:spPr bwMode="auto">
          <a:xfrm>
            <a:off x="0" y="3246438"/>
            <a:ext cx="184150" cy="366712"/>
          </a:xfrm>
          <a:prstGeom prst="rect">
            <a:avLst/>
          </a:prstGeom>
          <a:noFill/>
          <a:ln w="9525">
            <a:noFill/>
            <a:miter lim="800000"/>
            <a:headEnd/>
            <a:tailEnd/>
          </a:ln>
        </p:spPr>
        <p:txBody>
          <a:bodyPr wrap="none" anchor="ctr">
            <a:spAutoFit/>
          </a:bodyPr>
          <a:lstStyle/>
          <a:p>
            <a:endParaRPr kumimoji="0" lang="zh-TW" altLang="en-US">
              <a:latin typeface="Calibri" pitchFamily="34" charset="0"/>
            </a:endParaRPr>
          </a:p>
        </p:txBody>
      </p:sp>
      <p:sp>
        <p:nvSpPr>
          <p:cNvPr id="6165" name="Text Box 22"/>
          <p:cNvSpPr txBox="1">
            <a:spLocks noChangeArrowheads="1"/>
          </p:cNvSpPr>
          <p:nvPr/>
        </p:nvSpPr>
        <p:spPr bwMode="auto">
          <a:xfrm>
            <a:off x="685800" y="5461000"/>
            <a:ext cx="3349625" cy="396875"/>
          </a:xfrm>
          <a:prstGeom prst="rect">
            <a:avLst/>
          </a:prstGeom>
          <a:noFill/>
          <a:ln w="9525">
            <a:noFill/>
            <a:miter lim="800000"/>
            <a:headEnd/>
            <a:tailEnd/>
          </a:ln>
        </p:spPr>
        <p:txBody>
          <a:bodyPr wrap="none">
            <a:spAutoFit/>
          </a:bodyPr>
          <a:lstStyle/>
          <a:p>
            <a:r>
              <a:rPr lang="en-US" altLang="zh-TW" b="1">
                <a:latin typeface="Calibri" pitchFamily="34" charset="0"/>
              </a:rPr>
              <a:t>2) </a:t>
            </a:r>
            <a:r>
              <a:rPr lang="en-US" altLang="zh-TW" sz="2000" b="1">
                <a:latin typeface="Calibri" pitchFamily="34" charset="0"/>
              </a:rPr>
              <a:t>Local composition type</a:t>
            </a:r>
            <a:r>
              <a:rPr lang="en-US" altLang="zh-TW" b="1">
                <a:latin typeface="Calibri" pitchFamily="34" charset="0"/>
              </a:rPr>
              <a:t> </a:t>
            </a:r>
          </a:p>
        </p:txBody>
      </p:sp>
      <p:sp>
        <p:nvSpPr>
          <p:cNvPr id="6166" name="Text Box 23"/>
          <p:cNvSpPr txBox="1">
            <a:spLocks noChangeArrowheads="1"/>
          </p:cNvSpPr>
          <p:nvPr/>
        </p:nvSpPr>
        <p:spPr bwMode="auto">
          <a:xfrm>
            <a:off x="1066800" y="5867400"/>
            <a:ext cx="2887663" cy="369888"/>
          </a:xfrm>
          <a:prstGeom prst="rect">
            <a:avLst/>
          </a:prstGeom>
          <a:noFill/>
          <a:ln w="9525">
            <a:noFill/>
            <a:miter lim="800000"/>
            <a:headEnd/>
            <a:tailEnd/>
          </a:ln>
        </p:spPr>
        <p:txBody>
          <a:bodyPr wrap="none">
            <a:spAutoFit/>
          </a:bodyPr>
          <a:lstStyle/>
          <a:p>
            <a:r>
              <a:rPr lang="en-US" altLang="zh-TW">
                <a:latin typeface="Calibri" pitchFamily="34" charset="0"/>
              </a:rPr>
              <a:t> The </a:t>
            </a:r>
            <a:r>
              <a:rPr lang="en-US" altLang="zh-TW" b="1">
                <a:latin typeface="Calibri" pitchFamily="34" charset="0"/>
              </a:rPr>
              <a:t>Huron-Vidal</a:t>
            </a:r>
            <a:r>
              <a:rPr lang="en-US" altLang="zh-TW">
                <a:latin typeface="Calibri" pitchFamily="34" charset="0"/>
              </a:rPr>
              <a:t> mixing rule</a:t>
            </a:r>
          </a:p>
        </p:txBody>
      </p:sp>
      <p:sp>
        <p:nvSpPr>
          <p:cNvPr id="6167" name="Text Box 24"/>
          <p:cNvSpPr txBox="1">
            <a:spLocks noChangeArrowheads="1"/>
          </p:cNvSpPr>
          <p:nvPr/>
        </p:nvSpPr>
        <p:spPr bwMode="auto">
          <a:xfrm>
            <a:off x="4038600" y="5867400"/>
            <a:ext cx="3089275" cy="369888"/>
          </a:xfrm>
          <a:prstGeom prst="rect">
            <a:avLst/>
          </a:prstGeom>
          <a:noFill/>
          <a:ln w="9525">
            <a:noFill/>
            <a:miter lim="800000"/>
            <a:headEnd/>
            <a:tailEnd/>
          </a:ln>
        </p:spPr>
        <p:txBody>
          <a:bodyPr wrap="none">
            <a:spAutoFit/>
          </a:bodyPr>
          <a:lstStyle/>
          <a:p>
            <a:r>
              <a:rPr lang="en-US" altLang="zh-TW" b="1">
                <a:latin typeface="Calibri" pitchFamily="34" charset="0"/>
              </a:rPr>
              <a:t>The Wong-Sandler</a:t>
            </a:r>
            <a:r>
              <a:rPr lang="en-US" altLang="zh-TW">
                <a:latin typeface="Calibri" pitchFamily="34" charset="0"/>
              </a:rPr>
              <a:t> mixing rule </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4" name="投影片編號版面配置區 6"/>
          <p:cNvSpPr>
            <a:spLocks noGrp="1"/>
          </p:cNvSpPr>
          <p:nvPr>
            <p:ph type="sldNum" sz="quarter" idx="12"/>
          </p:nvPr>
        </p:nvSpPr>
        <p:spPr/>
        <p:txBody>
          <a:bodyPr/>
          <a:lstStyle/>
          <a:p>
            <a:pPr>
              <a:defRPr/>
            </a:pPr>
            <a:fld id="{0DDFC2F5-8D04-4357-A672-0413E330BC7F}" type="slidenum">
              <a:rPr lang="en-US" altLang="zh-TW" smtClean="0"/>
              <a:pPr>
                <a:defRPr/>
              </a:pPr>
              <a:t>8</a:t>
            </a:fld>
            <a:endParaRPr lang="en-US" altLang="zh-TW" smtClean="0"/>
          </a:p>
        </p:txBody>
      </p:sp>
      <p:sp>
        <p:nvSpPr>
          <p:cNvPr id="7175" name="Rectangle 3"/>
          <p:cNvSpPr>
            <a:spLocks noGrp="1" noChangeArrowheads="1"/>
          </p:cNvSpPr>
          <p:nvPr>
            <p:ph type="body" sz="half" idx="1"/>
          </p:nvPr>
        </p:nvSpPr>
        <p:spPr/>
        <p:txBody>
          <a:bodyPr/>
          <a:lstStyle/>
          <a:p>
            <a:pPr>
              <a:buFontTx/>
              <a:buNone/>
            </a:pPr>
            <a:endParaRPr lang="en-US" altLang="zh-TW" sz="2800" smtClean="0"/>
          </a:p>
          <a:p>
            <a:pPr>
              <a:buFontTx/>
              <a:buNone/>
            </a:pPr>
            <a:r>
              <a:rPr lang="en-US" altLang="zh-TW" sz="2800" smtClean="0"/>
              <a:t> </a:t>
            </a:r>
          </a:p>
        </p:txBody>
      </p:sp>
      <p:sp>
        <p:nvSpPr>
          <p:cNvPr id="7176" name="Text Box 4"/>
          <p:cNvSpPr txBox="1">
            <a:spLocks noChangeArrowheads="1"/>
          </p:cNvSpPr>
          <p:nvPr/>
        </p:nvSpPr>
        <p:spPr bwMode="auto">
          <a:xfrm>
            <a:off x="2286000" y="762000"/>
            <a:ext cx="4262438" cy="579438"/>
          </a:xfrm>
          <a:prstGeom prst="rect">
            <a:avLst/>
          </a:prstGeom>
          <a:noFill/>
          <a:ln w="9525">
            <a:noFill/>
            <a:miter lim="800000"/>
            <a:headEnd/>
            <a:tailEnd/>
          </a:ln>
        </p:spPr>
        <p:txBody>
          <a:bodyPr wrap="none">
            <a:spAutoFit/>
          </a:bodyPr>
          <a:lstStyle/>
          <a:p>
            <a:r>
              <a:rPr lang="en-US" altLang="zh-TW" sz="3200" b="1">
                <a:latin typeface="Calibri" pitchFamily="34" charset="0"/>
              </a:rPr>
              <a:t>The Solution Models</a:t>
            </a:r>
            <a:r>
              <a:rPr lang="en-US" altLang="zh-TW" sz="3200">
                <a:latin typeface="Calibri" pitchFamily="34" charset="0"/>
              </a:rPr>
              <a:t> </a:t>
            </a:r>
          </a:p>
        </p:txBody>
      </p:sp>
      <p:sp>
        <p:nvSpPr>
          <p:cNvPr id="7177" name="Text Box 5"/>
          <p:cNvSpPr txBox="1">
            <a:spLocks noChangeArrowheads="1"/>
          </p:cNvSpPr>
          <p:nvPr/>
        </p:nvSpPr>
        <p:spPr bwMode="auto">
          <a:xfrm>
            <a:off x="1066800" y="3657600"/>
            <a:ext cx="2749550" cy="366713"/>
          </a:xfrm>
          <a:prstGeom prst="rect">
            <a:avLst/>
          </a:prstGeom>
          <a:noFill/>
          <a:ln w="9525">
            <a:noFill/>
            <a:miter lim="800000"/>
            <a:headEnd/>
            <a:tailEnd/>
          </a:ln>
        </p:spPr>
        <p:txBody>
          <a:bodyPr wrap="none">
            <a:spAutoFit/>
          </a:bodyPr>
          <a:lstStyle/>
          <a:p>
            <a:r>
              <a:rPr lang="en-US" altLang="zh-TW" b="1">
                <a:solidFill>
                  <a:srgbClr val="003366"/>
                </a:solidFill>
                <a:latin typeface="Calibri" pitchFamily="34" charset="0"/>
              </a:rPr>
              <a:t>The Margules equation</a:t>
            </a:r>
            <a:r>
              <a:rPr lang="en-US" altLang="zh-TW" b="1">
                <a:solidFill>
                  <a:srgbClr val="008080"/>
                </a:solidFill>
                <a:latin typeface="Calibri" pitchFamily="34" charset="0"/>
              </a:rPr>
              <a:t>:</a:t>
            </a:r>
          </a:p>
        </p:txBody>
      </p:sp>
      <p:sp>
        <p:nvSpPr>
          <p:cNvPr id="7178" name="Rectangle 7"/>
          <p:cNvSpPr>
            <a:spLocks noChangeArrowheads="1"/>
          </p:cNvSpPr>
          <p:nvPr/>
        </p:nvSpPr>
        <p:spPr bwMode="auto">
          <a:xfrm>
            <a:off x="0" y="3295650"/>
            <a:ext cx="9144000" cy="0"/>
          </a:xfrm>
          <a:prstGeom prst="rect">
            <a:avLst/>
          </a:prstGeom>
          <a:noFill/>
          <a:ln w="9525">
            <a:noFill/>
            <a:miter lim="800000"/>
            <a:headEnd/>
            <a:tailEnd/>
          </a:ln>
        </p:spPr>
        <p:txBody>
          <a:bodyPr wrap="none" anchor="ctr">
            <a:spAutoFit/>
          </a:bodyPr>
          <a:lstStyle/>
          <a:p>
            <a:endParaRPr kumimoji="0" lang="zh-TW" altLang="en-US">
              <a:latin typeface="Calibri" pitchFamily="34" charset="0"/>
            </a:endParaRPr>
          </a:p>
        </p:txBody>
      </p:sp>
      <p:graphicFrame>
        <p:nvGraphicFramePr>
          <p:cNvPr id="7170" name="Object 6"/>
          <p:cNvGraphicFramePr>
            <a:graphicFrameLocks noChangeAspect="1"/>
          </p:cNvGraphicFramePr>
          <p:nvPr/>
        </p:nvGraphicFramePr>
        <p:xfrm>
          <a:off x="1524000" y="4343400"/>
          <a:ext cx="3810000" cy="444500"/>
        </p:xfrm>
        <a:graphic>
          <a:graphicData uri="http://schemas.openxmlformats.org/presentationml/2006/ole">
            <p:oleObj spid="_x0000_s7170" name="Equation" r:id="rId3" imgW="2032000" imgH="241300" progId="">
              <p:embed/>
            </p:oleObj>
          </a:graphicData>
        </a:graphic>
      </p:graphicFrame>
      <p:sp>
        <p:nvSpPr>
          <p:cNvPr id="7179" name="Rectangle 8"/>
          <p:cNvSpPr>
            <a:spLocks noChangeArrowheads="1"/>
          </p:cNvSpPr>
          <p:nvPr/>
        </p:nvSpPr>
        <p:spPr bwMode="auto">
          <a:xfrm>
            <a:off x="0" y="3562350"/>
            <a:ext cx="9144000" cy="0"/>
          </a:xfrm>
          <a:prstGeom prst="rect">
            <a:avLst/>
          </a:prstGeom>
          <a:noFill/>
          <a:ln w="9525">
            <a:noFill/>
            <a:miter lim="800000"/>
            <a:headEnd/>
            <a:tailEnd/>
          </a:ln>
        </p:spPr>
        <p:txBody>
          <a:bodyPr wrap="none" anchor="ctr">
            <a:spAutoFit/>
          </a:bodyPr>
          <a:lstStyle/>
          <a:p>
            <a:endParaRPr kumimoji="0" lang="zh-TW" altLang="en-US">
              <a:latin typeface="Calibri" pitchFamily="34" charset="0"/>
            </a:endParaRPr>
          </a:p>
        </p:txBody>
      </p:sp>
      <p:sp>
        <p:nvSpPr>
          <p:cNvPr id="7180" name="Rectangle 10"/>
          <p:cNvSpPr>
            <a:spLocks noChangeArrowheads="1"/>
          </p:cNvSpPr>
          <p:nvPr/>
        </p:nvSpPr>
        <p:spPr bwMode="auto">
          <a:xfrm>
            <a:off x="0" y="3190875"/>
            <a:ext cx="9144000" cy="0"/>
          </a:xfrm>
          <a:prstGeom prst="rect">
            <a:avLst/>
          </a:prstGeom>
          <a:noFill/>
          <a:ln w="9525">
            <a:noFill/>
            <a:miter lim="800000"/>
            <a:headEnd/>
            <a:tailEnd/>
          </a:ln>
        </p:spPr>
        <p:txBody>
          <a:bodyPr wrap="none" anchor="ctr">
            <a:spAutoFit/>
          </a:bodyPr>
          <a:lstStyle/>
          <a:p>
            <a:endParaRPr kumimoji="0" lang="zh-TW" altLang="en-US">
              <a:latin typeface="Calibri" pitchFamily="34" charset="0"/>
            </a:endParaRPr>
          </a:p>
        </p:txBody>
      </p:sp>
      <p:graphicFrame>
        <p:nvGraphicFramePr>
          <p:cNvPr id="7171" name="Object 9"/>
          <p:cNvGraphicFramePr>
            <a:graphicFrameLocks noChangeAspect="1"/>
          </p:cNvGraphicFramePr>
          <p:nvPr/>
        </p:nvGraphicFramePr>
        <p:xfrm>
          <a:off x="1676400" y="2057400"/>
          <a:ext cx="2971800" cy="728663"/>
        </p:xfrm>
        <a:graphic>
          <a:graphicData uri="http://schemas.openxmlformats.org/presentationml/2006/ole">
            <p:oleObj spid="_x0000_s7171" name="Equation" r:id="rId4" imgW="1879600" imgH="457200" progId="">
              <p:embed/>
            </p:oleObj>
          </a:graphicData>
        </a:graphic>
      </p:graphicFrame>
      <p:sp>
        <p:nvSpPr>
          <p:cNvPr id="7181" name="Rectangle 11"/>
          <p:cNvSpPr>
            <a:spLocks noChangeArrowheads="1"/>
          </p:cNvSpPr>
          <p:nvPr/>
        </p:nvSpPr>
        <p:spPr bwMode="auto">
          <a:xfrm>
            <a:off x="0" y="3667125"/>
            <a:ext cx="9144000" cy="0"/>
          </a:xfrm>
          <a:prstGeom prst="rect">
            <a:avLst/>
          </a:prstGeom>
          <a:noFill/>
          <a:ln w="9525">
            <a:noFill/>
            <a:miter lim="800000"/>
            <a:headEnd/>
            <a:tailEnd/>
          </a:ln>
        </p:spPr>
        <p:txBody>
          <a:bodyPr wrap="none" anchor="ctr">
            <a:spAutoFit/>
          </a:bodyPr>
          <a:lstStyle/>
          <a:p>
            <a:endParaRPr kumimoji="0" lang="zh-TW" altLang="en-US">
              <a:latin typeface="Calibri" pitchFamily="34" charset="0"/>
            </a:endParaRPr>
          </a:p>
        </p:txBody>
      </p:sp>
      <p:sp>
        <p:nvSpPr>
          <p:cNvPr id="7182" name="Rectangle 13"/>
          <p:cNvSpPr>
            <a:spLocks noChangeArrowheads="1"/>
          </p:cNvSpPr>
          <p:nvPr/>
        </p:nvSpPr>
        <p:spPr bwMode="auto">
          <a:xfrm>
            <a:off x="0" y="3124200"/>
            <a:ext cx="9144000" cy="0"/>
          </a:xfrm>
          <a:prstGeom prst="rect">
            <a:avLst/>
          </a:prstGeom>
          <a:noFill/>
          <a:ln w="9525">
            <a:noFill/>
            <a:miter lim="800000"/>
            <a:headEnd/>
            <a:tailEnd/>
          </a:ln>
        </p:spPr>
        <p:txBody>
          <a:bodyPr wrap="none" anchor="ctr">
            <a:spAutoFit/>
          </a:bodyPr>
          <a:lstStyle/>
          <a:p>
            <a:endParaRPr kumimoji="0" lang="zh-TW" altLang="en-US">
              <a:latin typeface="Calibri" pitchFamily="34" charset="0"/>
            </a:endParaRPr>
          </a:p>
        </p:txBody>
      </p:sp>
      <p:graphicFrame>
        <p:nvGraphicFramePr>
          <p:cNvPr id="7172" name="Object 12"/>
          <p:cNvGraphicFramePr>
            <a:graphicFrameLocks noChangeAspect="1"/>
          </p:cNvGraphicFramePr>
          <p:nvPr/>
        </p:nvGraphicFramePr>
        <p:xfrm>
          <a:off x="1676400" y="5029200"/>
          <a:ext cx="3505200" cy="800100"/>
        </p:xfrm>
        <a:graphic>
          <a:graphicData uri="http://schemas.openxmlformats.org/presentationml/2006/ole">
            <p:oleObj spid="_x0000_s7172" name="Equation" r:id="rId5" imgW="2209800" imgH="508000" progId="">
              <p:embed/>
            </p:oleObj>
          </a:graphicData>
        </a:graphic>
      </p:graphicFrame>
      <p:sp>
        <p:nvSpPr>
          <p:cNvPr id="7183" name="Rectangle 14"/>
          <p:cNvSpPr>
            <a:spLocks noChangeArrowheads="1"/>
          </p:cNvSpPr>
          <p:nvPr/>
        </p:nvSpPr>
        <p:spPr bwMode="auto">
          <a:xfrm>
            <a:off x="0" y="3810000"/>
            <a:ext cx="9144000" cy="0"/>
          </a:xfrm>
          <a:prstGeom prst="rect">
            <a:avLst/>
          </a:prstGeom>
          <a:noFill/>
          <a:ln w="9525">
            <a:noFill/>
            <a:miter lim="800000"/>
            <a:headEnd/>
            <a:tailEnd/>
          </a:ln>
        </p:spPr>
        <p:txBody>
          <a:bodyPr wrap="none" anchor="ctr">
            <a:spAutoFit/>
          </a:bodyPr>
          <a:lstStyle/>
          <a:p>
            <a:endParaRPr kumimoji="0" lang="zh-TW" altLang="en-US">
              <a:latin typeface="Calibri" pitchFamily="34" charset="0"/>
            </a:endParaRPr>
          </a:p>
        </p:txBody>
      </p:sp>
      <p:sp>
        <p:nvSpPr>
          <p:cNvPr id="7184" name="Rectangle 17"/>
          <p:cNvSpPr>
            <a:spLocks noChangeArrowheads="1"/>
          </p:cNvSpPr>
          <p:nvPr/>
        </p:nvSpPr>
        <p:spPr bwMode="auto">
          <a:xfrm>
            <a:off x="0" y="3286125"/>
            <a:ext cx="9144000" cy="0"/>
          </a:xfrm>
          <a:prstGeom prst="rect">
            <a:avLst/>
          </a:prstGeom>
          <a:noFill/>
          <a:ln w="9525">
            <a:noFill/>
            <a:miter lim="800000"/>
            <a:headEnd/>
            <a:tailEnd/>
          </a:ln>
        </p:spPr>
        <p:txBody>
          <a:bodyPr wrap="none" anchor="ctr">
            <a:spAutoFit/>
          </a:bodyPr>
          <a:lstStyle/>
          <a:p>
            <a:endParaRPr kumimoji="0" lang="zh-TW" altLang="en-US">
              <a:latin typeface="Calibri" pitchFamily="34" charset="0"/>
            </a:endParaRPr>
          </a:p>
        </p:txBody>
      </p:sp>
      <p:sp>
        <p:nvSpPr>
          <p:cNvPr id="7185" name="Rectangle 18"/>
          <p:cNvSpPr>
            <a:spLocks noChangeArrowheads="1"/>
          </p:cNvSpPr>
          <p:nvPr/>
        </p:nvSpPr>
        <p:spPr bwMode="auto">
          <a:xfrm>
            <a:off x="0" y="3571875"/>
            <a:ext cx="9144000" cy="0"/>
          </a:xfrm>
          <a:prstGeom prst="rect">
            <a:avLst/>
          </a:prstGeom>
          <a:noFill/>
          <a:ln w="9525">
            <a:noFill/>
            <a:miter lim="800000"/>
            <a:headEnd/>
            <a:tailEnd/>
          </a:ln>
        </p:spPr>
        <p:txBody>
          <a:bodyPr wrap="none" anchor="ctr">
            <a:spAutoFit/>
          </a:bodyPr>
          <a:lstStyle/>
          <a:p>
            <a:endParaRPr kumimoji="0" lang="zh-TW" altLang="en-US">
              <a:latin typeface="Calibri" pitchFamily="34" charset="0"/>
            </a:endParaRPr>
          </a:p>
        </p:txBody>
      </p:sp>
      <p:sp>
        <p:nvSpPr>
          <p:cNvPr id="7186" name="Rectangle 20"/>
          <p:cNvSpPr>
            <a:spLocks noChangeArrowheads="1"/>
          </p:cNvSpPr>
          <p:nvPr/>
        </p:nvSpPr>
        <p:spPr bwMode="auto">
          <a:xfrm>
            <a:off x="0" y="2890838"/>
            <a:ext cx="9144000" cy="0"/>
          </a:xfrm>
          <a:prstGeom prst="rect">
            <a:avLst/>
          </a:prstGeom>
          <a:noFill/>
          <a:ln w="9525">
            <a:noFill/>
            <a:miter lim="800000"/>
            <a:headEnd/>
            <a:tailEnd/>
          </a:ln>
        </p:spPr>
        <p:txBody>
          <a:bodyPr wrap="none" anchor="ctr">
            <a:spAutoFit/>
          </a:bodyPr>
          <a:lstStyle/>
          <a:p>
            <a:endParaRPr kumimoji="0" lang="zh-TW" altLang="en-US">
              <a:latin typeface="Calibri" pitchFamily="34" charset="0"/>
            </a:endParaRPr>
          </a:p>
        </p:txBody>
      </p:sp>
      <p:sp>
        <p:nvSpPr>
          <p:cNvPr id="7187" name="Rectangle 21"/>
          <p:cNvSpPr>
            <a:spLocks noChangeArrowheads="1"/>
          </p:cNvSpPr>
          <p:nvPr/>
        </p:nvSpPr>
        <p:spPr bwMode="auto">
          <a:xfrm>
            <a:off x="0" y="3962400"/>
            <a:ext cx="9144000" cy="0"/>
          </a:xfrm>
          <a:prstGeom prst="rect">
            <a:avLst/>
          </a:prstGeom>
          <a:noFill/>
          <a:ln w="9525">
            <a:noFill/>
            <a:miter lim="800000"/>
            <a:headEnd/>
            <a:tailEnd/>
          </a:ln>
        </p:spPr>
        <p:txBody>
          <a:bodyPr wrap="none" anchor="ctr">
            <a:spAutoFit/>
          </a:bodyPr>
          <a:lstStyle/>
          <a:p>
            <a:endParaRPr kumimoji="0" lang="zh-TW" altLang="en-US">
              <a:latin typeface="Calibri" pitchFamily="34" charset="0"/>
            </a:endParaRPr>
          </a:p>
        </p:txBody>
      </p:sp>
      <p:sp>
        <p:nvSpPr>
          <p:cNvPr id="7188" name="Text Box 23"/>
          <p:cNvSpPr txBox="1">
            <a:spLocks noChangeArrowheads="1"/>
          </p:cNvSpPr>
          <p:nvPr/>
        </p:nvSpPr>
        <p:spPr bwMode="auto">
          <a:xfrm>
            <a:off x="1600200" y="2963863"/>
            <a:ext cx="3505200" cy="366712"/>
          </a:xfrm>
          <a:prstGeom prst="rect">
            <a:avLst/>
          </a:prstGeom>
          <a:noFill/>
          <a:ln w="9525">
            <a:noFill/>
            <a:miter lim="800000"/>
            <a:headEnd/>
            <a:tailEnd/>
          </a:ln>
        </p:spPr>
        <p:txBody>
          <a:bodyPr>
            <a:spAutoFit/>
          </a:bodyPr>
          <a:lstStyle/>
          <a:p>
            <a:pPr>
              <a:spcBef>
                <a:spcPct val="50000"/>
              </a:spcBef>
            </a:pPr>
            <a:endParaRPr kumimoji="0" lang="zh-TW" altLang="zh-TW">
              <a:latin typeface="Calibri" pitchFamily="34" charset="0"/>
            </a:endParaRPr>
          </a:p>
        </p:txBody>
      </p:sp>
      <p:graphicFrame>
        <p:nvGraphicFramePr>
          <p:cNvPr id="7173" name="Object 24"/>
          <p:cNvGraphicFramePr>
            <a:graphicFrameLocks noChangeAspect="1"/>
          </p:cNvGraphicFramePr>
          <p:nvPr>
            <p:ph sz="half" idx="2"/>
          </p:nvPr>
        </p:nvGraphicFramePr>
        <p:xfrm>
          <a:off x="1828800" y="3048000"/>
          <a:ext cx="1752600" cy="361950"/>
        </p:xfrm>
        <a:graphic>
          <a:graphicData uri="http://schemas.openxmlformats.org/presentationml/2006/ole">
            <p:oleObj spid="_x0000_s7173" name="方程式" r:id="rId6" imgW="1104840" imgH="228600" progId="Equation.3">
              <p:embed/>
            </p:oleObj>
          </a:graphicData>
        </a:graphic>
      </p:graphicFrame>
      <p:sp>
        <p:nvSpPr>
          <p:cNvPr id="7189" name="Text Box 27"/>
          <p:cNvSpPr txBox="1">
            <a:spLocks noChangeArrowheads="1"/>
          </p:cNvSpPr>
          <p:nvPr/>
        </p:nvSpPr>
        <p:spPr bwMode="auto">
          <a:xfrm>
            <a:off x="4191000" y="2971800"/>
            <a:ext cx="3276600" cy="581025"/>
          </a:xfrm>
          <a:prstGeom prst="rect">
            <a:avLst/>
          </a:prstGeom>
          <a:noFill/>
          <a:ln w="9525">
            <a:noFill/>
            <a:miter lim="800000"/>
            <a:headEnd/>
            <a:tailEnd/>
          </a:ln>
        </p:spPr>
        <p:txBody>
          <a:bodyPr>
            <a:spAutoFit/>
          </a:bodyPr>
          <a:lstStyle/>
          <a:p>
            <a:pPr>
              <a:spcBef>
                <a:spcPct val="50000"/>
              </a:spcBef>
            </a:pPr>
            <a:r>
              <a:rPr kumimoji="0" lang="en-US" altLang="zh-TW">
                <a:latin typeface="Calibri" pitchFamily="34" charset="0"/>
              </a:rPr>
              <a:t>The most simple equation that satisfies boundary conditions</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7" name="標題 1"/>
          <p:cNvSpPr>
            <a:spLocks noGrp="1"/>
          </p:cNvSpPr>
          <p:nvPr>
            <p:ph type="ctrTitle"/>
          </p:nvPr>
        </p:nvSpPr>
        <p:spPr>
          <a:xfrm>
            <a:off x="457200" y="914400"/>
            <a:ext cx="7772400" cy="784225"/>
          </a:xfrm>
        </p:spPr>
        <p:txBody>
          <a:bodyPr rtlCol="0">
            <a:normAutofit fontScale="90000"/>
          </a:bodyPr>
          <a:lstStyle/>
          <a:p>
            <a:pPr fontAlgn="auto">
              <a:spcAft>
                <a:spcPts val="0"/>
              </a:spcAft>
              <a:defRPr/>
            </a:pPr>
            <a:r>
              <a:rPr lang="en-US" altLang="zh-TW" sz="3000" b="1" smtClean="0">
                <a:solidFill>
                  <a:srgbClr val="003366"/>
                </a:solidFill>
                <a:latin typeface="Times New Roman" pitchFamily="18" charset="0"/>
                <a:cs typeface="Times New Roman" pitchFamily="18" charset="0"/>
              </a:rPr>
              <a:t>The Van Laar Model</a:t>
            </a:r>
            <a:r>
              <a:rPr lang="zh-TW" altLang="zh-TW" sz="3000" b="1" smtClean="0">
                <a:solidFill>
                  <a:srgbClr val="003366"/>
                </a:solidFill>
                <a:latin typeface="Times New Roman" pitchFamily="18" charset="0"/>
                <a:cs typeface="Times New Roman" pitchFamily="18" charset="0"/>
              </a:rPr>
              <a:t/>
            </a:r>
            <a:br>
              <a:rPr lang="zh-TW" altLang="zh-TW" sz="3000" b="1" smtClean="0">
                <a:solidFill>
                  <a:srgbClr val="003366"/>
                </a:solidFill>
                <a:latin typeface="Times New Roman" pitchFamily="18" charset="0"/>
                <a:cs typeface="Times New Roman" pitchFamily="18" charset="0"/>
              </a:rPr>
            </a:br>
            <a:endParaRPr lang="zh-TW" altLang="en-US" sz="3000" b="1" smtClean="0">
              <a:solidFill>
                <a:srgbClr val="003366"/>
              </a:solidFill>
              <a:latin typeface="Times New Roman" pitchFamily="18" charset="0"/>
              <a:cs typeface="Times New Roman" pitchFamily="18" charset="0"/>
            </a:endParaRPr>
          </a:p>
        </p:txBody>
      </p:sp>
      <p:sp>
        <p:nvSpPr>
          <p:cNvPr id="8198" name="副標題 2"/>
          <p:cNvSpPr>
            <a:spLocks noGrp="1"/>
          </p:cNvSpPr>
          <p:nvPr>
            <p:ph type="subTitle" idx="1"/>
          </p:nvPr>
        </p:nvSpPr>
        <p:spPr>
          <a:xfrm>
            <a:off x="1371600" y="4572000"/>
            <a:ext cx="6400800" cy="1371600"/>
          </a:xfrm>
        </p:spPr>
        <p:txBody>
          <a:bodyPr rtlCol="0">
            <a:normAutofit/>
          </a:bodyPr>
          <a:lstStyle/>
          <a:p>
            <a:pPr algn="l" fontAlgn="auto">
              <a:spcAft>
                <a:spcPts val="0"/>
              </a:spcAft>
              <a:buFont typeface="Arial" pitchFamily="34" charset="0"/>
              <a:buNone/>
              <a:defRPr/>
            </a:pPr>
            <a:r>
              <a:rPr lang="en-US" altLang="zh-TW" sz="1800" dirty="0" smtClean="0">
                <a:latin typeface="Times New Roman" pitchFamily="18" charset="0"/>
                <a:cs typeface="Times New Roman" pitchFamily="18" charset="0"/>
              </a:rPr>
              <a:t>Pros and Cons:</a:t>
            </a:r>
            <a:endParaRPr lang="zh-TW" altLang="zh-TW" sz="1800" dirty="0" smtClean="0">
              <a:latin typeface="Times New Roman" pitchFamily="18" charset="0"/>
              <a:cs typeface="Times New Roman" pitchFamily="18" charset="0"/>
            </a:endParaRPr>
          </a:p>
          <a:p>
            <a:pPr algn="l" fontAlgn="auto">
              <a:spcAft>
                <a:spcPts val="0"/>
              </a:spcAft>
              <a:buFont typeface="Arial" pitchFamily="34" charset="0"/>
              <a:buNone/>
              <a:defRPr/>
            </a:pPr>
            <a:r>
              <a:rPr lang="en-US" altLang="zh-TW" sz="1800" dirty="0" smtClean="0">
                <a:latin typeface="Times New Roman" pitchFamily="18" charset="0"/>
                <a:cs typeface="Times New Roman" pitchFamily="18" charset="0"/>
              </a:rPr>
              <a:t>1. Simple, </a:t>
            </a:r>
            <a:endParaRPr lang="zh-TW" altLang="zh-TW" sz="1800" dirty="0" smtClean="0">
              <a:latin typeface="Times New Roman" pitchFamily="18" charset="0"/>
              <a:cs typeface="Times New Roman" pitchFamily="18" charset="0"/>
            </a:endParaRPr>
          </a:p>
          <a:p>
            <a:pPr algn="l" fontAlgn="auto">
              <a:spcAft>
                <a:spcPts val="0"/>
              </a:spcAft>
              <a:buFont typeface="Arial" pitchFamily="34" charset="0"/>
              <a:buNone/>
              <a:defRPr/>
            </a:pPr>
            <a:r>
              <a:rPr lang="en-US" altLang="zh-TW" sz="1800" dirty="0" smtClean="0">
                <a:latin typeface="Times New Roman" pitchFamily="18" charset="0"/>
                <a:cs typeface="Times New Roman" pitchFamily="18" charset="0"/>
              </a:rPr>
              <a:t>2. Suitable to VLE and LLE3.</a:t>
            </a:r>
          </a:p>
          <a:p>
            <a:pPr algn="l" fontAlgn="auto">
              <a:spcAft>
                <a:spcPts val="0"/>
              </a:spcAft>
              <a:buFont typeface="Arial" pitchFamily="34" charset="0"/>
              <a:buNone/>
              <a:defRPr/>
            </a:pPr>
            <a:r>
              <a:rPr lang="en-US" altLang="zh-TW" sz="1800" dirty="0" smtClean="0">
                <a:latin typeface="Times New Roman" pitchFamily="18" charset="0"/>
                <a:cs typeface="Times New Roman" pitchFamily="18" charset="0"/>
              </a:rPr>
              <a:t>3. Less accurate for dilute  and non-ideal solution.</a:t>
            </a:r>
            <a:endParaRPr lang="zh-TW" altLang="zh-TW" sz="1800" dirty="0" smtClean="0">
              <a:latin typeface="Times New Roman" pitchFamily="18" charset="0"/>
              <a:cs typeface="Times New Roman" pitchFamily="18" charset="0"/>
            </a:endParaRPr>
          </a:p>
          <a:p>
            <a:pPr fontAlgn="auto">
              <a:spcAft>
                <a:spcPts val="0"/>
              </a:spcAft>
              <a:buFont typeface="Arial" pitchFamily="34" charset="0"/>
              <a:buNone/>
              <a:defRPr/>
            </a:pPr>
            <a:endParaRPr lang="zh-TW" altLang="en-US" dirty="0" smtClean="0"/>
          </a:p>
        </p:txBody>
      </p:sp>
      <p:sp>
        <p:nvSpPr>
          <p:cNvPr id="8199" name="投影片編號版面配置區 3"/>
          <p:cNvSpPr>
            <a:spLocks noGrp="1"/>
          </p:cNvSpPr>
          <p:nvPr>
            <p:ph type="sldNum" sz="quarter" idx="12"/>
          </p:nvPr>
        </p:nvSpPr>
        <p:spPr/>
        <p:txBody>
          <a:bodyPr/>
          <a:lstStyle/>
          <a:p>
            <a:pPr>
              <a:defRPr/>
            </a:pPr>
            <a:fld id="{D5B4D8A1-206D-4CB1-9969-4E556D5AE29D}" type="slidenum">
              <a:rPr lang="en-US" altLang="zh-TW"/>
              <a:pPr>
                <a:defRPr/>
              </a:pPr>
              <a:t>9</a:t>
            </a:fld>
            <a:endParaRPr lang="en-US" altLang="zh-TW"/>
          </a:p>
        </p:txBody>
      </p:sp>
      <p:sp>
        <p:nvSpPr>
          <p:cNvPr id="8200" name="Rectangle 6"/>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kumimoji="0" lang="zh-TW" altLang="en-US">
              <a:latin typeface="Calibri" pitchFamily="34" charset="0"/>
            </a:endParaRPr>
          </a:p>
        </p:txBody>
      </p:sp>
      <p:graphicFrame>
        <p:nvGraphicFramePr>
          <p:cNvPr id="8194" name="Object 5"/>
          <p:cNvGraphicFramePr>
            <a:graphicFrameLocks noChangeAspect="1"/>
          </p:cNvGraphicFramePr>
          <p:nvPr/>
        </p:nvGraphicFramePr>
        <p:xfrm>
          <a:off x="2438400" y="2057400"/>
          <a:ext cx="3352800" cy="858838"/>
        </p:xfrm>
        <a:graphic>
          <a:graphicData uri="http://schemas.openxmlformats.org/presentationml/2006/ole">
            <p:oleObj spid="_x0000_s8194" name="方程式" r:id="rId3" imgW="1701800" imgH="431800" progId="Equation.3">
              <p:embed/>
            </p:oleObj>
          </a:graphicData>
        </a:graphic>
      </p:graphicFrame>
      <p:sp>
        <p:nvSpPr>
          <p:cNvPr id="8201" name="Rectangle 8"/>
          <p:cNvSpPr>
            <a:spLocks noChangeArrowheads="1"/>
          </p:cNvSpPr>
          <p:nvPr/>
        </p:nvSpPr>
        <p:spPr bwMode="auto">
          <a:xfrm>
            <a:off x="0" y="0"/>
            <a:ext cx="9144000" cy="0"/>
          </a:xfrm>
          <a:prstGeom prst="rect">
            <a:avLst/>
          </a:prstGeom>
          <a:noFill/>
          <a:ln w="9525">
            <a:noFill/>
            <a:miter lim="800000"/>
            <a:headEnd/>
            <a:tailEnd/>
          </a:ln>
        </p:spPr>
        <p:txBody>
          <a:bodyPr anchor="ctr">
            <a:spAutoFit/>
          </a:bodyPr>
          <a:lstStyle/>
          <a:p>
            <a:endParaRPr kumimoji="0" lang="zh-TW" altLang="en-US">
              <a:latin typeface="Calibri" pitchFamily="34" charset="0"/>
            </a:endParaRPr>
          </a:p>
        </p:txBody>
      </p:sp>
      <p:graphicFrame>
        <p:nvGraphicFramePr>
          <p:cNvPr id="8195" name="Object 7"/>
          <p:cNvGraphicFramePr>
            <a:graphicFrameLocks noChangeAspect="1"/>
          </p:cNvGraphicFramePr>
          <p:nvPr/>
        </p:nvGraphicFramePr>
        <p:xfrm>
          <a:off x="1676400" y="3352800"/>
          <a:ext cx="2370138" cy="739775"/>
        </p:xfrm>
        <a:graphic>
          <a:graphicData uri="http://schemas.openxmlformats.org/presentationml/2006/ole">
            <p:oleObj spid="_x0000_s8195" name="方程式" r:id="rId4" imgW="1396800" imgH="431640" progId="Equation.3">
              <p:embed/>
            </p:oleObj>
          </a:graphicData>
        </a:graphic>
      </p:graphicFrame>
      <p:sp>
        <p:nvSpPr>
          <p:cNvPr id="8202" name="Rectangle 10"/>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kumimoji="0" lang="zh-TW" altLang="en-US">
              <a:latin typeface="Calibri" pitchFamily="34" charset="0"/>
            </a:endParaRPr>
          </a:p>
        </p:txBody>
      </p:sp>
      <p:graphicFrame>
        <p:nvGraphicFramePr>
          <p:cNvPr id="8196" name="Object 9"/>
          <p:cNvGraphicFramePr>
            <a:graphicFrameLocks noChangeAspect="1"/>
          </p:cNvGraphicFramePr>
          <p:nvPr/>
        </p:nvGraphicFramePr>
        <p:xfrm>
          <a:off x="4572000" y="3352800"/>
          <a:ext cx="2362200" cy="720725"/>
        </p:xfrm>
        <a:graphic>
          <a:graphicData uri="http://schemas.openxmlformats.org/presentationml/2006/ole">
            <p:oleObj spid="_x0000_s8196" name="方程式" r:id="rId5" imgW="1422400" imgH="431800" progId="Equation.3">
              <p:embed/>
            </p:oleObj>
          </a:graphicData>
        </a:graphic>
      </p:graphicFrame>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1" name="投影片編號版面配置區 5"/>
          <p:cNvSpPr>
            <a:spLocks noGrp="1"/>
          </p:cNvSpPr>
          <p:nvPr>
            <p:ph type="sldNum" sz="quarter" idx="12"/>
          </p:nvPr>
        </p:nvSpPr>
        <p:spPr/>
        <p:txBody>
          <a:bodyPr/>
          <a:lstStyle/>
          <a:p>
            <a:pPr>
              <a:defRPr/>
            </a:pPr>
            <a:fld id="{62BAAAF1-34B8-47BB-8B2D-FE38623C1EA3}" type="slidenum">
              <a:rPr lang="en-US" altLang="zh-TW"/>
              <a:pPr>
                <a:defRPr/>
              </a:pPr>
              <a:t>10</a:t>
            </a:fld>
            <a:endParaRPr lang="en-US" altLang="zh-TW"/>
          </a:p>
        </p:txBody>
      </p:sp>
      <p:sp>
        <p:nvSpPr>
          <p:cNvPr id="9222" name="Rectangle 4"/>
          <p:cNvSpPr>
            <a:spLocks noChangeArrowheads="1"/>
          </p:cNvSpPr>
          <p:nvPr/>
        </p:nvSpPr>
        <p:spPr bwMode="auto">
          <a:xfrm>
            <a:off x="457200" y="533400"/>
            <a:ext cx="8229600" cy="5334000"/>
          </a:xfrm>
          <a:prstGeom prst="rect">
            <a:avLst/>
          </a:prstGeom>
          <a:noFill/>
          <a:ln w="9525">
            <a:noFill/>
            <a:miter lim="800000"/>
            <a:headEnd/>
            <a:tailEnd/>
          </a:ln>
        </p:spPr>
        <p:txBody>
          <a:bodyPr/>
          <a:lstStyle/>
          <a:p>
            <a:pPr marL="342900" indent="-342900">
              <a:spcBef>
                <a:spcPct val="20000"/>
              </a:spcBef>
            </a:pPr>
            <a:endParaRPr lang="en-US" altLang="zh-TW" sz="3200">
              <a:latin typeface="Calibri" pitchFamily="34" charset="0"/>
            </a:endParaRPr>
          </a:p>
          <a:p>
            <a:pPr marL="342900" indent="-342900">
              <a:spcBef>
                <a:spcPct val="20000"/>
              </a:spcBef>
            </a:pPr>
            <a:r>
              <a:rPr lang="en-US" altLang="zh-TW" sz="3200">
                <a:latin typeface="Calibri" pitchFamily="34" charset="0"/>
              </a:rPr>
              <a:t> </a:t>
            </a:r>
          </a:p>
        </p:txBody>
      </p:sp>
      <p:sp>
        <p:nvSpPr>
          <p:cNvPr id="9223" name="Rectangle 7"/>
          <p:cNvSpPr>
            <a:spLocks noChangeArrowheads="1"/>
          </p:cNvSpPr>
          <p:nvPr/>
        </p:nvSpPr>
        <p:spPr bwMode="auto">
          <a:xfrm>
            <a:off x="0" y="3295650"/>
            <a:ext cx="9144000" cy="0"/>
          </a:xfrm>
          <a:prstGeom prst="rect">
            <a:avLst/>
          </a:prstGeom>
          <a:noFill/>
          <a:ln w="9525">
            <a:noFill/>
            <a:miter lim="800000"/>
            <a:headEnd/>
            <a:tailEnd/>
          </a:ln>
        </p:spPr>
        <p:txBody>
          <a:bodyPr wrap="none" anchor="ctr">
            <a:spAutoFit/>
          </a:bodyPr>
          <a:lstStyle/>
          <a:p>
            <a:endParaRPr kumimoji="0" lang="zh-TW" altLang="en-US">
              <a:latin typeface="Calibri" pitchFamily="34" charset="0"/>
            </a:endParaRPr>
          </a:p>
        </p:txBody>
      </p:sp>
      <p:sp>
        <p:nvSpPr>
          <p:cNvPr id="9224" name="Rectangle 9"/>
          <p:cNvSpPr>
            <a:spLocks noChangeArrowheads="1"/>
          </p:cNvSpPr>
          <p:nvPr/>
        </p:nvSpPr>
        <p:spPr bwMode="auto">
          <a:xfrm>
            <a:off x="0" y="3562350"/>
            <a:ext cx="9144000" cy="0"/>
          </a:xfrm>
          <a:prstGeom prst="rect">
            <a:avLst/>
          </a:prstGeom>
          <a:noFill/>
          <a:ln w="9525">
            <a:noFill/>
            <a:miter lim="800000"/>
            <a:headEnd/>
            <a:tailEnd/>
          </a:ln>
        </p:spPr>
        <p:txBody>
          <a:bodyPr wrap="none" anchor="ctr">
            <a:spAutoFit/>
          </a:bodyPr>
          <a:lstStyle/>
          <a:p>
            <a:endParaRPr kumimoji="0" lang="zh-TW" altLang="en-US">
              <a:latin typeface="Calibri" pitchFamily="34" charset="0"/>
            </a:endParaRPr>
          </a:p>
        </p:txBody>
      </p:sp>
      <p:sp>
        <p:nvSpPr>
          <p:cNvPr id="9225" name="Rectangle 10"/>
          <p:cNvSpPr>
            <a:spLocks noChangeArrowheads="1"/>
          </p:cNvSpPr>
          <p:nvPr/>
        </p:nvSpPr>
        <p:spPr bwMode="auto">
          <a:xfrm>
            <a:off x="0" y="3190875"/>
            <a:ext cx="9144000" cy="0"/>
          </a:xfrm>
          <a:prstGeom prst="rect">
            <a:avLst/>
          </a:prstGeom>
          <a:noFill/>
          <a:ln w="9525">
            <a:noFill/>
            <a:miter lim="800000"/>
            <a:headEnd/>
            <a:tailEnd/>
          </a:ln>
        </p:spPr>
        <p:txBody>
          <a:bodyPr wrap="none" anchor="ctr">
            <a:spAutoFit/>
          </a:bodyPr>
          <a:lstStyle/>
          <a:p>
            <a:endParaRPr kumimoji="0" lang="zh-TW" altLang="en-US">
              <a:latin typeface="Calibri" pitchFamily="34" charset="0"/>
            </a:endParaRPr>
          </a:p>
        </p:txBody>
      </p:sp>
      <p:sp>
        <p:nvSpPr>
          <p:cNvPr id="9226" name="Rectangle 12"/>
          <p:cNvSpPr>
            <a:spLocks noChangeArrowheads="1"/>
          </p:cNvSpPr>
          <p:nvPr/>
        </p:nvSpPr>
        <p:spPr bwMode="auto">
          <a:xfrm>
            <a:off x="0" y="3667125"/>
            <a:ext cx="9144000" cy="0"/>
          </a:xfrm>
          <a:prstGeom prst="rect">
            <a:avLst/>
          </a:prstGeom>
          <a:noFill/>
          <a:ln w="9525">
            <a:noFill/>
            <a:miter lim="800000"/>
            <a:headEnd/>
            <a:tailEnd/>
          </a:ln>
        </p:spPr>
        <p:txBody>
          <a:bodyPr wrap="none" anchor="ctr">
            <a:spAutoFit/>
          </a:bodyPr>
          <a:lstStyle/>
          <a:p>
            <a:endParaRPr kumimoji="0" lang="zh-TW" altLang="en-US">
              <a:latin typeface="Calibri" pitchFamily="34" charset="0"/>
            </a:endParaRPr>
          </a:p>
        </p:txBody>
      </p:sp>
      <p:sp>
        <p:nvSpPr>
          <p:cNvPr id="9227" name="Rectangle 13"/>
          <p:cNvSpPr>
            <a:spLocks noChangeArrowheads="1"/>
          </p:cNvSpPr>
          <p:nvPr/>
        </p:nvSpPr>
        <p:spPr bwMode="auto">
          <a:xfrm>
            <a:off x="0" y="3124200"/>
            <a:ext cx="9144000" cy="0"/>
          </a:xfrm>
          <a:prstGeom prst="rect">
            <a:avLst/>
          </a:prstGeom>
          <a:noFill/>
          <a:ln w="9525">
            <a:noFill/>
            <a:miter lim="800000"/>
            <a:headEnd/>
            <a:tailEnd/>
          </a:ln>
        </p:spPr>
        <p:txBody>
          <a:bodyPr wrap="none" anchor="ctr">
            <a:spAutoFit/>
          </a:bodyPr>
          <a:lstStyle/>
          <a:p>
            <a:endParaRPr kumimoji="0" lang="zh-TW" altLang="en-US">
              <a:latin typeface="Calibri" pitchFamily="34" charset="0"/>
            </a:endParaRPr>
          </a:p>
        </p:txBody>
      </p:sp>
      <p:sp>
        <p:nvSpPr>
          <p:cNvPr id="9228" name="Rectangle 15"/>
          <p:cNvSpPr>
            <a:spLocks noChangeArrowheads="1"/>
          </p:cNvSpPr>
          <p:nvPr/>
        </p:nvSpPr>
        <p:spPr bwMode="auto">
          <a:xfrm>
            <a:off x="0" y="3700463"/>
            <a:ext cx="9144000" cy="0"/>
          </a:xfrm>
          <a:prstGeom prst="rect">
            <a:avLst/>
          </a:prstGeom>
          <a:noFill/>
          <a:ln w="9525">
            <a:noFill/>
            <a:miter lim="800000"/>
            <a:headEnd/>
            <a:tailEnd/>
          </a:ln>
        </p:spPr>
        <p:txBody>
          <a:bodyPr wrap="none" anchor="ctr">
            <a:spAutoFit/>
          </a:bodyPr>
          <a:lstStyle/>
          <a:p>
            <a:endParaRPr kumimoji="0" lang="zh-TW" altLang="en-US">
              <a:latin typeface="Calibri" pitchFamily="34" charset="0"/>
            </a:endParaRPr>
          </a:p>
        </p:txBody>
      </p:sp>
      <p:sp>
        <p:nvSpPr>
          <p:cNvPr id="9229" name="Text Box 16"/>
          <p:cNvSpPr txBox="1">
            <a:spLocks noChangeArrowheads="1"/>
          </p:cNvSpPr>
          <p:nvPr/>
        </p:nvSpPr>
        <p:spPr bwMode="auto">
          <a:xfrm>
            <a:off x="609600" y="914400"/>
            <a:ext cx="8153400" cy="554038"/>
          </a:xfrm>
          <a:prstGeom prst="rect">
            <a:avLst/>
          </a:prstGeom>
          <a:noFill/>
          <a:ln w="9525">
            <a:noFill/>
            <a:miter lim="800000"/>
            <a:headEnd/>
            <a:tailEnd/>
          </a:ln>
        </p:spPr>
        <p:txBody>
          <a:bodyPr>
            <a:spAutoFit/>
          </a:bodyPr>
          <a:lstStyle/>
          <a:p>
            <a:r>
              <a:rPr lang="en-US" altLang="zh-TW" sz="3000" b="1">
                <a:solidFill>
                  <a:srgbClr val="003366"/>
                </a:solidFill>
                <a:latin typeface="Times New Roman" pitchFamily="18" charset="0"/>
                <a:cs typeface="Times New Roman" pitchFamily="18" charset="0"/>
              </a:rPr>
              <a:t>The Wilson Equation (local composition model)</a:t>
            </a:r>
          </a:p>
        </p:txBody>
      </p:sp>
      <p:sp>
        <p:nvSpPr>
          <p:cNvPr id="9230" name="Rectangle 17"/>
          <p:cNvSpPr>
            <a:spLocks noChangeArrowheads="1"/>
          </p:cNvSpPr>
          <p:nvPr/>
        </p:nvSpPr>
        <p:spPr bwMode="auto">
          <a:xfrm>
            <a:off x="0" y="3286125"/>
            <a:ext cx="9144000" cy="0"/>
          </a:xfrm>
          <a:prstGeom prst="rect">
            <a:avLst/>
          </a:prstGeom>
          <a:noFill/>
          <a:ln w="9525">
            <a:noFill/>
            <a:miter lim="800000"/>
            <a:headEnd/>
            <a:tailEnd/>
          </a:ln>
        </p:spPr>
        <p:txBody>
          <a:bodyPr wrap="none" anchor="ctr">
            <a:spAutoFit/>
          </a:bodyPr>
          <a:lstStyle/>
          <a:p>
            <a:endParaRPr kumimoji="0" lang="zh-TW" altLang="en-US">
              <a:latin typeface="Calibri" pitchFamily="34" charset="0"/>
            </a:endParaRPr>
          </a:p>
        </p:txBody>
      </p:sp>
      <p:sp>
        <p:nvSpPr>
          <p:cNvPr id="9231" name="Rectangle 19"/>
          <p:cNvSpPr>
            <a:spLocks noChangeArrowheads="1"/>
          </p:cNvSpPr>
          <p:nvPr/>
        </p:nvSpPr>
        <p:spPr bwMode="auto">
          <a:xfrm>
            <a:off x="0" y="3200400"/>
            <a:ext cx="9144000" cy="0"/>
          </a:xfrm>
          <a:prstGeom prst="rect">
            <a:avLst/>
          </a:prstGeom>
          <a:noFill/>
          <a:ln w="9525">
            <a:noFill/>
            <a:miter lim="800000"/>
            <a:headEnd/>
            <a:tailEnd/>
          </a:ln>
        </p:spPr>
        <p:txBody>
          <a:bodyPr wrap="none" anchor="ctr">
            <a:spAutoFit/>
          </a:bodyPr>
          <a:lstStyle/>
          <a:p>
            <a:endParaRPr kumimoji="0" lang="zh-TW" altLang="en-US">
              <a:latin typeface="Calibri" pitchFamily="34" charset="0"/>
            </a:endParaRPr>
          </a:p>
        </p:txBody>
      </p:sp>
      <p:sp>
        <p:nvSpPr>
          <p:cNvPr id="9232" name="Rectangle 20"/>
          <p:cNvSpPr>
            <a:spLocks noChangeArrowheads="1"/>
          </p:cNvSpPr>
          <p:nvPr/>
        </p:nvSpPr>
        <p:spPr bwMode="auto">
          <a:xfrm>
            <a:off x="0" y="2890838"/>
            <a:ext cx="9144000" cy="0"/>
          </a:xfrm>
          <a:prstGeom prst="rect">
            <a:avLst/>
          </a:prstGeom>
          <a:noFill/>
          <a:ln w="9525">
            <a:noFill/>
            <a:miter lim="800000"/>
            <a:headEnd/>
            <a:tailEnd/>
          </a:ln>
        </p:spPr>
        <p:txBody>
          <a:bodyPr wrap="none" anchor="ctr">
            <a:spAutoFit/>
          </a:bodyPr>
          <a:lstStyle/>
          <a:p>
            <a:endParaRPr kumimoji="0" lang="zh-TW" altLang="en-US">
              <a:latin typeface="Calibri" pitchFamily="34" charset="0"/>
            </a:endParaRPr>
          </a:p>
        </p:txBody>
      </p:sp>
      <p:sp>
        <p:nvSpPr>
          <p:cNvPr id="9233" name="Rectangle 22"/>
          <p:cNvSpPr>
            <a:spLocks noChangeArrowheads="1"/>
          </p:cNvSpPr>
          <p:nvPr/>
        </p:nvSpPr>
        <p:spPr bwMode="auto">
          <a:xfrm>
            <a:off x="0" y="3962400"/>
            <a:ext cx="9144000" cy="0"/>
          </a:xfrm>
          <a:prstGeom prst="rect">
            <a:avLst/>
          </a:prstGeom>
          <a:noFill/>
          <a:ln w="9525">
            <a:noFill/>
            <a:miter lim="800000"/>
            <a:headEnd/>
            <a:tailEnd/>
          </a:ln>
        </p:spPr>
        <p:txBody>
          <a:bodyPr wrap="none" anchor="ctr">
            <a:spAutoFit/>
          </a:bodyPr>
          <a:lstStyle/>
          <a:p>
            <a:endParaRPr kumimoji="0" lang="zh-TW" altLang="en-US">
              <a:latin typeface="Calibri" pitchFamily="34" charset="0"/>
            </a:endParaRPr>
          </a:p>
        </p:txBody>
      </p:sp>
      <p:sp>
        <p:nvSpPr>
          <p:cNvPr id="9234" name="Rectangle 19"/>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kumimoji="0" lang="zh-TW" altLang="en-US">
              <a:latin typeface="Calibri" pitchFamily="34" charset="0"/>
            </a:endParaRPr>
          </a:p>
        </p:txBody>
      </p:sp>
      <p:graphicFrame>
        <p:nvGraphicFramePr>
          <p:cNvPr id="9218" name="Object 18"/>
          <p:cNvGraphicFramePr>
            <a:graphicFrameLocks noChangeAspect="1"/>
          </p:cNvGraphicFramePr>
          <p:nvPr/>
        </p:nvGraphicFramePr>
        <p:xfrm>
          <a:off x="2133600" y="1905000"/>
          <a:ext cx="3429000" cy="725488"/>
        </p:xfrm>
        <a:graphic>
          <a:graphicData uri="http://schemas.openxmlformats.org/presentationml/2006/ole">
            <p:oleObj spid="_x0000_s9218" name="方程式" r:id="rId3" imgW="1701800" imgH="355600" progId="Equation.3">
              <p:embed/>
            </p:oleObj>
          </a:graphicData>
        </a:graphic>
      </p:graphicFrame>
      <p:sp>
        <p:nvSpPr>
          <p:cNvPr id="9235" name="Rectangle 18"/>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kumimoji="0" lang="zh-TW" altLang="en-US">
              <a:latin typeface="Calibri" pitchFamily="34" charset="0"/>
            </a:endParaRPr>
          </a:p>
        </p:txBody>
      </p:sp>
      <p:graphicFrame>
        <p:nvGraphicFramePr>
          <p:cNvPr id="9219" name="Object 17"/>
          <p:cNvGraphicFramePr>
            <a:graphicFrameLocks noChangeAspect="1"/>
          </p:cNvGraphicFramePr>
          <p:nvPr/>
        </p:nvGraphicFramePr>
        <p:xfrm>
          <a:off x="1905000" y="2895600"/>
          <a:ext cx="3937000" cy="990600"/>
        </p:xfrm>
        <a:graphic>
          <a:graphicData uri="http://schemas.openxmlformats.org/presentationml/2006/ole">
            <p:oleObj spid="_x0000_s9219" name="方程式" r:id="rId4" imgW="2209680" imgH="558720" progId="Equation.3">
              <p:embed/>
            </p:oleObj>
          </a:graphicData>
        </a:graphic>
      </p:graphicFrame>
      <p:sp>
        <p:nvSpPr>
          <p:cNvPr id="9236" name="Rectangle 20"/>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kumimoji="0" lang="zh-TW" altLang="en-US">
              <a:latin typeface="Calibri" pitchFamily="34" charset="0"/>
            </a:endParaRPr>
          </a:p>
        </p:txBody>
      </p:sp>
      <p:graphicFrame>
        <p:nvGraphicFramePr>
          <p:cNvPr id="9220" name="Object 19"/>
          <p:cNvGraphicFramePr>
            <a:graphicFrameLocks noChangeAspect="1"/>
          </p:cNvGraphicFramePr>
          <p:nvPr/>
        </p:nvGraphicFramePr>
        <p:xfrm>
          <a:off x="2057400" y="4038600"/>
          <a:ext cx="1600200" cy="661988"/>
        </p:xfrm>
        <a:graphic>
          <a:graphicData uri="http://schemas.openxmlformats.org/presentationml/2006/ole">
            <p:oleObj spid="_x0000_s9220" name="方程式" r:id="rId5" imgW="1066680" imgH="444240" progId="Equation.3">
              <p:embed/>
            </p:oleObj>
          </a:graphicData>
        </a:graphic>
      </p:graphicFrame>
      <p:sp>
        <p:nvSpPr>
          <p:cNvPr id="9237" name="文字方塊 20"/>
          <p:cNvSpPr txBox="1">
            <a:spLocks noChangeArrowheads="1"/>
          </p:cNvSpPr>
          <p:nvPr/>
        </p:nvSpPr>
        <p:spPr bwMode="auto">
          <a:xfrm>
            <a:off x="3886200" y="4191000"/>
            <a:ext cx="4876800" cy="369888"/>
          </a:xfrm>
          <a:prstGeom prst="rect">
            <a:avLst/>
          </a:prstGeom>
          <a:noFill/>
          <a:ln w="9525">
            <a:noFill/>
            <a:miter lim="800000"/>
            <a:headEnd/>
            <a:tailEnd/>
          </a:ln>
        </p:spPr>
        <p:txBody>
          <a:bodyPr>
            <a:spAutoFit/>
          </a:bodyPr>
          <a:lstStyle/>
          <a:p>
            <a:r>
              <a:rPr kumimoji="0" lang="en-US" altLang="zh-TW" i="1">
                <a:latin typeface="Calibri" pitchFamily="34" charset="0"/>
              </a:rPr>
              <a:t> v</a:t>
            </a:r>
            <a:r>
              <a:rPr kumimoji="0" lang="en-US" altLang="zh-TW" i="1" baseline="-25000">
                <a:latin typeface="Calibri" pitchFamily="34" charset="0"/>
              </a:rPr>
              <a:t>i</a:t>
            </a:r>
            <a:r>
              <a:rPr kumimoji="0" lang="en-US" altLang="zh-TW" i="1">
                <a:latin typeface="Calibri" pitchFamily="34" charset="0"/>
              </a:rPr>
              <a:t>, v</a:t>
            </a:r>
            <a:r>
              <a:rPr kumimoji="0" lang="en-US" altLang="zh-TW" i="1" baseline="-25000">
                <a:latin typeface="Calibri" pitchFamily="34" charset="0"/>
              </a:rPr>
              <a:t>j</a:t>
            </a:r>
            <a:r>
              <a:rPr kumimoji="0" lang="en-US" altLang="zh-TW">
                <a:latin typeface="Calibri" pitchFamily="34" charset="0"/>
              </a:rPr>
              <a:t>: </a:t>
            </a:r>
            <a:r>
              <a:rPr kumimoji="0" lang="en-US" altLang="zh-TW" sz="1400">
                <a:latin typeface="Times New Roman" pitchFamily="18" charset="0"/>
                <a:cs typeface="Times New Roman" pitchFamily="18" charset="0"/>
              </a:rPr>
              <a:t>molar volumes of pure i and j at T </a:t>
            </a:r>
            <a:endParaRPr kumimoji="0" lang="zh-TW" altLang="en-US" sz="1400">
              <a:latin typeface="Times New Roman" pitchFamily="18" charset="0"/>
              <a:cs typeface="Times New Roman" pitchFamily="18" charset="0"/>
            </a:endParaRPr>
          </a:p>
        </p:txBody>
      </p:sp>
      <p:sp>
        <p:nvSpPr>
          <p:cNvPr id="9238" name="文字方塊 21"/>
          <p:cNvSpPr txBox="1">
            <a:spLocks noChangeArrowheads="1"/>
          </p:cNvSpPr>
          <p:nvPr/>
        </p:nvSpPr>
        <p:spPr bwMode="auto">
          <a:xfrm>
            <a:off x="1905000" y="4876800"/>
            <a:ext cx="5867400" cy="1754188"/>
          </a:xfrm>
          <a:prstGeom prst="rect">
            <a:avLst/>
          </a:prstGeom>
          <a:noFill/>
          <a:ln w="9525">
            <a:noFill/>
            <a:miter lim="800000"/>
            <a:headEnd/>
            <a:tailEnd/>
          </a:ln>
        </p:spPr>
        <p:txBody>
          <a:bodyPr>
            <a:spAutoFit/>
          </a:bodyPr>
          <a:lstStyle/>
          <a:p>
            <a:r>
              <a:rPr kumimoji="0" lang="en-US" altLang="zh-TW">
                <a:latin typeface="Times New Roman" pitchFamily="18" charset="0"/>
                <a:cs typeface="Times New Roman" pitchFamily="18" charset="0"/>
              </a:rPr>
              <a:t>Pros and Cons:</a:t>
            </a:r>
            <a:endParaRPr kumimoji="0" lang="zh-TW" altLang="zh-TW">
              <a:latin typeface="Times New Roman" pitchFamily="18" charset="0"/>
              <a:cs typeface="Times New Roman" pitchFamily="18" charset="0"/>
            </a:endParaRPr>
          </a:p>
          <a:p>
            <a:r>
              <a:rPr kumimoji="0" lang="en-US" altLang="zh-TW">
                <a:latin typeface="Times New Roman" pitchFamily="18" charset="0"/>
                <a:cs typeface="Times New Roman" pitchFamily="18" charset="0"/>
              </a:rPr>
              <a:t>1. Based on local composition consideration.</a:t>
            </a:r>
            <a:endParaRPr kumimoji="0" lang="zh-TW" altLang="zh-TW">
              <a:latin typeface="Times New Roman" pitchFamily="18" charset="0"/>
              <a:cs typeface="Times New Roman" pitchFamily="18" charset="0"/>
            </a:endParaRPr>
          </a:p>
          <a:p>
            <a:r>
              <a:rPr kumimoji="0" lang="en-US" altLang="zh-TW">
                <a:latin typeface="Times New Roman" pitchFamily="18" charset="0"/>
                <a:cs typeface="Times New Roman" pitchFamily="18" charset="0"/>
              </a:rPr>
              <a:t>2. Suitable for non-ideal solution with polar components.</a:t>
            </a:r>
            <a:endParaRPr kumimoji="0" lang="zh-TW" altLang="zh-TW">
              <a:latin typeface="Times New Roman" pitchFamily="18" charset="0"/>
              <a:cs typeface="Times New Roman" pitchFamily="18" charset="0"/>
            </a:endParaRPr>
          </a:p>
          <a:p>
            <a:r>
              <a:rPr kumimoji="0" lang="en-US" altLang="zh-TW">
                <a:latin typeface="Times New Roman" pitchFamily="18" charset="0"/>
                <a:cs typeface="Times New Roman" pitchFamily="18" charset="0"/>
              </a:rPr>
              <a:t>3. Suitable for dilute solution.</a:t>
            </a:r>
            <a:endParaRPr kumimoji="0" lang="zh-TW" altLang="zh-TW">
              <a:latin typeface="Times New Roman" pitchFamily="18" charset="0"/>
              <a:cs typeface="Times New Roman" pitchFamily="18" charset="0"/>
            </a:endParaRPr>
          </a:p>
          <a:p>
            <a:r>
              <a:rPr kumimoji="0" lang="en-US" altLang="zh-TW">
                <a:latin typeface="Times New Roman" pitchFamily="18" charset="0"/>
                <a:cs typeface="Times New Roman" pitchFamily="18" charset="0"/>
              </a:rPr>
              <a:t>4. Not suitable for LLE and VLLE.</a:t>
            </a:r>
            <a:endParaRPr kumimoji="0" lang="zh-TW" altLang="zh-TW">
              <a:latin typeface="Times New Roman" pitchFamily="18" charset="0"/>
              <a:cs typeface="Times New Roman" pitchFamily="18" charset="0"/>
            </a:endParaRPr>
          </a:p>
          <a:p>
            <a:endParaRPr kumimoji="0" lang="zh-TW" altLang="en-US">
              <a:latin typeface="Calibri" pitchFamily="34" charset="0"/>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5" name="投影片編號版面配置區 5"/>
          <p:cNvSpPr>
            <a:spLocks noGrp="1"/>
          </p:cNvSpPr>
          <p:nvPr>
            <p:ph type="sldNum" sz="quarter" idx="12"/>
          </p:nvPr>
        </p:nvSpPr>
        <p:spPr/>
        <p:txBody>
          <a:bodyPr/>
          <a:lstStyle/>
          <a:p>
            <a:pPr>
              <a:defRPr/>
            </a:pPr>
            <a:fld id="{829BEA10-FFAC-46E9-8E60-44457505682A}" type="slidenum">
              <a:rPr lang="en-US" altLang="zh-TW"/>
              <a:pPr>
                <a:defRPr/>
              </a:pPr>
              <a:t>11</a:t>
            </a:fld>
            <a:endParaRPr lang="en-US" altLang="zh-TW"/>
          </a:p>
        </p:txBody>
      </p:sp>
      <p:sp>
        <p:nvSpPr>
          <p:cNvPr id="10246" name="Rectangle 3"/>
          <p:cNvSpPr>
            <a:spLocks noGrp="1" noChangeArrowheads="1"/>
          </p:cNvSpPr>
          <p:nvPr>
            <p:ph type="body" idx="1"/>
          </p:nvPr>
        </p:nvSpPr>
        <p:spPr>
          <a:xfrm>
            <a:off x="685800" y="609600"/>
            <a:ext cx="8229600" cy="1143000"/>
          </a:xfrm>
        </p:spPr>
        <p:txBody>
          <a:bodyPr/>
          <a:lstStyle/>
          <a:p>
            <a:pPr>
              <a:buFontTx/>
              <a:buNone/>
            </a:pPr>
            <a:endParaRPr lang="en-US" altLang="zh-TW" sz="2000" b="1" smtClean="0">
              <a:solidFill>
                <a:srgbClr val="003366"/>
              </a:solidFill>
            </a:endParaRPr>
          </a:p>
          <a:p>
            <a:pPr>
              <a:buFontTx/>
              <a:buNone/>
            </a:pPr>
            <a:r>
              <a:rPr lang="en-US" altLang="zh-TW" sz="3000" b="1" smtClean="0">
                <a:solidFill>
                  <a:srgbClr val="003366"/>
                </a:solidFill>
                <a:latin typeface="Times New Roman" pitchFamily="18" charset="0"/>
                <a:cs typeface="Times New Roman" pitchFamily="18" charset="0"/>
              </a:rPr>
              <a:t>The NRTL (Nonrandom Two Liquid) Equation</a:t>
            </a:r>
          </a:p>
        </p:txBody>
      </p:sp>
      <p:sp>
        <p:nvSpPr>
          <p:cNvPr id="10247" name="Rectangle 5"/>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kumimoji="0" lang="zh-TW" altLang="en-US">
              <a:latin typeface="Calibri" pitchFamily="34" charset="0"/>
            </a:endParaRPr>
          </a:p>
        </p:txBody>
      </p:sp>
      <p:sp>
        <p:nvSpPr>
          <p:cNvPr id="10248" name="Rectangle 6"/>
          <p:cNvSpPr>
            <a:spLocks noChangeArrowheads="1"/>
          </p:cNvSpPr>
          <p:nvPr/>
        </p:nvSpPr>
        <p:spPr bwMode="auto">
          <a:xfrm>
            <a:off x="381000" y="1724025"/>
            <a:ext cx="9144000" cy="0"/>
          </a:xfrm>
          <a:prstGeom prst="rect">
            <a:avLst/>
          </a:prstGeom>
          <a:noFill/>
          <a:ln w="9525">
            <a:noFill/>
            <a:miter lim="800000"/>
            <a:headEnd/>
            <a:tailEnd/>
          </a:ln>
        </p:spPr>
        <p:txBody>
          <a:bodyPr wrap="none" anchor="ctr">
            <a:spAutoFit/>
          </a:bodyPr>
          <a:lstStyle/>
          <a:p>
            <a:endParaRPr lang="zh-TW" altLang="zh-TW">
              <a:latin typeface="Calibri" pitchFamily="34" charset="0"/>
            </a:endParaRPr>
          </a:p>
        </p:txBody>
      </p:sp>
      <p:sp>
        <p:nvSpPr>
          <p:cNvPr id="12297" name="文字方塊 6"/>
          <p:cNvSpPr txBox="1">
            <a:spLocks noChangeArrowheads="1"/>
          </p:cNvSpPr>
          <p:nvPr/>
        </p:nvSpPr>
        <p:spPr bwMode="auto">
          <a:xfrm>
            <a:off x="1447800" y="4419600"/>
            <a:ext cx="5867400" cy="1754188"/>
          </a:xfrm>
          <a:prstGeom prst="rect">
            <a:avLst/>
          </a:prstGeom>
          <a:noFill/>
          <a:ln w="9525">
            <a:noFill/>
            <a:miter lim="800000"/>
            <a:headEnd/>
            <a:tailEnd/>
          </a:ln>
        </p:spPr>
        <p:txBody>
          <a:bodyPr>
            <a:spAutoFit/>
          </a:bodyPr>
          <a:lstStyle/>
          <a:p>
            <a:pPr marL="268288" indent="-268288" fontAlgn="auto">
              <a:spcBef>
                <a:spcPts val="0"/>
              </a:spcBef>
              <a:spcAft>
                <a:spcPts val="0"/>
              </a:spcAft>
              <a:defRPr/>
            </a:pPr>
            <a:r>
              <a:rPr kumimoji="0" lang="en-US" altLang="zh-TW" dirty="0">
                <a:latin typeface="Times New Roman" pitchFamily="18" charset="0"/>
                <a:ea typeface="新細明體" pitchFamily="18" charset="-120"/>
                <a:cs typeface="Times New Roman" pitchFamily="18" charset="0"/>
              </a:rPr>
              <a:t>Pros and Cons</a:t>
            </a:r>
          </a:p>
          <a:p>
            <a:pPr marL="268288" indent="-268288" fontAlgn="auto">
              <a:spcBef>
                <a:spcPts val="0"/>
              </a:spcBef>
              <a:spcAft>
                <a:spcPts val="0"/>
              </a:spcAft>
              <a:defRPr/>
            </a:pPr>
            <a:r>
              <a:rPr kumimoji="0" lang="en-US" altLang="zh-TW" dirty="0">
                <a:latin typeface="Times New Roman" pitchFamily="18" charset="0"/>
                <a:ea typeface="新細明體" pitchFamily="18" charset="-120"/>
                <a:cs typeface="Times New Roman" pitchFamily="18" charset="0"/>
              </a:rPr>
              <a:t>1. Based on local composition, liquid cell theory, and statistic considerations.</a:t>
            </a:r>
            <a:endParaRPr kumimoji="0" lang="zh-TW" altLang="zh-TW" dirty="0">
              <a:latin typeface="Times New Roman" pitchFamily="18" charset="0"/>
              <a:ea typeface="新細明體" pitchFamily="18" charset="-120"/>
              <a:cs typeface="Times New Roman" pitchFamily="18" charset="0"/>
            </a:endParaRPr>
          </a:p>
          <a:p>
            <a:pPr fontAlgn="auto">
              <a:spcBef>
                <a:spcPts val="0"/>
              </a:spcBef>
              <a:spcAft>
                <a:spcPts val="0"/>
              </a:spcAft>
              <a:defRPr/>
            </a:pPr>
            <a:r>
              <a:rPr kumimoji="0" lang="en-US" altLang="zh-TW" dirty="0">
                <a:latin typeface="Times New Roman" pitchFamily="18" charset="0"/>
                <a:ea typeface="新細明體" pitchFamily="18" charset="-120"/>
                <a:cs typeface="Times New Roman" pitchFamily="18" charset="0"/>
              </a:rPr>
              <a:t>2. Suitable for non-ideal solution with polar components.</a:t>
            </a:r>
            <a:endParaRPr kumimoji="0" lang="zh-TW" altLang="zh-TW" dirty="0">
              <a:latin typeface="Times New Roman" pitchFamily="18" charset="0"/>
              <a:ea typeface="新細明體" pitchFamily="18" charset="-120"/>
              <a:cs typeface="Times New Roman" pitchFamily="18" charset="0"/>
            </a:endParaRPr>
          </a:p>
          <a:p>
            <a:pPr fontAlgn="auto">
              <a:spcBef>
                <a:spcPts val="0"/>
              </a:spcBef>
              <a:spcAft>
                <a:spcPts val="0"/>
              </a:spcAft>
              <a:defRPr/>
            </a:pPr>
            <a:r>
              <a:rPr kumimoji="0" lang="en-US" altLang="zh-TW" dirty="0">
                <a:latin typeface="Times New Roman" pitchFamily="18" charset="0"/>
                <a:ea typeface="新細明體" pitchFamily="18" charset="-120"/>
                <a:cs typeface="Times New Roman" pitchFamily="18" charset="0"/>
              </a:rPr>
              <a:t>3. Suitable for VLE, LLE, and VLLE.</a:t>
            </a:r>
            <a:endParaRPr kumimoji="0" lang="zh-TW" altLang="zh-TW" dirty="0">
              <a:latin typeface="Times New Roman" pitchFamily="18" charset="0"/>
              <a:ea typeface="新細明體" pitchFamily="18" charset="-120"/>
              <a:cs typeface="Times New Roman" pitchFamily="18" charset="0"/>
            </a:endParaRPr>
          </a:p>
          <a:p>
            <a:pPr fontAlgn="auto">
              <a:spcBef>
                <a:spcPts val="0"/>
              </a:spcBef>
              <a:spcAft>
                <a:spcPts val="0"/>
              </a:spcAft>
              <a:defRPr/>
            </a:pPr>
            <a:endParaRPr kumimoji="0" lang="zh-TW" altLang="en-US" dirty="0">
              <a:latin typeface="+mn-lt"/>
              <a:ea typeface="新細明體" pitchFamily="18" charset="-120"/>
            </a:endParaRPr>
          </a:p>
        </p:txBody>
      </p:sp>
      <p:graphicFrame>
        <p:nvGraphicFramePr>
          <p:cNvPr id="10242" name="Object 7"/>
          <p:cNvGraphicFramePr>
            <a:graphicFrameLocks noChangeAspect="1"/>
          </p:cNvGraphicFramePr>
          <p:nvPr/>
        </p:nvGraphicFramePr>
        <p:xfrm>
          <a:off x="1600200" y="2057400"/>
          <a:ext cx="5511800" cy="1295400"/>
        </p:xfrm>
        <a:graphic>
          <a:graphicData uri="http://schemas.openxmlformats.org/presentationml/2006/ole">
            <p:oleObj spid="_x0000_s10242" name="方程式" r:id="rId3" imgW="2971800" imgH="698400" progId="Equation.3">
              <p:embed/>
            </p:oleObj>
          </a:graphicData>
        </a:graphic>
      </p:graphicFrame>
      <p:graphicFrame>
        <p:nvGraphicFramePr>
          <p:cNvPr id="10243" name="Object 8"/>
          <p:cNvGraphicFramePr>
            <a:graphicFrameLocks noChangeAspect="1"/>
          </p:cNvGraphicFramePr>
          <p:nvPr/>
        </p:nvGraphicFramePr>
        <p:xfrm>
          <a:off x="1905000" y="3581400"/>
          <a:ext cx="3486150" cy="609600"/>
        </p:xfrm>
        <a:graphic>
          <a:graphicData uri="http://schemas.openxmlformats.org/presentationml/2006/ole">
            <p:oleObj spid="_x0000_s10243" name="方程式" r:id="rId4" imgW="2323800" imgH="406080" progId="Equation.3">
              <p:embed/>
            </p:oleObj>
          </a:graphicData>
        </a:graphic>
      </p:graphicFrame>
      <p:graphicFrame>
        <p:nvGraphicFramePr>
          <p:cNvPr id="10244" name="Object 9"/>
          <p:cNvGraphicFramePr>
            <a:graphicFrameLocks noChangeAspect="1"/>
          </p:cNvGraphicFramePr>
          <p:nvPr/>
        </p:nvGraphicFramePr>
        <p:xfrm>
          <a:off x="5791200" y="3581400"/>
          <a:ext cx="962025" cy="609600"/>
        </p:xfrm>
        <a:graphic>
          <a:graphicData uri="http://schemas.openxmlformats.org/presentationml/2006/ole">
            <p:oleObj spid="_x0000_s10244" name="方程式" r:id="rId5" imgW="761760" imgH="482400" progId="Equation.3">
              <p:embed/>
            </p:oleObj>
          </a:graphicData>
        </a:graphic>
      </p:graphicFrame>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8" name="投影片編號版面配置區 5"/>
          <p:cNvSpPr>
            <a:spLocks noGrp="1"/>
          </p:cNvSpPr>
          <p:nvPr>
            <p:ph type="sldNum" sz="quarter" idx="12"/>
          </p:nvPr>
        </p:nvSpPr>
        <p:spPr/>
        <p:txBody>
          <a:bodyPr/>
          <a:lstStyle/>
          <a:p>
            <a:pPr>
              <a:defRPr/>
            </a:pPr>
            <a:fld id="{201C0DDC-760E-4104-90B6-42A9D01B8547}" type="slidenum">
              <a:rPr lang="en-US" altLang="zh-TW"/>
              <a:pPr>
                <a:defRPr/>
              </a:pPr>
              <a:t>12</a:t>
            </a:fld>
            <a:endParaRPr lang="en-US" altLang="zh-TW"/>
          </a:p>
        </p:txBody>
      </p:sp>
      <p:sp>
        <p:nvSpPr>
          <p:cNvPr id="11269" name="Rectangle 2"/>
          <p:cNvSpPr>
            <a:spLocks noGrp="1" noChangeArrowheads="1"/>
          </p:cNvSpPr>
          <p:nvPr>
            <p:ph type="title"/>
          </p:nvPr>
        </p:nvSpPr>
        <p:spPr>
          <a:xfrm>
            <a:off x="1219200" y="609600"/>
            <a:ext cx="6400800" cy="1066800"/>
          </a:xfrm>
        </p:spPr>
        <p:txBody>
          <a:bodyPr rtlCol="0">
            <a:normAutofit fontScale="90000"/>
          </a:bodyPr>
          <a:lstStyle/>
          <a:p>
            <a:pPr fontAlgn="auto">
              <a:lnSpc>
                <a:spcPct val="80000"/>
              </a:lnSpc>
              <a:spcAft>
                <a:spcPts val="0"/>
              </a:spcAft>
              <a:defRPr/>
            </a:pPr>
            <a:r>
              <a:rPr lang="en-US" altLang="zh-TW" sz="3200" b="1" smtClean="0"/>
              <a:t/>
            </a:r>
            <a:br>
              <a:rPr lang="en-US" altLang="zh-TW" sz="3200" b="1" smtClean="0"/>
            </a:br>
            <a:r>
              <a:rPr lang="en-US" altLang="zh-TW" sz="3000" b="1" smtClean="0">
                <a:solidFill>
                  <a:srgbClr val="003366"/>
                </a:solidFill>
                <a:latin typeface="Times New Roman" pitchFamily="18" charset="0"/>
              </a:rPr>
              <a:t>The UNIQUAC (Universal Quasi-Chemical ) Equation</a:t>
            </a:r>
            <a:r>
              <a:rPr lang="en-US" altLang="zh-TW" sz="3200" b="1" smtClean="0"/>
              <a:t/>
            </a:r>
            <a:br>
              <a:rPr lang="en-US" altLang="zh-TW" sz="3200" b="1" smtClean="0"/>
            </a:br>
            <a:endParaRPr lang="en-US" altLang="zh-TW" sz="3200" b="1" smtClean="0"/>
          </a:p>
        </p:txBody>
      </p:sp>
      <p:sp>
        <p:nvSpPr>
          <p:cNvPr id="11270" name="Rectangle 3"/>
          <p:cNvSpPr>
            <a:spLocks noGrp="1" noChangeArrowheads="1"/>
          </p:cNvSpPr>
          <p:nvPr>
            <p:ph type="body" idx="1"/>
          </p:nvPr>
        </p:nvSpPr>
        <p:spPr>
          <a:xfrm>
            <a:off x="457200" y="3276600"/>
            <a:ext cx="8001000" cy="1143000"/>
          </a:xfrm>
        </p:spPr>
        <p:txBody>
          <a:bodyPr/>
          <a:lstStyle/>
          <a:p>
            <a:pPr>
              <a:buFontTx/>
              <a:buNone/>
            </a:pPr>
            <a:r>
              <a:rPr lang="en-US" altLang="zh-TW" sz="1800" b="1" smtClean="0">
                <a:latin typeface="Times New Roman" pitchFamily="18" charset="0"/>
                <a:cs typeface="Times New Roman" pitchFamily="18" charset="0"/>
              </a:rPr>
              <a:t>    Where the combinatorial part considers the nonideal effect caused by molecular size, shape (generating S  ), and the residual part considers that by the molecular interaction (generating H   ) </a:t>
            </a:r>
          </a:p>
        </p:txBody>
      </p:sp>
      <p:sp>
        <p:nvSpPr>
          <p:cNvPr id="11271" name="Rectangle 5"/>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kumimoji="0" lang="zh-TW" altLang="en-US">
              <a:latin typeface="Calibri" pitchFamily="34" charset="0"/>
            </a:endParaRPr>
          </a:p>
        </p:txBody>
      </p:sp>
      <p:graphicFrame>
        <p:nvGraphicFramePr>
          <p:cNvPr id="11266" name="Object 4"/>
          <p:cNvGraphicFramePr>
            <a:graphicFrameLocks noChangeAspect="1"/>
          </p:cNvGraphicFramePr>
          <p:nvPr/>
        </p:nvGraphicFramePr>
        <p:xfrm>
          <a:off x="1905000" y="2209800"/>
          <a:ext cx="4419600" cy="611188"/>
        </p:xfrm>
        <a:graphic>
          <a:graphicData uri="http://schemas.openxmlformats.org/presentationml/2006/ole">
            <p:oleObj spid="_x0000_s11266" name="方程式" r:id="rId3" imgW="1422360" imgH="241200" progId="Equation.3">
              <p:embed/>
            </p:oleObj>
          </a:graphicData>
        </a:graphic>
      </p:graphicFrame>
      <p:sp>
        <p:nvSpPr>
          <p:cNvPr id="11272" name="Rectangle 6"/>
          <p:cNvSpPr>
            <a:spLocks noChangeArrowheads="1"/>
          </p:cNvSpPr>
          <p:nvPr/>
        </p:nvSpPr>
        <p:spPr bwMode="auto">
          <a:xfrm>
            <a:off x="381000" y="247650"/>
            <a:ext cx="9144000" cy="0"/>
          </a:xfrm>
          <a:prstGeom prst="rect">
            <a:avLst/>
          </a:prstGeom>
          <a:noFill/>
          <a:ln w="9525">
            <a:noFill/>
            <a:miter lim="800000"/>
            <a:headEnd/>
            <a:tailEnd/>
          </a:ln>
        </p:spPr>
        <p:txBody>
          <a:bodyPr wrap="none" anchor="ctr">
            <a:spAutoFit/>
          </a:bodyPr>
          <a:lstStyle/>
          <a:p>
            <a:endParaRPr lang="zh-TW" altLang="zh-TW">
              <a:latin typeface="Calibri" pitchFamily="34" charset="0"/>
            </a:endParaRPr>
          </a:p>
        </p:txBody>
      </p:sp>
      <p:sp>
        <p:nvSpPr>
          <p:cNvPr id="11273" name="Rectangle 8"/>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kumimoji="0" lang="zh-TW" altLang="en-US">
              <a:latin typeface="Calibri" pitchFamily="34" charset="0"/>
            </a:endParaRPr>
          </a:p>
        </p:txBody>
      </p:sp>
      <p:graphicFrame>
        <p:nvGraphicFramePr>
          <p:cNvPr id="11267" name="Object 7"/>
          <p:cNvGraphicFramePr>
            <a:graphicFrameLocks noChangeAspect="1"/>
          </p:cNvGraphicFramePr>
          <p:nvPr/>
        </p:nvGraphicFramePr>
        <p:xfrm>
          <a:off x="0" y="0"/>
          <a:ext cx="190500" cy="200025"/>
        </p:xfrm>
        <a:graphic>
          <a:graphicData uri="http://schemas.openxmlformats.org/presentationml/2006/ole">
            <p:oleObj spid="_x0000_s11267" name="方程式" r:id="rId4" imgW="190417" imgH="203112" progId="Equation.3">
              <p:embed/>
            </p:oleObj>
          </a:graphicData>
        </a:graphic>
      </p:graphicFrame>
      <p:sp>
        <p:nvSpPr>
          <p:cNvPr id="11274" name="Rectangle 9"/>
          <p:cNvSpPr>
            <a:spLocks noChangeArrowheads="1"/>
          </p:cNvSpPr>
          <p:nvPr/>
        </p:nvSpPr>
        <p:spPr bwMode="auto">
          <a:xfrm>
            <a:off x="0" y="200025"/>
            <a:ext cx="9144000" cy="0"/>
          </a:xfrm>
          <a:prstGeom prst="rect">
            <a:avLst/>
          </a:prstGeom>
          <a:noFill/>
          <a:ln w="9525">
            <a:noFill/>
            <a:miter lim="800000"/>
            <a:headEnd/>
            <a:tailEnd/>
          </a:ln>
        </p:spPr>
        <p:txBody>
          <a:bodyPr wrap="none" anchor="ctr">
            <a:spAutoFit/>
          </a:bodyPr>
          <a:lstStyle/>
          <a:p>
            <a:endParaRPr kumimoji="0" lang="zh-TW" altLang="en-US">
              <a:latin typeface="Calibri" pitchFamily="34" charset="0"/>
            </a:endParaRPr>
          </a:p>
        </p:txBody>
      </p:sp>
      <p:sp>
        <p:nvSpPr>
          <p:cNvPr id="11275" name="文字方塊 10"/>
          <p:cNvSpPr txBox="1">
            <a:spLocks noChangeArrowheads="1"/>
          </p:cNvSpPr>
          <p:nvPr/>
        </p:nvSpPr>
        <p:spPr bwMode="auto">
          <a:xfrm>
            <a:off x="1295400" y="4191000"/>
            <a:ext cx="6705600" cy="2289175"/>
          </a:xfrm>
          <a:prstGeom prst="rect">
            <a:avLst/>
          </a:prstGeom>
          <a:noFill/>
          <a:ln w="9525">
            <a:noFill/>
            <a:miter lim="800000"/>
            <a:headEnd/>
            <a:tailEnd/>
          </a:ln>
        </p:spPr>
        <p:txBody>
          <a:bodyPr>
            <a:spAutoFit/>
          </a:bodyPr>
          <a:lstStyle/>
          <a:p>
            <a:pPr marL="258763" indent="-258763"/>
            <a:r>
              <a:rPr kumimoji="0" lang="en-US" altLang="zh-TW">
                <a:latin typeface="Times New Roman" pitchFamily="18" charset="0"/>
                <a:cs typeface="Times New Roman" pitchFamily="18" charset="0"/>
              </a:rPr>
              <a:t>Pros and Cons:</a:t>
            </a:r>
          </a:p>
          <a:p>
            <a:pPr marL="258763" indent="-258763"/>
            <a:r>
              <a:rPr kumimoji="0" lang="en-US" altLang="zh-TW">
                <a:latin typeface="Times New Roman" pitchFamily="18" charset="0"/>
                <a:cs typeface="Times New Roman" pitchFamily="18" charset="0"/>
              </a:rPr>
              <a:t>1. Suitable for VLE, LLE, and VLLE.</a:t>
            </a:r>
            <a:endParaRPr kumimoji="0" lang="zh-TW" altLang="zh-TW">
              <a:latin typeface="Times New Roman" pitchFamily="18" charset="0"/>
              <a:cs typeface="Times New Roman" pitchFamily="18" charset="0"/>
            </a:endParaRPr>
          </a:p>
          <a:p>
            <a:pPr marL="258763" indent="-258763"/>
            <a:r>
              <a:rPr kumimoji="0" lang="en-US" altLang="zh-TW">
                <a:latin typeface="Times New Roman" pitchFamily="18" charset="0"/>
                <a:cs typeface="Times New Roman" pitchFamily="18" charset="0"/>
              </a:rPr>
              <a:t>2. Suitable for non-ideal solution with large difference in molecular    sizes of constituent components.</a:t>
            </a:r>
            <a:endParaRPr kumimoji="0" lang="zh-TW" altLang="zh-TW">
              <a:latin typeface="Times New Roman" pitchFamily="18" charset="0"/>
              <a:cs typeface="Times New Roman" pitchFamily="18" charset="0"/>
            </a:endParaRPr>
          </a:p>
          <a:p>
            <a:pPr marL="258763" indent="-258763"/>
            <a:r>
              <a:rPr kumimoji="0" lang="en-US" altLang="zh-TW">
                <a:latin typeface="Times New Roman" pitchFamily="18" charset="0"/>
                <a:cs typeface="Times New Roman" pitchFamily="18" charset="0"/>
              </a:rPr>
              <a:t>3. More accurate extrapolation results than other models since the interaction parameters are less temperature dependent.</a:t>
            </a:r>
            <a:endParaRPr kumimoji="0" lang="zh-TW" altLang="zh-TW">
              <a:latin typeface="Times New Roman" pitchFamily="18" charset="0"/>
              <a:cs typeface="Times New Roman" pitchFamily="18" charset="0"/>
            </a:endParaRPr>
          </a:p>
          <a:p>
            <a:pPr marL="258763" indent="-258763"/>
            <a:r>
              <a:rPr kumimoji="0" lang="en-US" altLang="zh-TW">
                <a:latin typeface="Times New Roman" pitchFamily="18" charset="0"/>
                <a:cs typeface="Times New Roman" pitchFamily="18" charset="0"/>
              </a:rPr>
              <a:t>4. Model is more complicate</a:t>
            </a:r>
            <a:r>
              <a:rPr kumimoji="0" lang="en-US" altLang="zh-TW">
                <a:latin typeface="Calibri" pitchFamily="34" charset="0"/>
              </a:rPr>
              <a:t>.</a:t>
            </a:r>
            <a:endParaRPr kumimoji="0" lang="zh-TW" altLang="zh-TW">
              <a:latin typeface="Calibri" pitchFamily="34" charset="0"/>
            </a:endParaRPr>
          </a:p>
          <a:p>
            <a:pPr marL="258763" indent="-258763"/>
            <a:endParaRPr kumimoji="0" lang="zh-TW" altLang="en-US">
              <a:latin typeface="Calibri" pitchFamily="34" charset="0"/>
            </a:endParaRPr>
          </a:p>
        </p:txBody>
      </p:sp>
      <p:sp>
        <p:nvSpPr>
          <p:cNvPr id="11276" name="文字方塊 11"/>
          <p:cNvSpPr txBox="1">
            <a:spLocks noChangeArrowheads="1"/>
          </p:cNvSpPr>
          <p:nvPr/>
        </p:nvSpPr>
        <p:spPr bwMode="auto">
          <a:xfrm>
            <a:off x="5029200" y="3733800"/>
            <a:ext cx="152400" cy="338138"/>
          </a:xfrm>
          <a:prstGeom prst="rect">
            <a:avLst/>
          </a:prstGeom>
          <a:noFill/>
          <a:ln w="9525">
            <a:noFill/>
            <a:miter lim="800000"/>
            <a:headEnd/>
            <a:tailEnd/>
          </a:ln>
        </p:spPr>
        <p:txBody>
          <a:bodyPr>
            <a:spAutoFit/>
          </a:bodyPr>
          <a:lstStyle/>
          <a:p>
            <a:r>
              <a:rPr kumimoji="0" lang="en-US" altLang="zh-TW">
                <a:latin typeface="Times New Roman" pitchFamily="18" charset="0"/>
                <a:cs typeface="Times New Roman" pitchFamily="18" charset="0"/>
              </a:rPr>
              <a:t>E</a:t>
            </a:r>
            <a:endParaRPr kumimoji="0" lang="zh-TW" altLang="en-US">
              <a:latin typeface="Times New Roman" pitchFamily="18" charset="0"/>
              <a:cs typeface="Times New Roman" pitchFamily="18" charset="0"/>
            </a:endParaRPr>
          </a:p>
        </p:txBody>
      </p:sp>
      <p:sp>
        <p:nvSpPr>
          <p:cNvPr id="11277" name="文字方塊 12"/>
          <p:cNvSpPr txBox="1">
            <a:spLocks noChangeArrowheads="1"/>
          </p:cNvSpPr>
          <p:nvPr/>
        </p:nvSpPr>
        <p:spPr bwMode="auto">
          <a:xfrm>
            <a:off x="4267200" y="3505200"/>
            <a:ext cx="457200" cy="338138"/>
          </a:xfrm>
          <a:prstGeom prst="rect">
            <a:avLst/>
          </a:prstGeom>
          <a:noFill/>
          <a:ln w="9525">
            <a:noFill/>
            <a:miter lim="800000"/>
            <a:headEnd/>
            <a:tailEnd/>
          </a:ln>
        </p:spPr>
        <p:txBody>
          <a:bodyPr>
            <a:spAutoFit/>
          </a:bodyPr>
          <a:lstStyle/>
          <a:p>
            <a:r>
              <a:rPr kumimoji="0" lang="en-US" altLang="zh-TW">
                <a:latin typeface="Times New Roman" pitchFamily="18" charset="0"/>
                <a:cs typeface="Times New Roman" pitchFamily="18" charset="0"/>
              </a:rPr>
              <a:t>E</a:t>
            </a:r>
            <a:endParaRPr kumimoji="0" lang="zh-TW" altLang="en-US">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投影片編號版面配置區 5"/>
          <p:cNvSpPr>
            <a:spLocks noGrp="1"/>
          </p:cNvSpPr>
          <p:nvPr>
            <p:ph type="sldNum" sz="quarter" idx="12"/>
          </p:nvPr>
        </p:nvSpPr>
        <p:spPr/>
        <p:txBody>
          <a:bodyPr/>
          <a:lstStyle/>
          <a:p>
            <a:pPr>
              <a:defRPr/>
            </a:pPr>
            <a:fld id="{AF2315FD-D81F-4EED-9537-D36F1A41CD6D}" type="slidenum">
              <a:rPr lang="en-US" altLang="zh-TW"/>
              <a:pPr>
                <a:defRPr/>
              </a:pPr>
              <a:t>13</a:t>
            </a:fld>
            <a:endParaRPr lang="en-US" altLang="zh-TW"/>
          </a:p>
        </p:txBody>
      </p:sp>
      <p:sp>
        <p:nvSpPr>
          <p:cNvPr id="12292" name="Rectangle 2"/>
          <p:cNvSpPr>
            <a:spLocks noGrp="1" noChangeArrowheads="1"/>
          </p:cNvSpPr>
          <p:nvPr>
            <p:ph type="title"/>
          </p:nvPr>
        </p:nvSpPr>
        <p:spPr>
          <a:xfrm>
            <a:off x="457200" y="685800"/>
            <a:ext cx="8229600" cy="884238"/>
          </a:xfrm>
        </p:spPr>
        <p:txBody>
          <a:bodyPr/>
          <a:lstStyle/>
          <a:p>
            <a:r>
              <a:rPr lang="en-US" altLang="zh-TW" sz="3000" b="1" smtClean="0">
                <a:solidFill>
                  <a:srgbClr val="003366"/>
                </a:solidFill>
                <a:latin typeface="Times New Roman" pitchFamily="18" charset="0"/>
              </a:rPr>
              <a:t>The UNIFAC Activity Coefficient Equation</a:t>
            </a:r>
          </a:p>
        </p:txBody>
      </p:sp>
      <p:sp>
        <p:nvSpPr>
          <p:cNvPr id="12293" name="Rectangle 3"/>
          <p:cNvSpPr>
            <a:spLocks noGrp="1" noChangeArrowheads="1"/>
          </p:cNvSpPr>
          <p:nvPr>
            <p:ph type="body" idx="1"/>
          </p:nvPr>
        </p:nvSpPr>
        <p:spPr>
          <a:xfrm>
            <a:off x="381000" y="2971800"/>
            <a:ext cx="8229600" cy="1066800"/>
          </a:xfrm>
        </p:spPr>
        <p:txBody>
          <a:bodyPr/>
          <a:lstStyle/>
          <a:p>
            <a:pPr>
              <a:buFontTx/>
              <a:buNone/>
            </a:pPr>
            <a:r>
              <a:rPr lang="en-US" altLang="zh-TW" sz="1800" b="1" smtClean="0">
                <a:latin typeface="Times New Roman" pitchFamily="18" charset="0"/>
                <a:cs typeface="Times New Roman" pitchFamily="18" charset="0"/>
              </a:rPr>
              <a:t>    The UNIFAC (Uniquac Functional-group Activity Coefficient) Equation was developed from UNIQUAC by considering the effect of functional group on the non-ideality of a mixture.</a:t>
            </a:r>
            <a:r>
              <a:rPr lang="en-US" altLang="zh-TW" sz="1800" smtClean="0">
                <a:latin typeface="Times New Roman" pitchFamily="18" charset="0"/>
                <a:cs typeface="Times New Roman" pitchFamily="18" charset="0"/>
              </a:rPr>
              <a:t> </a:t>
            </a:r>
          </a:p>
        </p:txBody>
      </p:sp>
      <p:graphicFrame>
        <p:nvGraphicFramePr>
          <p:cNvPr id="12290" name="Object 5"/>
          <p:cNvGraphicFramePr>
            <a:graphicFrameLocks noChangeAspect="1"/>
          </p:cNvGraphicFramePr>
          <p:nvPr/>
        </p:nvGraphicFramePr>
        <p:xfrm>
          <a:off x="2209800" y="2057400"/>
          <a:ext cx="4006850" cy="685800"/>
        </p:xfrm>
        <a:graphic>
          <a:graphicData uri="http://schemas.openxmlformats.org/presentationml/2006/ole">
            <p:oleObj spid="_x0000_s12290" name="方程式" r:id="rId3" imgW="1422360" imgH="241200" progId="Equation.3">
              <p:embed/>
            </p:oleObj>
          </a:graphicData>
        </a:graphic>
      </p:graphicFrame>
      <p:sp>
        <p:nvSpPr>
          <p:cNvPr id="12294" name="文字方塊 5"/>
          <p:cNvSpPr txBox="1">
            <a:spLocks noChangeArrowheads="1"/>
          </p:cNvSpPr>
          <p:nvPr/>
        </p:nvSpPr>
        <p:spPr bwMode="auto">
          <a:xfrm>
            <a:off x="1143000" y="3733800"/>
            <a:ext cx="6858000" cy="2289175"/>
          </a:xfrm>
          <a:prstGeom prst="rect">
            <a:avLst/>
          </a:prstGeom>
          <a:noFill/>
          <a:ln w="9525">
            <a:noFill/>
            <a:miter lim="800000"/>
            <a:headEnd/>
            <a:tailEnd/>
          </a:ln>
        </p:spPr>
        <p:txBody>
          <a:bodyPr>
            <a:spAutoFit/>
          </a:bodyPr>
          <a:lstStyle/>
          <a:p>
            <a:pPr marL="258763" indent="-258763"/>
            <a:endParaRPr kumimoji="0" lang="en-US" altLang="zh-TW">
              <a:latin typeface="Times New Roman" pitchFamily="18" charset="0"/>
              <a:cs typeface="Times New Roman" pitchFamily="18" charset="0"/>
            </a:endParaRPr>
          </a:p>
          <a:p>
            <a:pPr marL="258763" indent="-258763"/>
            <a:r>
              <a:rPr kumimoji="0" lang="en-US" altLang="zh-TW">
                <a:latin typeface="Times New Roman" pitchFamily="18" charset="0"/>
                <a:cs typeface="Times New Roman" pitchFamily="18" charset="0"/>
              </a:rPr>
              <a:t>Pros and Cons:</a:t>
            </a:r>
          </a:p>
          <a:p>
            <a:pPr marL="258763" indent="-258763"/>
            <a:r>
              <a:rPr kumimoji="0" lang="en-US" altLang="zh-TW">
                <a:latin typeface="Times New Roman" pitchFamily="18" charset="0"/>
                <a:cs typeface="Times New Roman" pitchFamily="18" charset="0"/>
              </a:rPr>
              <a:t>1. Based on group contribution consideration, less rigorous theoretical considerations.</a:t>
            </a:r>
            <a:endParaRPr kumimoji="0" lang="zh-TW" altLang="zh-TW">
              <a:latin typeface="Times New Roman" pitchFamily="18" charset="0"/>
              <a:cs typeface="Times New Roman" pitchFamily="18" charset="0"/>
            </a:endParaRPr>
          </a:p>
          <a:p>
            <a:pPr marL="258763" indent="-258763"/>
            <a:r>
              <a:rPr kumimoji="0" lang="en-US" altLang="zh-TW">
                <a:latin typeface="Times New Roman" pitchFamily="18" charset="0"/>
                <a:cs typeface="Times New Roman" pitchFamily="18" charset="0"/>
              </a:rPr>
              <a:t>2. Experimental data are unnecessary for parameter correlation.</a:t>
            </a:r>
            <a:endParaRPr kumimoji="0" lang="zh-TW" altLang="zh-TW">
              <a:latin typeface="Times New Roman" pitchFamily="18" charset="0"/>
              <a:cs typeface="Times New Roman" pitchFamily="18" charset="0"/>
            </a:endParaRPr>
          </a:p>
          <a:p>
            <a:pPr marL="258763" indent="-258763"/>
            <a:r>
              <a:rPr kumimoji="0" lang="en-US" altLang="zh-TW">
                <a:latin typeface="Times New Roman" pitchFamily="18" charset="0"/>
                <a:cs typeface="Times New Roman" pitchFamily="18" charset="0"/>
              </a:rPr>
              <a:t>3. Suitable for VLE, LLE, and VLLE.</a:t>
            </a:r>
            <a:endParaRPr kumimoji="0" lang="zh-TW" altLang="zh-TW">
              <a:latin typeface="Times New Roman" pitchFamily="18" charset="0"/>
              <a:cs typeface="Times New Roman" pitchFamily="18" charset="0"/>
            </a:endParaRPr>
          </a:p>
          <a:p>
            <a:pPr marL="258763" indent="-258763"/>
            <a:r>
              <a:rPr kumimoji="0" lang="en-US" altLang="zh-TW">
                <a:latin typeface="Times New Roman" pitchFamily="18" charset="0"/>
                <a:cs typeface="Times New Roman" pitchFamily="18" charset="0"/>
              </a:rPr>
              <a:t>4. Less accurate than other models </a:t>
            </a:r>
            <a:endParaRPr kumimoji="0" lang="zh-TW" altLang="zh-TW">
              <a:latin typeface="Times New Roman" pitchFamily="18" charset="0"/>
              <a:cs typeface="Times New Roman" pitchFamily="18" charset="0"/>
            </a:endParaRPr>
          </a:p>
          <a:p>
            <a:pPr marL="258763" indent="-258763"/>
            <a:endParaRPr kumimoji="0" lang="zh-TW" altLang="en-US">
              <a:latin typeface="Calibri" pitchFamily="34" charset="0"/>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228600" y="533400"/>
            <a:ext cx="8686800" cy="914400"/>
          </a:xfrm>
        </p:spPr>
        <p:txBody>
          <a:bodyPr rtlCol="0">
            <a:normAutofit fontScale="90000"/>
          </a:bodyPr>
          <a:lstStyle/>
          <a:p>
            <a:pPr fontAlgn="auto">
              <a:lnSpc>
                <a:spcPct val="70000"/>
              </a:lnSpc>
              <a:spcAft>
                <a:spcPts val="0"/>
              </a:spcAft>
              <a:defRPr/>
            </a:pPr>
            <a:r>
              <a:rPr lang="en-US" altLang="zh-TW" sz="3200" b="1" smtClean="0"/>
              <a:t>COSMO-SAC</a:t>
            </a:r>
            <a:br>
              <a:rPr lang="en-US" altLang="zh-TW" sz="3200" b="1" smtClean="0"/>
            </a:br>
            <a:r>
              <a:rPr lang="en-US" altLang="zh-TW" sz="1600" b="1" smtClean="0"/>
              <a:t/>
            </a:r>
            <a:br>
              <a:rPr lang="en-US" altLang="zh-TW" sz="1600" b="1" smtClean="0"/>
            </a:br>
            <a:r>
              <a:rPr lang="en-US" altLang="zh-TW" sz="2200" b="1" smtClean="0"/>
              <a:t>(Conductor-like Screening Model-Segment Activity Coefficient)</a:t>
            </a:r>
            <a:br>
              <a:rPr lang="en-US" altLang="zh-TW" sz="2200" b="1" smtClean="0"/>
            </a:br>
            <a:endParaRPr lang="zh-TW" altLang="en-US" sz="2200" b="1" smtClean="0"/>
          </a:p>
        </p:txBody>
      </p:sp>
      <p:sp>
        <p:nvSpPr>
          <p:cNvPr id="54274" name="Rectangle 3"/>
          <p:cNvSpPr>
            <a:spLocks noGrp="1" noChangeArrowheads="1"/>
          </p:cNvSpPr>
          <p:nvPr>
            <p:ph type="body" idx="1"/>
          </p:nvPr>
        </p:nvSpPr>
        <p:spPr>
          <a:xfrm>
            <a:off x="381000" y="1905000"/>
            <a:ext cx="8534400" cy="3429000"/>
          </a:xfrm>
        </p:spPr>
        <p:txBody>
          <a:bodyPr/>
          <a:lstStyle/>
          <a:p>
            <a:pPr>
              <a:lnSpc>
                <a:spcPct val="80000"/>
              </a:lnSpc>
              <a:buFontTx/>
              <a:buNone/>
            </a:pPr>
            <a:r>
              <a:rPr lang="en-US" altLang="zh-TW" sz="1600" b="1" smtClean="0">
                <a:latin typeface="Times New Roman" pitchFamily="18" charset="0"/>
              </a:rPr>
              <a:t>The Cosmo-SAC is a solvation model based on Cosmo-RS (real-solution) that describes the electric fields on the molecular surface of species that are polarizable. It requires a fairly complicated quantum mechanical calculation, but this calculation must be done only once for a particular molecule; then the results can be stored. In its final form, it uses individual atoms as the building blocks for predicting phase equilibria instead of functional groups. Thus, it does not require binary parameters.</a:t>
            </a:r>
          </a:p>
          <a:p>
            <a:pPr>
              <a:lnSpc>
                <a:spcPct val="80000"/>
              </a:lnSpc>
              <a:buFontTx/>
              <a:buNone/>
            </a:pPr>
            <a:r>
              <a:rPr lang="en-US" altLang="zh-TW" sz="1600" b="1" smtClean="0">
                <a:latin typeface="Times New Roman" pitchFamily="18" charset="0"/>
              </a:rPr>
              <a:t>This model formulation provides a considerably larger range of applicability than group-contribution methods.</a:t>
            </a:r>
          </a:p>
          <a:p>
            <a:pPr>
              <a:lnSpc>
                <a:spcPct val="80000"/>
              </a:lnSpc>
              <a:buFontTx/>
              <a:buNone/>
            </a:pPr>
            <a:r>
              <a:rPr lang="en-US" altLang="zh-TW" sz="1600" b="1" smtClean="0">
                <a:latin typeface="Times New Roman" pitchFamily="18" charset="0"/>
              </a:rPr>
              <a:t>The calculation for liquid non-ideality is only slightly more computationally intensive than activity-coefficient models such as NRTL or UNIQUAC.</a:t>
            </a:r>
          </a:p>
          <a:p>
            <a:pPr>
              <a:lnSpc>
                <a:spcPct val="80000"/>
              </a:lnSpc>
              <a:buFontTx/>
              <a:buNone/>
            </a:pPr>
            <a:r>
              <a:rPr lang="en-US" altLang="zh-TW" sz="1600" b="1" smtClean="0">
                <a:latin typeface="Times New Roman" pitchFamily="18" charset="0"/>
              </a:rPr>
              <a:t>1).  A. Klamt, "Conductor-like Screening Model for Real Solvents: A New Approach to the Quantitative Calculation of Solvation Phenomena," </a:t>
            </a:r>
            <a:r>
              <a:rPr lang="en-US" altLang="zh-TW" sz="1600" b="1" i="1" smtClean="0">
                <a:latin typeface="Times New Roman" pitchFamily="18" charset="0"/>
              </a:rPr>
              <a:t>J. Phys. Chem. </a:t>
            </a:r>
            <a:r>
              <a:rPr lang="en-US" altLang="zh-TW" sz="1600" b="1" smtClean="0">
                <a:latin typeface="Times New Roman" pitchFamily="18" charset="0"/>
              </a:rPr>
              <a:t>99, 2224 (1995).(Cosmo-RS)</a:t>
            </a:r>
          </a:p>
          <a:p>
            <a:pPr>
              <a:lnSpc>
                <a:spcPct val="80000"/>
              </a:lnSpc>
              <a:buFontTx/>
              <a:buNone/>
            </a:pPr>
            <a:r>
              <a:rPr lang="en-US" altLang="zh-TW" sz="1600" b="1" smtClean="0">
                <a:latin typeface="Times New Roman" pitchFamily="18" charset="0"/>
              </a:rPr>
              <a:t>2). S.-T. Lin and S. I. Sandler, "A Priori Phase Equilibrium Prediction from a Segment Contribution Solvation Model," </a:t>
            </a:r>
            <a:r>
              <a:rPr lang="en-US" altLang="zh-TW" sz="1600" b="1" i="1" smtClean="0">
                <a:latin typeface="Times New Roman" pitchFamily="18" charset="0"/>
              </a:rPr>
              <a:t>Ind. Eng. Chem. Res. </a:t>
            </a:r>
            <a:r>
              <a:rPr lang="en-US" altLang="zh-TW" sz="1600" b="1" smtClean="0">
                <a:latin typeface="Times New Roman" pitchFamily="18" charset="0"/>
              </a:rPr>
              <a:t>41, 899 (2002) (Cosmo-SAC). </a:t>
            </a:r>
          </a:p>
          <a:p>
            <a:pPr>
              <a:lnSpc>
                <a:spcPct val="80000"/>
              </a:lnSpc>
            </a:pPr>
            <a:endParaRPr lang="en-US" altLang="zh-TW" sz="1600" b="1" smtClean="0">
              <a:latin typeface="Times New Roman" pitchFamily="18" charset="0"/>
            </a:endParaRPr>
          </a:p>
          <a:p>
            <a:pPr>
              <a:lnSpc>
                <a:spcPct val="80000"/>
              </a:lnSpc>
            </a:pPr>
            <a:endParaRPr lang="en-US" altLang="zh-TW" sz="1800" smtClean="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7" name="投影片編號版面配置區 5"/>
          <p:cNvSpPr>
            <a:spLocks noGrp="1"/>
          </p:cNvSpPr>
          <p:nvPr>
            <p:ph type="sldNum" sz="quarter" idx="12"/>
          </p:nvPr>
        </p:nvSpPr>
        <p:spPr/>
        <p:txBody>
          <a:bodyPr/>
          <a:lstStyle/>
          <a:p>
            <a:pPr>
              <a:defRPr/>
            </a:pPr>
            <a:fld id="{49DF8867-FC1E-45F6-A0E1-03EC6F98F956}" type="slidenum">
              <a:rPr lang="en-US" altLang="zh-TW"/>
              <a:pPr>
                <a:defRPr/>
              </a:pPr>
              <a:t>15</a:t>
            </a:fld>
            <a:endParaRPr lang="en-US" altLang="zh-TW"/>
          </a:p>
        </p:txBody>
      </p:sp>
      <p:sp>
        <p:nvSpPr>
          <p:cNvPr id="13318" name="Rectangle 2"/>
          <p:cNvSpPr>
            <a:spLocks noGrp="1" noChangeArrowheads="1"/>
          </p:cNvSpPr>
          <p:nvPr>
            <p:ph type="title"/>
          </p:nvPr>
        </p:nvSpPr>
        <p:spPr>
          <a:xfrm>
            <a:off x="228600" y="457200"/>
            <a:ext cx="8229600" cy="1143000"/>
          </a:xfrm>
        </p:spPr>
        <p:txBody>
          <a:bodyPr/>
          <a:lstStyle/>
          <a:p>
            <a:r>
              <a:rPr lang="en-US" altLang="zh-TW" sz="3200" b="1" smtClean="0"/>
              <a:t>Correlation of VLE Data</a:t>
            </a:r>
          </a:p>
        </p:txBody>
      </p:sp>
      <p:sp>
        <p:nvSpPr>
          <p:cNvPr id="13319" name="Rectangle 3"/>
          <p:cNvSpPr>
            <a:spLocks noGrp="1" noChangeArrowheads="1"/>
          </p:cNvSpPr>
          <p:nvPr>
            <p:ph type="body" idx="1"/>
          </p:nvPr>
        </p:nvSpPr>
        <p:spPr/>
        <p:txBody>
          <a:bodyPr/>
          <a:lstStyle/>
          <a:p>
            <a:pPr>
              <a:buFontTx/>
              <a:buNone/>
            </a:pPr>
            <a:endParaRPr lang="en-US" altLang="zh-TW" smtClean="0"/>
          </a:p>
          <a:p>
            <a:pPr>
              <a:buFontTx/>
              <a:buNone/>
            </a:pPr>
            <a:endParaRPr lang="en-US" altLang="zh-TW" smtClean="0"/>
          </a:p>
        </p:txBody>
      </p:sp>
      <p:sp>
        <p:nvSpPr>
          <p:cNvPr id="13320" name="Text Box 5"/>
          <p:cNvSpPr txBox="1">
            <a:spLocks noChangeArrowheads="1"/>
          </p:cNvSpPr>
          <p:nvPr/>
        </p:nvSpPr>
        <p:spPr bwMode="auto">
          <a:xfrm>
            <a:off x="762000" y="1981200"/>
            <a:ext cx="7018338" cy="923925"/>
          </a:xfrm>
          <a:prstGeom prst="rect">
            <a:avLst/>
          </a:prstGeom>
          <a:noFill/>
          <a:ln w="9525">
            <a:noFill/>
            <a:miter lim="800000"/>
            <a:headEnd/>
            <a:tailEnd/>
          </a:ln>
        </p:spPr>
        <p:txBody>
          <a:bodyPr wrap="none">
            <a:spAutoFit/>
          </a:bodyPr>
          <a:lstStyle/>
          <a:p>
            <a:r>
              <a:rPr lang="en-US" altLang="zh-TW" b="1">
                <a:latin typeface="Times New Roman" pitchFamily="18" charset="0"/>
                <a:cs typeface="Times New Roman" pitchFamily="18" charset="0"/>
              </a:rPr>
              <a:t>Correlation is an optimization process to determine the model </a:t>
            </a:r>
          </a:p>
          <a:p>
            <a:r>
              <a:rPr lang="en-US" altLang="zh-TW" b="1">
                <a:latin typeface="Times New Roman" pitchFamily="18" charset="0"/>
                <a:cs typeface="Times New Roman" pitchFamily="18" charset="0"/>
              </a:rPr>
              <a:t>parameters which minimize the difference between the calculated</a:t>
            </a:r>
          </a:p>
          <a:p>
            <a:r>
              <a:rPr lang="en-US" altLang="zh-TW" b="1">
                <a:latin typeface="Times New Roman" pitchFamily="18" charset="0"/>
                <a:cs typeface="Times New Roman" pitchFamily="18" charset="0"/>
              </a:rPr>
              <a:t>and the experimental thermodynamic property It can be expressed as</a:t>
            </a:r>
          </a:p>
        </p:txBody>
      </p:sp>
      <p:sp>
        <p:nvSpPr>
          <p:cNvPr id="13321" name="Rectangle 8"/>
          <p:cNvSpPr>
            <a:spLocks noChangeArrowheads="1"/>
          </p:cNvSpPr>
          <p:nvPr/>
        </p:nvSpPr>
        <p:spPr bwMode="auto">
          <a:xfrm>
            <a:off x="0" y="3152775"/>
            <a:ext cx="9144000" cy="0"/>
          </a:xfrm>
          <a:prstGeom prst="rect">
            <a:avLst/>
          </a:prstGeom>
          <a:noFill/>
          <a:ln w="9525">
            <a:noFill/>
            <a:miter lim="800000"/>
            <a:headEnd/>
            <a:tailEnd/>
          </a:ln>
        </p:spPr>
        <p:txBody>
          <a:bodyPr wrap="none" anchor="ctr">
            <a:spAutoFit/>
          </a:bodyPr>
          <a:lstStyle/>
          <a:p>
            <a:endParaRPr kumimoji="0" lang="zh-TW" altLang="en-US">
              <a:latin typeface="Calibri" pitchFamily="34" charset="0"/>
            </a:endParaRPr>
          </a:p>
        </p:txBody>
      </p:sp>
      <p:grpSp>
        <p:nvGrpSpPr>
          <p:cNvPr id="13322" name="Group 10"/>
          <p:cNvGrpSpPr>
            <a:grpSpLocks/>
          </p:cNvGrpSpPr>
          <p:nvPr/>
        </p:nvGrpSpPr>
        <p:grpSpPr bwMode="auto">
          <a:xfrm>
            <a:off x="1752600" y="3124200"/>
            <a:ext cx="4029075" cy="685800"/>
            <a:chOff x="576" y="1804"/>
            <a:chExt cx="2416" cy="453"/>
          </a:xfrm>
        </p:grpSpPr>
        <p:sp>
          <p:nvSpPr>
            <p:cNvPr id="13334" name="Text Box 6"/>
            <p:cNvSpPr txBox="1">
              <a:spLocks noChangeArrowheads="1"/>
            </p:cNvSpPr>
            <p:nvPr/>
          </p:nvSpPr>
          <p:spPr bwMode="auto">
            <a:xfrm>
              <a:off x="576" y="1920"/>
              <a:ext cx="1222" cy="249"/>
            </a:xfrm>
            <a:prstGeom prst="rect">
              <a:avLst/>
            </a:prstGeom>
            <a:noFill/>
            <a:ln w="9525">
              <a:noFill/>
              <a:miter lim="800000"/>
              <a:headEnd/>
              <a:tailEnd/>
            </a:ln>
          </p:spPr>
          <p:txBody>
            <a:bodyPr>
              <a:spAutoFit/>
            </a:bodyPr>
            <a:lstStyle/>
            <a:p>
              <a:r>
                <a:rPr lang="en-US" altLang="zh-TW" i="1">
                  <a:latin typeface="Calibri" pitchFamily="34" charset="0"/>
                </a:rPr>
                <a:t>Min Obj. Func</a:t>
              </a:r>
              <a:r>
                <a:rPr lang="en-US" altLang="zh-TW" b="1">
                  <a:latin typeface="Calibri" pitchFamily="34" charset="0"/>
                </a:rPr>
                <a:t>. </a:t>
              </a:r>
              <a:r>
                <a:rPr lang="en-US" altLang="zh-TW">
                  <a:latin typeface="Calibri" pitchFamily="34" charset="0"/>
                </a:rPr>
                <a:t>= </a:t>
              </a:r>
            </a:p>
          </p:txBody>
        </p:sp>
        <p:graphicFrame>
          <p:nvGraphicFramePr>
            <p:cNvPr id="13316" name="Object 7"/>
            <p:cNvGraphicFramePr>
              <a:graphicFrameLocks noChangeAspect="1"/>
            </p:cNvGraphicFramePr>
            <p:nvPr/>
          </p:nvGraphicFramePr>
          <p:xfrm>
            <a:off x="1992" y="1804"/>
            <a:ext cx="1000" cy="453"/>
          </p:xfrm>
          <a:graphic>
            <a:graphicData uri="http://schemas.openxmlformats.org/presentationml/2006/ole">
              <p:oleObj spid="_x0000_s13316" name="Equation" r:id="rId3" imgW="1002865" imgH="444307" progId="">
                <p:embed/>
              </p:oleObj>
            </a:graphicData>
          </a:graphic>
        </p:graphicFrame>
      </p:grpSp>
      <p:sp>
        <p:nvSpPr>
          <p:cNvPr id="13323" name="Rectangle 9"/>
          <p:cNvSpPr>
            <a:spLocks noChangeArrowheads="1"/>
          </p:cNvSpPr>
          <p:nvPr/>
        </p:nvSpPr>
        <p:spPr bwMode="auto">
          <a:xfrm>
            <a:off x="0" y="3705225"/>
            <a:ext cx="9144000" cy="0"/>
          </a:xfrm>
          <a:prstGeom prst="rect">
            <a:avLst/>
          </a:prstGeom>
          <a:noFill/>
          <a:ln w="9525">
            <a:noFill/>
            <a:miter lim="800000"/>
            <a:headEnd/>
            <a:tailEnd/>
          </a:ln>
        </p:spPr>
        <p:txBody>
          <a:bodyPr wrap="none" anchor="ctr">
            <a:spAutoFit/>
          </a:bodyPr>
          <a:lstStyle/>
          <a:p>
            <a:endParaRPr kumimoji="0" lang="zh-TW" altLang="en-US">
              <a:latin typeface="Calibri" pitchFamily="34" charset="0"/>
            </a:endParaRPr>
          </a:p>
        </p:txBody>
      </p:sp>
      <p:sp>
        <p:nvSpPr>
          <p:cNvPr id="13324" name="Rectangle 13"/>
          <p:cNvSpPr>
            <a:spLocks noChangeArrowheads="1"/>
          </p:cNvSpPr>
          <p:nvPr/>
        </p:nvSpPr>
        <p:spPr bwMode="auto">
          <a:xfrm>
            <a:off x="0" y="3352800"/>
            <a:ext cx="9144000" cy="0"/>
          </a:xfrm>
          <a:prstGeom prst="rect">
            <a:avLst/>
          </a:prstGeom>
          <a:noFill/>
          <a:ln w="9525">
            <a:noFill/>
            <a:miter lim="800000"/>
            <a:headEnd/>
            <a:tailEnd/>
          </a:ln>
        </p:spPr>
        <p:txBody>
          <a:bodyPr wrap="none" anchor="ctr">
            <a:spAutoFit/>
          </a:bodyPr>
          <a:lstStyle/>
          <a:p>
            <a:endParaRPr kumimoji="0" lang="zh-TW" altLang="en-US">
              <a:latin typeface="Calibri" pitchFamily="34" charset="0"/>
            </a:endParaRPr>
          </a:p>
        </p:txBody>
      </p:sp>
      <p:sp>
        <p:nvSpPr>
          <p:cNvPr id="13325" name="Rectangle 14"/>
          <p:cNvSpPr>
            <a:spLocks noChangeArrowheads="1"/>
          </p:cNvSpPr>
          <p:nvPr/>
        </p:nvSpPr>
        <p:spPr bwMode="auto">
          <a:xfrm>
            <a:off x="0" y="3681413"/>
            <a:ext cx="9144000" cy="0"/>
          </a:xfrm>
          <a:prstGeom prst="rect">
            <a:avLst/>
          </a:prstGeom>
          <a:noFill/>
          <a:ln w="9525">
            <a:noFill/>
            <a:miter lim="800000"/>
            <a:headEnd/>
            <a:tailEnd/>
          </a:ln>
        </p:spPr>
        <p:txBody>
          <a:bodyPr wrap="none" anchor="ctr">
            <a:spAutoFit/>
          </a:bodyPr>
          <a:lstStyle/>
          <a:p>
            <a:endParaRPr kumimoji="0" lang="zh-TW" altLang="en-US">
              <a:latin typeface="Calibri" pitchFamily="34" charset="0"/>
            </a:endParaRPr>
          </a:p>
        </p:txBody>
      </p:sp>
      <p:sp>
        <p:nvSpPr>
          <p:cNvPr id="13326" name="Rectangle 17"/>
          <p:cNvSpPr>
            <a:spLocks noChangeArrowheads="1"/>
          </p:cNvSpPr>
          <p:nvPr/>
        </p:nvSpPr>
        <p:spPr bwMode="auto">
          <a:xfrm>
            <a:off x="0" y="3276600"/>
            <a:ext cx="9144000" cy="0"/>
          </a:xfrm>
          <a:prstGeom prst="rect">
            <a:avLst/>
          </a:prstGeom>
          <a:noFill/>
          <a:ln w="9525">
            <a:noFill/>
            <a:miter lim="800000"/>
            <a:headEnd/>
            <a:tailEnd/>
          </a:ln>
        </p:spPr>
        <p:txBody>
          <a:bodyPr wrap="none" anchor="ctr">
            <a:spAutoFit/>
          </a:bodyPr>
          <a:lstStyle/>
          <a:p>
            <a:endParaRPr kumimoji="0" lang="zh-TW" altLang="en-US">
              <a:latin typeface="Calibri" pitchFamily="34" charset="0"/>
            </a:endParaRPr>
          </a:p>
        </p:txBody>
      </p:sp>
      <p:sp>
        <p:nvSpPr>
          <p:cNvPr id="13327" name="Rectangle 18"/>
          <p:cNvSpPr>
            <a:spLocks noChangeArrowheads="1"/>
          </p:cNvSpPr>
          <p:nvPr/>
        </p:nvSpPr>
        <p:spPr bwMode="auto">
          <a:xfrm>
            <a:off x="0" y="3600450"/>
            <a:ext cx="9144000" cy="0"/>
          </a:xfrm>
          <a:prstGeom prst="rect">
            <a:avLst/>
          </a:prstGeom>
          <a:noFill/>
          <a:ln w="9525">
            <a:noFill/>
            <a:miter lim="800000"/>
            <a:headEnd/>
            <a:tailEnd/>
          </a:ln>
        </p:spPr>
        <p:txBody>
          <a:bodyPr wrap="none" anchor="ctr">
            <a:spAutoFit/>
          </a:bodyPr>
          <a:lstStyle/>
          <a:p>
            <a:endParaRPr kumimoji="0" lang="zh-TW" altLang="en-US">
              <a:latin typeface="Calibri" pitchFamily="34" charset="0"/>
            </a:endParaRPr>
          </a:p>
        </p:txBody>
      </p:sp>
      <p:grpSp>
        <p:nvGrpSpPr>
          <p:cNvPr id="13328" name="Group 21"/>
          <p:cNvGrpSpPr>
            <a:grpSpLocks/>
          </p:cNvGrpSpPr>
          <p:nvPr/>
        </p:nvGrpSpPr>
        <p:grpSpPr bwMode="auto">
          <a:xfrm>
            <a:off x="914400" y="3962400"/>
            <a:ext cx="6983413" cy="673100"/>
            <a:chOff x="566" y="2352"/>
            <a:chExt cx="4399" cy="424"/>
          </a:xfrm>
        </p:grpSpPr>
        <p:sp>
          <p:nvSpPr>
            <p:cNvPr id="13331" name="Text Box 11"/>
            <p:cNvSpPr txBox="1">
              <a:spLocks noChangeArrowheads="1"/>
            </p:cNvSpPr>
            <p:nvPr/>
          </p:nvSpPr>
          <p:spPr bwMode="auto">
            <a:xfrm>
              <a:off x="566" y="2471"/>
              <a:ext cx="570" cy="233"/>
            </a:xfrm>
            <a:prstGeom prst="rect">
              <a:avLst/>
            </a:prstGeom>
            <a:noFill/>
            <a:ln w="9525">
              <a:noFill/>
              <a:miter lim="800000"/>
              <a:headEnd/>
              <a:tailEnd/>
            </a:ln>
          </p:spPr>
          <p:txBody>
            <a:bodyPr wrap="none">
              <a:spAutoFit/>
            </a:bodyPr>
            <a:lstStyle/>
            <a:p>
              <a:r>
                <a:rPr lang="en-US" altLang="zh-TW" b="1">
                  <a:latin typeface="Times New Roman" pitchFamily="18" charset="0"/>
                  <a:cs typeface="Times New Roman" pitchFamily="18" charset="0"/>
                </a:rPr>
                <a:t>Where</a:t>
              </a:r>
              <a:r>
                <a:rPr lang="en-US" altLang="zh-TW">
                  <a:latin typeface="Times New Roman" pitchFamily="18" charset="0"/>
                  <a:cs typeface="Times New Roman" pitchFamily="18" charset="0"/>
                </a:rPr>
                <a:t> </a:t>
              </a:r>
            </a:p>
          </p:txBody>
        </p:sp>
        <p:graphicFrame>
          <p:nvGraphicFramePr>
            <p:cNvPr id="13314" name="Object 12"/>
            <p:cNvGraphicFramePr>
              <a:graphicFrameLocks noChangeAspect="1"/>
            </p:cNvGraphicFramePr>
            <p:nvPr/>
          </p:nvGraphicFramePr>
          <p:xfrm>
            <a:off x="1142" y="2352"/>
            <a:ext cx="950" cy="424"/>
          </p:xfrm>
          <a:graphic>
            <a:graphicData uri="http://schemas.openxmlformats.org/presentationml/2006/ole">
              <p:oleObj spid="_x0000_s13314" name="Equation" r:id="rId4" imgW="1002865" imgH="457002" progId="">
                <p:embed/>
              </p:oleObj>
            </a:graphicData>
          </a:graphic>
        </p:graphicFrame>
        <p:sp>
          <p:nvSpPr>
            <p:cNvPr id="13332" name="Text Box 15"/>
            <p:cNvSpPr txBox="1">
              <a:spLocks noChangeArrowheads="1"/>
            </p:cNvSpPr>
            <p:nvPr/>
          </p:nvSpPr>
          <p:spPr bwMode="auto">
            <a:xfrm>
              <a:off x="2102" y="2448"/>
              <a:ext cx="412" cy="231"/>
            </a:xfrm>
            <a:prstGeom prst="rect">
              <a:avLst/>
            </a:prstGeom>
            <a:noFill/>
            <a:ln w="9525">
              <a:noFill/>
              <a:miter lim="800000"/>
              <a:headEnd/>
              <a:tailEnd/>
            </a:ln>
          </p:spPr>
          <p:txBody>
            <a:bodyPr wrap="none">
              <a:spAutoFit/>
            </a:bodyPr>
            <a:lstStyle/>
            <a:p>
              <a:r>
                <a:rPr lang="en-US" altLang="zh-TW" b="1">
                  <a:latin typeface="Calibri" pitchFamily="34" charset="0"/>
                </a:rPr>
                <a:t>and</a:t>
              </a:r>
              <a:r>
                <a:rPr lang="en-US" altLang="zh-TW">
                  <a:latin typeface="Calibri" pitchFamily="34" charset="0"/>
                </a:rPr>
                <a:t> </a:t>
              </a:r>
            </a:p>
          </p:txBody>
        </p:sp>
        <p:graphicFrame>
          <p:nvGraphicFramePr>
            <p:cNvPr id="13315" name="Object 16"/>
            <p:cNvGraphicFramePr>
              <a:graphicFrameLocks noChangeAspect="1"/>
            </p:cNvGraphicFramePr>
            <p:nvPr/>
          </p:nvGraphicFramePr>
          <p:xfrm>
            <a:off x="2438" y="2400"/>
            <a:ext cx="288" cy="288"/>
          </p:xfrm>
          <a:graphic>
            <a:graphicData uri="http://schemas.openxmlformats.org/presentationml/2006/ole">
              <p:oleObj spid="_x0000_s13315" name="Equation" r:id="rId5" imgW="241195" imgH="241195" progId="">
                <p:embed/>
              </p:oleObj>
            </a:graphicData>
          </a:graphic>
        </p:graphicFrame>
        <p:sp>
          <p:nvSpPr>
            <p:cNvPr id="13333" name="Text Box 19"/>
            <p:cNvSpPr txBox="1">
              <a:spLocks noChangeArrowheads="1"/>
            </p:cNvSpPr>
            <p:nvPr/>
          </p:nvSpPr>
          <p:spPr bwMode="auto">
            <a:xfrm>
              <a:off x="2736" y="2448"/>
              <a:ext cx="2229" cy="233"/>
            </a:xfrm>
            <a:prstGeom prst="rect">
              <a:avLst/>
            </a:prstGeom>
            <a:noFill/>
            <a:ln w="9525">
              <a:noFill/>
              <a:miter lim="800000"/>
              <a:headEnd/>
              <a:tailEnd/>
            </a:ln>
          </p:spPr>
          <p:txBody>
            <a:bodyPr wrap="none">
              <a:spAutoFit/>
            </a:bodyPr>
            <a:lstStyle/>
            <a:p>
              <a:r>
                <a:rPr lang="en-US" altLang="zh-TW" b="1">
                  <a:latin typeface="Times New Roman" pitchFamily="18" charset="0"/>
                  <a:cs typeface="Times New Roman" pitchFamily="18" charset="0"/>
                </a:rPr>
                <a:t>is in the form of a solution</a:t>
              </a:r>
              <a:r>
                <a:rPr lang="en-US" altLang="zh-TW">
                  <a:latin typeface="Times New Roman" pitchFamily="18" charset="0"/>
                  <a:cs typeface="Times New Roman" pitchFamily="18" charset="0"/>
                </a:rPr>
                <a:t> </a:t>
              </a:r>
              <a:r>
                <a:rPr lang="en-US" altLang="zh-TW" b="1">
                  <a:latin typeface="Times New Roman" pitchFamily="18" charset="0"/>
                  <a:cs typeface="Times New Roman" pitchFamily="18" charset="0"/>
                </a:rPr>
                <a:t>model</a:t>
              </a:r>
              <a:r>
                <a:rPr lang="en-US" altLang="zh-TW">
                  <a:latin typeface="Times New Roman" pitchFamily="18" charset="0"/>
                  <a:cs typeface="Times New Roman" pitchFamily="18" charset="0"/>
                </a:rPr>
                <a:t>  </a:t>
              </a:r>
            </a:p>
          </p:txBody>
        </p:sp>
      </p:grpSp>
      <p:sp>
        <p:nvSpPr>
          <p:cNvPr id="13329" name="Text Box 22"/>
          <p:cNvSpPr txBox="1">
            <a:spLocks noChangeArrowheads="1"/>
          </p:cNvSpPr>
          <p:nvPr/>
        </p:nvSpPr>
        <p:spPr bwMode="auto">
          <a:xfrm>
            <a:off x="838200" y="4648200"/>
            <a:ext cx="7265988" cy="646113"/>
          </a:xfrm>
          <a:prstGeom prst="rect">
            <a:avLst/>
          </a:prstGeom>
          <a:noFill/>
          <a:ln w="9525">
            <a:noFill/>
            <a:miter lim="800000"/>
            <a:headEnd/>
            <a:tailEnd/>
          </a:ln>
        </p:spPr>
        <p:txBody>
          <a:bodyPr wrap="none">
            <a:spAutoFit/>
          </a:bodyPr>
          <a:lstStyle/>
          <a:p>
            <a:r>
              <a:rPr lang="en-US" altLang="zh-TW" b="1">
                <a:latin typeface="Times New Roman" pitchFamily="18" charset="0"/>
                <a:cs typeface="Times New Roman" pitchFamily="18" charset="0"/>
              </a:rPr>
              <a:t>which containing parameters determined from minimizing the objective</a:t>
            </a:r>
          </a:p>
          <a:p>
            <a:r>
              <a:rPr lang="en-US" altLang="zh-TW" b="1">
                <a:latin typeface="Times New Roman" pitchFamily="18" charset="0"/>
                <a:cs typeface="Times New Roman" pitchFamily="18" charset="0"/>
              </a:rPr>
              <a:t>function shown above.</a:t>
            </a:r>
          </a:p>
        </p:txBody>
      </p:sp>
      <p:sp>
        <p:nvSpPr>
          <p:cNvPr id="13330" name="文字方塊 21"/>
          <p:cNvSpPr txBox="1">
            <a:spLocks noChangeArrowheads="1"/>
          </p:cNvSpPr>
          <p:nvPr/>
        </p:nvSpPr>
        <p:spPr bwMode="auto">
          <a:xfrm>
            <a:off x="3581400" y="3276600"/>
            <a:ext cx="685800" cy="369888"/>
          </a:xfrm>
          <a:prstGeom prst="rect">
            <a:avLst/>
          </a:prstGeom>
          <a:noFill/>
          <a:ln w="9525">
            <a:noFill/>
            <a:miter lim="800000"/>
            <a:headEnd/>
            <a:tailEnd/>
          </a:ln>
        </p:spPr>
        <p:txBody>
          <a:bodyPr>
            <a:spAutoFit/>
          </a:bodyPr>
          <a:lstStyle/>
          <a:p>
            <a:r>
              <a:rPr kumimoji="0" lang="en-US" altLang="zh-TW" i="1">
                <a:latin typeface="Calibri" pitchFamily="34" charset="0"/>
              </a:rPr>
              <a:t>Min</a:t>
            </a:r>
            <a:endParaRPr kumimoji="0" lang="zh-TW" altLang="en-US" i="1">
              <a:latin typeface="Calibri" pitchFamily="34" charset="0"/>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投影片編號版面配置區 5"/>
          <p:cNvSpPr>
            <a:spLocks noGrp="1"/>
          </p:cNvSpPr>
          <p:nvPr>
            <p:ph type="sldNum" sz="quarter" idx="12"/>
          </p:nvPr>
        </p:nvSpPr>
        <p:spPr/>
        <p:txBody>
          <a:bodyPr/>
          <a:lstStyle/>
          <a:p>
            <a:pPr>
              <a:defRPr/>
            </a:pPr>
            <a:fld id="{BEEADD20-842E-4470-97F3-AE9EABF1B5EC}" type="slidenum">
              <a:rPr lang="en-US" altLang="zh-TW"/>
              <a:pPr>
                <a:defRPr/>
              </a:pPr>
              <a:t>16</a:t>
            </a:fld>
            <a:endParaRPr lang="en-US" altLang="zh-TW"/>
          </a:p>
        </p:txBody>
      </p:sp>
      <p:sp>
        <p:nvSpPr>
          <p:cNvPr id="57346" name="Rectangle 5"/>
          <p:cNvSpPr>
            <a:spLocks noChangeArrowheads="1"/>
          </p:cNvSpPr>
          <p:nvPr/>
        </p:nvSpPr>
        <p:spPr bwMode="auto">
          <a:xfrm>
            <a:off x="457200" y="457200"/>
            <a:ext cx="8229600" cy="1143000"/>
          </a:xfrm>
          <a:prstGeom prst="rect">
            <a:avLst/>
          </a:prstGeom>
          <a:noFill/>
          <a:ln w="9525">
            <a:noFill/>
            <a:miter lim="800000"/>
            <a:headEnd/>
            <a:tailEnd/>
          </a:ln>
        </p:spPr>
        <p:txBody>
          <a:bodyPr anchor="ctr"/>
          <a:lstStyle/>
          <a:p>
            <a:pPr algn="ctr"/>
            <a:r>
              <a:rPr lang="en-US" altLang="zh-TW" sz="3200" b="1">
                <a:solidFill>
                  <a:schemeClr val="tx2"/>
                </a:solidFill>
                <a:latin typeface="Calibri" pitchFamily="34" charset="0"/>
              </a:rPr>
              <a:t>Prediction of VLE Behavior</a:t>
            </a:r>
          </a:p>
        </p:txBody>
      </p:sp>
      <p:sp>
        <p:nvSpPr>
          <p:cNvPr id="57347" name="Rectangle 6"/>
          <p:cNvSpPr>
            <a:spLocks noChangeArrowheads="1"/>
          </p:cNvSpPr>
          <p:nvPr/>
        </p:nvSpPr>
        <p:spPr bwMode="auto">
          <a:xfrm>
            <a:off x="457200" y="1600200"/>
            <a:ext cx="8229600" cy="4525963"/>
          </a:xfrm>
          <a:prstGeom prst="rect">
            <a:avLst/>
          </a:prstGeom>
          <a:noFill/>
          <a:ln w="9525">
            <a:noFill/>
            <a:miter lim="800000"/>
            <a:headEnd/>
            <a:tailEnd/>
          </a:ln>
        </p:spPr>
        <p:txBody>
          <a:bodyPr/>
          <a:lstStyle/>
          <a:p>
            <a:pPr marL="342900" indent="-342900">
              <a:spcBef>
                <a:spcPct val="20000"/>
              </a:spcBef>
            </a:pPr>
            <a:endParaRPr lang="en-US" altLang="zh-TW" sz="3200">
              <a:latin typeface="Calibri" pitchFamily="34" charset="0"/>
            </a:endParaRPr>
          </a:p>
          <a:p>
            <a:pPr marL="342900" indent="-342900">
              <a:spcBef>
                <a:spcPct val="20000"/>
              </a:spcBef>
            </a:pPr>
            <a:endParaRPr lang="en-US" altLang="zh-TW" sz="3200">
              <a:latin typeface="Calibri" pitchFamily="34" charset="0"/>
            </a:endParaRPr>
          </a:p>
        </p:txBody>
      </p:sp>
      <p:sp>
        <p:nvSpPr>
          <p:cNvPr id="57348" name="Rectangle 9"/>
          <p:cNvSpPr>
            <a:spLocks noChangeArrowheads="1"/>
          </p:cNvSpPr>
          <p:nvPr/>
        </p:nvSpPr>
        <p:spPr bwMode="auto">
          <a:xfrm>
            <a:off x="0" y="3152775"/>
            <a:ext cx="9144000" cy="0"/>
          </a:xfrm>
          <a:prstGeom prst="rect">
            <a:avLst/>
          </a:prstGeom>
          <a:noFill/>
          <a:ln w="9525">
            <a:noFill/>
            <a:miter lim="800000"/>
            <a:headEnd/>
            <a:tailEnd/>
          </a:ln>
        </p:spPr>
        <p:txBody>
          <a:bodyPr wrap="none" anchor="ctr">
            <a:spAutoFit/>
          </a:bodyPr>
          <a:lstStyle/>
          <a:p>
            <a:endParaRPr kumimoji="0" lang="zh-TW" altLang="en-US">
              <a:latin typeface="Calibri" pitchFamily="34" charset="0"/>
            </a:endParaRPr>
          </a:p>
        </p:txBody>
      </p:sp>
      <p:sp>
        <p:nvSpPr>
          <p:cNvPr id="57349" name="Rectangle 13"/>
          <p:cNvSpPr>
            <a:spLocks noChangeArrowheads="1"/>
          </p:cNvSpPr>
          <p:nvPr/>
        </p:nvSpPr>
        <p:spPr bwMode="auto">
          <a:xfrm>
            <a:off x="0" y="3705225"/>
            <a:ext cx="9144000" cy="0"/>
          </a:xfrm>
          <a:prstGeom prst="rect">
            <a:avLst/>
          </a:prstGeom>
          <a:noFill/>
          <a:ln w="9525">
            <a:noFill/>
            <a:miter lim="800000"/>
            <a:headEnd/>
            <a:tailEnd/>
          </a:ln>
        </p:spPr>
        <p:txBody>
          <a:bodyPr wrap="none" anchor="ctr">
            <a:spAutoFit/>
          </a:bodyPr>
          <a:lstStyle/>
          <a:p>
            <a:endParaRPr kumimoji="0" lang="zh-TW" altLang="en-US">
              <a:latin typeface="Calibri" pitchFamily="34" charset="0"/>
            </a:endParaRPr>
          </a:p>
        </p:txBody>
      </p:sp>
      <p:sp>
        <p:nvSpPr>
          <p:cNvPr id="57350" name="Rectangle 14"/>
          <p:cNvSpPr>
            <a:spLocks noChangeArrowheads="1"/>
          </p:cNvSpPr>
          <p:nvPr/>
        </p:nvSpPr>
        <p:spPr bwMode="auto">
          <a:xfrm>
            <a:off x="0" y="3352800"/>
            <a:ext cx="9144000" cy="0"/>
          </a:xfrm>
          <a:prstGeom prst="rect">
            <a:avLst/>
          </a:prstGeom>
          <a:noFill/>
          <a:ln w="9525">
            <a:noFill/>
            <a:miter lim="800000"/>
            <a:headEnd/>
            <a:tailEnd/>
          </a:ln>
        </p:spPr>
        <p:txBody>
          <a:bodyPr wrap="none" anchor="ctr">
            <a:spAutoFit/>
          </a:bodyPr>
          <a:lstStyle/>
          <a:p>
            <a:endParaRPr kumimoji="0" lang="zh-TW" altLang="en-US">
              <a:latin typeface="Calibri" pitchFamily="34" charset="0"/>
            </a:endParaRPr>
          </a:p>
        </p:txBody>
      </p:sp>
      <p:sp>
        <p:nvSpPr>
          <p:cNvPr id="57351" name="Rectangle 15"/>
          <p:cNvSpPr>
            <a:spLocks noChangeArrowheads="1"/>
          </p:cNvSpPr>
          <p:nvPr/>
        </p:nvSpPr>
        <p:spPr bwMode="auto">
          <a:xfrm>
            <a:off x="228600" y="3657600"/>
            <a:ext cx="9144000" cy="0"/>
          </a:xfrm>
          <a:prstGeom prst="rect">
            <a:avLst/>
          </a:prstGeom>
          <a:noFill/>
          <a:ln w="9525">
            <a:noFill/>
            <a:miter lim="800000"/>
            <a:headEnd/>
            <a:tailEnd/>
          </a:ln>
        </p:spPr>
        <p:txBody>
          <a:bodyPr wrap="none" anchor="ctr">
            <a:spAutoFit/>
          </a:bodyPr>
          <a:lstStyle/>
          <a:p>
            <a:endParaRPr kumimoji="0" lang="zh-TW" altLang="en-US">
              <a:latin typeface="Calibri" pitchFamily="34" charset="0"/>
            </a:endParaRPr>
          </a:p>
        </p:txBody>
      </p:sp>
      <p:sp>
        <p:nvSpPr>
          <p:cNvPr id="57352" name="Rectangle 16"/>
          <p:cNvSpPr>
            <a:spLocks noChangeArrowheads="1"/>
          </p:cNvSpPr>
          <p:nvPr/>
        </p:nvSpPr>
        <p:spPr bwMode="auto">
          <a:xfrm>
            <a:off x="0" y="3276600"/>
            <a:ext cx="9144000" cy="0"/>
          </a:xfrm>
          <a:prstGeom prst="rect">
            <a:avLst/>
          </a:prstGeom>
          <a:noFill/>
          <a:ln w="9525">
            <a:noFill/>
            <a:miter lim="800000"/>
            <a:headEnd/>
            <a:tailEnd/>
          </a:ln>
        </p:spPr>
        <p:txBody>
          <a:bodyPr wrap="none" anchor="ctr">
            <a:spAutoFit/>
          </a:bodyPr>
          <a:lstStyle/>
          <a:p>
            <a:endParaRPr kumimoji="0" lang="zh-TW" altLang="en-US">
              <a:latin typeface="Calibri" pitchFamily="34" charset="0"/>
            </a:endParaRPr>
          </a:p>
        </p:txBody>
      </p:sp>
      <p:sp>
        <p:nvSpPr>
          <p:cNvPr id="57353" name="Rectangle 17"/>
          <p:cNvSpPr>
            <a:spLocks noChangeArrowheads="1"/>
          </p:cNvSpPr>
          <p:nvPr/>
        </p:nvSpPr>
        <p:spPr bwMode="auto">
          <a:xfrm>
            <a:off x="0" y="3600450"/>
            <a:ext cx="9144000" cy="0"/>
          </a:xfrm>
          <a:prstGeom prst="rect">
            <a:avLst/>
          </a:prstGeom>
          <a:noFill/>
          <a:ln w="9525">
            <a:noFill/>
            <a:miter lim="800000"/>
            <a:headEnd/>
            <a:tailEnd/>
          </a:ln>
        </p:spPr>
        <p:txBody>
          <a:bodyPr wrap="none" anchor="ctr">
            <a:spAutoFit/>
          </a:bodyPr>
          <a:lstStyle/>
          <a:p>
            <a:endParaRPr kumimoji="0" lang="zh-TW" altLang="en-US">
              <a:latin typeface="Calibri" pitchFamily="34" charset="0"/>
            </a:endParaRPr>
          </a:p>
        </p:txBody>
      </p:sp>
      <p:sp>
        <p:nvSpPr>
          <p:cNvPr id="57354" name="Text Box 26"/>
          <p:cNvSpPr txBox="1">
            <a:spLocks noChangeArrowheads="1"/>
          </p:cNvSpPr>
          <p:nvPr/>
        </p:nvSpPr>
        <p:spPr bwMode="auto">
          <a:xfrm>
            <a:off x="990600" y="2133600"/>
            <a:ext cx="7162800" cy="1465263"/>
          </a:xfrm>
          <a:prstGeom prst="rect">
            <a:avLst/>
          </a:prstGeom>
          <a:noFill/>
          <a:ln w="9525">
            <a:noFill/>
            <a:miter lim="800000"/>
            <a:headEnd/>
            <a:tailEnd/>
          </a:ln>
        </p:spPr>
        <p:txBody>
          <a:bodyPr>
            <a:spAutoFit/>
          </a:bodyPr>
          <a:lstStyle/>
          <a:p>
            <a:r>
              <a:rPr lang="en-US" altLang="zh-TW" b="1">
                <a:latin typeface="Calibri" pitchFamily="34" charset="0"/>
              </a:rPr>
              <a:t>Prediction calculates the thermodynamic properties with the</a:t>
            </a:r>
          </a:p>
          <a:p>
            <a:r>
              <a:rPr lang="en-US" altLang="zh-TW" b="1">
                <a:latin typeface="Calibri" pitchFamily="34" charset="0"/>
              </a:rPr>
              <a:t>pre-determined parameters from either experiment or literature.</a:t>
            </a:r>
          </a:p>
          <a:p>
            <a:r>
              <a:rPr lang="en-US" altLang="zh-TW" b="1">
                <a:latin typeface="Calibri" pitchFamily="34" charset="0"/>
              </a:rPr>
              <a:t>Through prediction, a vast phase equilibrium data are estimated and the huge laborious experiment work that needs time and effort is avoided</a:t>
            </a: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42" name="投影片編號版面配置區 5"/>
          <p:cNvSpPr>
            <a:spLocks noGrp="1"/>
          </p:cNvSpPr>
          <p:nvPr>
            <p:ph type="sldNum" sz="quarter" idx="12"/>
          </p:nvPr>
        </p:nvSpPr>
        <p:spPr/>
        <p:txBody>
          <a:bodyPr/>
          <a:lstStyle/>
          <a:p>
            <a:pPr>
              <a:defRPr/>
            </a:pPr>
            <a:fld id="{6C1B898B-3859-4269-96A6-AAAB581E939E}" type="slidenum">
              <a:rPr lang="en-US" altLang="zh-TW"/>
              <a:pPr>
                <a:defRPr/>
              </a:pPr>
              <a:t>17</a:t>
            </a:fld>
            <a:endParaRPr lang="en-US" altLang="zh-TW"/>
          </a:p>
        </p:txBody>
      </p:sp>
      <p:sp>
        <p:nvSpPr>
          <p:cNvPr id="14343" name="Text Box 4"/>
          <p:cNvSpPr txBox="1">
            <a:spLocks noChangeArrowheads="1"/>
          </p:cNvSpPr>
          <p:nvPr/>
        </p:nvSpPr>
        <p:spPr bwMode="auto">
          <a:xfrm>
            <a:off x="1905000" y="838200"/>
            <a:ext cx="5164138" cy="584200"/>
          </a:xfrm>
          <a:prstGeom prst="rect">
            <a:avLst/>
          </a:prstGeom>
          <a:noFill/>
          <a:ln w="9525">
            <a:noFill/>
            <a:miter lim="800000"/>
            <a:headEnd/>
            <a:tailEnd/>
          </a:ln>
        </p:spPr>
        <p:txBody>
          <a:bodyPr wrap="none">
            <a:spAutoFit/>
          </a:bodyPr>
          <a:lstStyle/>
          <a:p>
            <a:r>
              <a:rPr lang="en-US" altLang="zh-TW" sz="3200" b="1">
                <a:latin typeface="Calibri" pitchFamily="34" charset="0"/>
              </a:rPr>
              <a:t>Liquid-Liquid equilibrium</a:t>
            </a:r>
            <a:r>
              <a:rPr lang="en-US" altLang="zh-TW">
                <a:latin typeface="Calibri" pitchFamily="34" charset="0"/>
              </a:rPr>
              <a:t> </a:t>
            </a:r>
          </a:p>
        </p:txBody>
      </p:sp>
      <p:sp>
        <p:nvSpPr>
          <p:cNvPr id="14344" name="Rectangle 6"/>
          <p:cNvSpPr>
            <a:spLocks noChangeArrowheads="1"/>
          </p:cNvSpPr>
          <p:nvPr/>
        </p:nvSpPr>
        <p:spPr bwMode="auto">
          <a:xfrm>
            <a:off x="0" y="3267075"/>
            <a:ext cx="9144000" cy="0"/>
          </a:xfrm>
          <a:prstGeom prst="rect">
            <a:avLst/>
          </a:prstGeom>
          <a:noFill/>
          <a:ln w="9525">
            <a:noFill/>
            <a:miter lim="800000"/>
            <a:headEnd/>
            <a:tailEnd/>
          </a:ln>
        </p:spPr>
        <p:txBody>
          <a:bodyPr wrap="none" anchor="ctr">
            <a:spAutoFit/>
          </a:bodyPr>
          <a:lstStyle/>
          <a:p>
            <a:endParaRPr kumimoji="0" lang="zh-TW" altLang="en-US">
              <a:latin typeface="Calibri" pitchFamily="34" charset="0"/>
            </a:endParaRPr>
          </a:p>
        </p:txBody>
      </p:sp>
      <p:graphicFrame>
        <p:nvGraphicFramePr>
          <p:cNvPr id="14338" name="Object 5"/>
          <p:cNvGraphicFramePr>
            <a:graphicFrameLocks noChangeAspect="1"/>
          </p:cNvGraphicFramePr>
          <p:nvPr/>
        </p:nvGraphicFramePr>
        <p:xfrm>
          <a:off x="2362200" y="2438400"/>
          <a:ext cx="3352800" cy="471488"/>
        </p:xfrm>
        <a:graphic>
          <a:graphicData uri="http://schemas.openxmlformats.org/presentationml/2006/ole">
            <p:oleObj spid="_x0000_s14338" name="Equation" r:id="rId3" imgW="1765300" imgH="254000" progId="">
              <p:embed/>
            </p:oleObj>
          </a:graphicData>
        </a:graphic>
      </p:graphicFrame>
      <p:sp>
        <p:nvSpPr>
          <p:cNvPr id="14345" name="Rectangle 8"/>
          <p:cNvSpPr>
            <a:spLocks noChangeArrowheads="1"/>
          </p:cNvSpPr>
          <p:nvPr/>
        </p:nvSpPr>
        <p:spPr bwMode="auto">
          <a:xfrm>
            <a:off x="0" y="3195638"/>
            <a:ext cx="9144000" cy="0"/>
          </a:xfrm>
          <a:prstGeom prst="rect">
            <a:avLst/>
          </a:prstGeom>
          <a:noFill/>
          <a:ln w="9525">
            <a:noFill/>
            <a:miter lim="800000"/>
            <a:headEnd/>
            <a:tailEnd/>
          </a:ln>
        </p:spPr>
        <p:txBody>
          <a:bodyPr wrap="none" anchor="ctr">
            <a:spAutoFit/>
          </a:bodyPr>
          <a:lstStyle/>
          <a:p>
            <a:endParaRPr kumimoji="0" lang="zh-TW" altLang="en-US">
              <a:latin typeface="Calibri" pitchFamily="34" charset="0"/>
            </a:endParaRPr>
          </a:p>
        </p:txBody>
      </p:sp>
      <p:graphicFrame>
        <p:nvGraphicFramePr>
          <p:cNvPr id="14339" name="Object 7"/>
          <p:cNvGraphicFramePr>
            <a:graphicFrameLocks noChangeAspect="1"/>
          </p:cNvGraphicFramePr>
          <p:nvPr/>
        </p:nvGraphicFramePr>
        <p:xfrm>
          <a:off x="1752600" y="3048000"/>
          <a:ext cx="6172200" cy="755650"/>
        </p:xfrm>
        <a:graphic>
          <a:graphicData uri="http://schemas.openxmlformats.org/presentationml/2006/ole">
            <p:oleObj spid="_x0000_s14339" name="Equation" r:id="rId4" imgW="3365500" imgH="406400" progId="">
              <p:embed/>
            </p:oleObj>
          </a:graphicData>
        </a:graphic>
      </p:graphicFrame>
      <p:sp>
        <p:nvSpPr>
          <p:cNvPr id="14346" name="Text Box 9"/>
          <p:cNvSpPr txBox="1">
            <a:spLocks noChangeArrowheads="1"/>
          </p:cNvSpPr>
          <p:nvPr/>
        </p:nvSpPr>
        <p:spPr bwMode="auto">
          <a:xfrm>
            <a:off x="914400" y="5029200"/>
            <a:ext cx="793750" cy="366713"/>
          </a:xfrm>
          <a:prstGeom prst="rect">
            <a:avLst/>
          </a:prstGeom>
          <a:noFill/>
          <a:ln w="9525">
            <a:noFill/>
            <a:miter lim="800000"/>
            <a:headEnd/>
            <a:tailEnd/>
          </a:ln>
        </p:spPr>
        <p:txBody>
          <a:bodyPr wrap="none">
            <a:spAutoFit/>
          </a:bodyPr>
          <a:lstStyle/>
          <a:p>
            <a:r>
              <a:rPr lang="en-US" altLang="zh-TW" b="1">
                <a:latin typeface="Calibri" pitchFamily="34" charset="0"/>
              </a:rPr>
              <a:t>Thus,</a:t>
            </a:r>
          </a:p>
        </p:txBody>
      </p:sp>
      <p:sp>
        <p:nvSpPr>
          <p:cNvPr id="14347" name="Rectangle 11"/>
          <p:cNvSpPr>
            <a:spLocks noChangeArrowheads="1"/>
          </p:cNvSpPr>
          <p:nvPr/>
        </p:nvSpPr>
        <p:spPr bwMode="auto">
          <a:xfrm>
            <a:off x="0" y="3200400"/>
            <a:ext cx="9144000" cy="0"/>
          </a:xfrm>
          <a:prstGeom prst="rect">
            <a:avLst/>
          </a:prstGeom>
          <a:noFill/>
          <a:ln w="9525">
            <a:noFill/>
            <a:miter lim="800000"/>
            <a:headEnd/>
            <a:tailEnd/>
          </a:ln>
        </p:spPr>
        <p:txBody>
          <a:bodyPr wrap="none" anchor="ctr">
            <a:spAutoFit/>
          </a:bodyPr>
          <a:lstStyle/>
          <a:p>
            <a:endParaRPr kumimoji="0" lang="zh-TW" altLang="en-US">
              <a:latin typeface="Calibri" pitchFamily="34" charset="0"/>
            </a:endParaRPr>
          </a:p>
        </p:txBody>
      </p:sp>
      <p:graphicFrame>
        <p:nvGraphicFramePr>
          <p:cNvPr id="14340" name="Object 10"/>
          <p:cNvGraphicFramePr>
            <a:graphicFrameLocks noChangeAspect="1"/>
          </p:cNvGraphicFramePr>
          <p:nvPr/>
        </p:nvGraphicFramePr>
        <p:xfrm>
          <a:off x="2209800" y="4191000"/>
          <a:ext cx="5562600" cy="484188"/>
        </p:xfrm>
        <a:graphic>
          <a:graphicData uri="http://schemas.openxmlformats.org/presentationml/2006/ole">
            <p:oleObj spid="_x0000_s14340" name="Equation" r:id="rId5" imgW="3136900" imgH="241300" progId="">
              <p:embed/>
            </p:oleObj>
          </a:graphicData>
        </a:graphic>
      </p:graphicFrame>
      <p:sp>
        <p:nvSpPr>
          <p:cNvPr id="14348" name="Rectangle 13"/>
          <p:cNvSpPr>
            <a:spLocks noChangeArrowheads="1"/>
          </p:cNvSpPr>
          <p:nvPr/>
        </p:nvSpPr>
        <p:spPr bwMode="auto">
          <a:xfrm>
            <a:off x="0" y="3271838"/>
            <a:ext cx="9144000" cy="0"/>
          </a:xfrm>
          <a:prstGeom prst="rect">
            <a:avLst/>
          </a:prstGeom>
          <a:noFill/>
          <a:ln w="9525">
            <a:noFill/>
            <a:miter lim="800000"/>
            <a:headEnd/>
            <a:tailEnd/>
          </a:ln>
        </p:spPr>
        <p:txBody>
          <a:bodyPr wrap="none" anchor="ctr">
            <a:spAutoFit/>
          </a:bodyPr>
          <a:lstStyle/>
          <a:p>
            <a:endParaRPr kumimoji="0" lang="zh-TW" altLang="en-US">
              <a:latin typeface="Calibri" pitchFamily="34" charset="0"/>
            </a:endParaRPr>
          </a:p>
        </p:txBody>
      </p:sp>
      <p:graphicFrame>
        <p:nvGraphicFramePr>
          <p:cNvPr id="14341" name="Object 12"/>
          <p:cNvGraphicFramePr>
            <a:graphicFrameLocks noChangeAspect="1"/>
          </p:cNvGraphicFramePr>
          <p:nvPr/>
        </p:nvGraphicFramePr>
        <p:xfrm>
          <a:off x="2133600" y="4953000"/>
          <a:ext cx="4343400" cy="523875"/>
        </p:xfrm>
        <a:graphic>
          <a:graphicData uri="http://schemas.openxmlformats.org/presentationml/2006/ole">
            <p:oleObj spid="_x0000_s14341" name="Equation" r:id="rId6" imgW="2374900" imgH="241300" progId="">
              <p:embed/>
            </p:oleObj>
          </a:graphicData>
        </a:graphic>
      </p:graphicFrame>
      <p:sp>
        <p:nvSpPr>
          <p:cNvPr id="14349" name="Rectangle 17"/>
          <p:cNvSpPr>
            <a:spLocks noChangeArrowheads="1"/>
          </p:cNvSpPr>
          <p:nvPr/>
        </p:nvSpPr>
        <p:spPr bwMode="auto">
          <a:xfrm>
            <a:off x="0" y="3195638"/>
            <a:ext cx="9144000" cy="0"/>
          </a:xfrm>
          <a:prstGeom prst="rect">
            <a:avLst/>
          </a:prstGeom>
          <a:noFill/>
          <a:ln w="9525">
            <a:noFill/>
            <a:miter lim="800000"/>
            <a:headEnd/>
            <a:tailEnd/>
          </a:ln>
        </p:spPr>
        <p:txBody>
          <a:bodyPr wrap="none" anchor="ctr">
            <a:spAutoFit/>
          </a:bodyPr>
          <a:lstStyle/>
          <a:p>
            <a:endParaRPr kumimoji="0" lang="zh-TW" altLang="en-US">
              <a:latin typeface="Calibri" pitchFamily="34" charset="0"/>
            </a:endParaRPr>
          </a:p>
        </p:txBody>
      </p:sp>
      <p:sp>
        <p:nvSpPr>
          <p:cNvPr id="14350" name="Text Box 18"/>
          <p:cNvSpPr txBox="1">
            <a:spLocks noChangeArrowheads="1"/>
          </p:cNvSpPr>
          <p:nvPr/>
        </p:nvSpPr>
        <p:spPr bwMode="auto">
          <a:xfrm>
            <a:off x="1066800" y="1820863"/>
            <a:ext cx="3657600" cy="396875"/>
          </a:xfrm>
          <a:prstGeom prst="rect">
            <a:avLst/>
          </a:prstGeom>
          <a:noFill/>
          <a:ln w="9525">
            <a:noFill/>
            <a:miter lim="800000"/>
            <a:headEnd/>
            <a:tailEnd/>
          </a:ln>
        </p:spPr>
        <p:txBody>
          <a:bodyPr>
            <a:spAutoFit/>
          </a:bodyPr>
          <a:lstStyle/>
          <a:p>
            <a:pPr>
              <a:spcBef>
                <a:spcPct val="50000"/>
              </a:spcBef>
            </a:pPr>
            <a:r>
              <a:rPr kumimoji="0" lang="en-US" altLang="zh-TW" sz="2000">
                <a:latin typeface="Calibri" pitchFamily="34" charset="0"/>
              </a:rPr>
              <a:t>At liquid-liquid equilibrium</a:t>
            </a:r>
            <a:r>
              <a:rPr kumimoji="0" lang="en-US" altLang="zh-TW">
                <a:latin typeface="Calibri" pitchFamily="34" charset="0"/>
              </a:rPr>
              <a:t>  </a:t>
            </a: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投影片編號版面配置區 5"/>
          <p:cNvSpPr>
            <a:spLocks noGrp="1"/>
          </p:cNvSpPr>
          <p:nvPr>
            <p:ph type="sldNum" sz="quarter" idx="12"/>
          </p:nvPr>
        </p:nvSpPr>
        <p:spPr/>
        <p:txBody>
          <a:bodyPr/>
          <a:lstStyle/>
          <a:p>
            <a:pPr>
              <a:defRPr/>
            </a:pPr>
            <a:fld id="{1D84A33F-1B78-4582-9D3A-B24580325209}" type="slidenum">
              <a:rPr lang="en-US" altLang="zh-TW"/>
              <a:pPr>
                <a:defRPr/>
              </a:pPr>
              <a:t>18</a:t>
            </a:fld>
            <a:endParaRPr lang="en-US" altLang="zh-TW"/>
          </a:p>
        </p:txBody>
      </p:sp>
      <p:sp>
        <p:nvSpPr>
          <p:cNvPr id="60418" name="Rectangle 2"/>
          <p:cNvSpPr>
            <a:spLocks noGrp="1" noChangeArrowheads="1"/>
          </p:cNvSpPr>
          <p:nvPr>
            <p:ph type="title"/>
          </p:nvPr>
        </p:nvSpPr>
        <p:spPr>
          <a:xfrm>
            <a:off x="1219200" y="685800"/>
            <a:ext cx="6629400" cy="838200"/>
          </a:xfrm>
        </p:spPr>
        <p:txBody>
          <a:bodyPr/>
          <a:lstStyle/>
          <a:p>
            <a:r>
              <a:rPr lang="en-US" altLang="zh-TW" sz="3200" b="1" smtClean="0">
                <a:solidFill>
                  <a:srgbClr val="003366"/>
                </a:solidFill>
              </a:rPr>
              <a:t>Solid –Liquid Equilibrium</a:t>
            </a:r>
          </a:p>
        </p:txBody>
      </p:sp>
      <p:pic>
        <p:nvPicPr>
          <p:cNvPr id="60419" name="物件 2"/>
          <p:cNvPicPr>
            <a:picLocks noChangeArrowheads="1"/>
          </p:cNvPicPr>
          <p:nvPr/>
        </p:nvPicPr>
        <p:blipFill>
          <a:blip r:embed="rId2"/>
          <a:srcRect l="-3546" t="-4221" r="-1897" b="-1538"/>
          <a:stretch>
            <a:fillRect/>
          </a:stretch>
        </p:blipFill>
        <p:spPr bwMode="auto">
          <a:xfrm>
            <a:off x="4419600" y="2133600"/>
            <a:ext cx="2714625" cy="3057525"/>
          </a:xfrm>
          <a:prstGeom prst="rect">
            <a:avLst/>
          </a:prstGeom>
          <a:noFill/>
          <a:ln w="9525">
            <a:noFill/>
            <a:miter lim="800000"/>
            <a:headEnd/>
            <a:tailEnd/>
          </a:ln>
        </p:spPr>
      </p:pic>
      <p:sp>
        <p:nvSpPr>
          <p:cNvPr id="60420" name="Rectangle 7"/>
          <p:cNvSpPr>
            <a:spLocks noChangeArrowheads="1"/>
          </p:cNvSpPr>
          <p:nvPr/>
        </p:nvSpPr>
        <p:spPr bwMode="auto">
          <a:xfrm>
            <a:off x="0" y="-895350"/>
            <a:ext cx="9144000" cy="0"/>
          </a:xfrm>
          <a:prstGeom prst="rect">
            <a:avLst/>
          </a:prstGeom>
          <a:noFill/>
          <a:ln w="9525">
            <a:noFill/>
            <a:miter lim="800000"/>
            <a:headEnd/>
            <a:tailEnd/>
          </a:ln>
        </p:spPr>
        <p:txBody>
          <a:bodyPr wrap="none" anchor="ctr">
            <a:spAutoFit/>
          </a:bodyPr>
          <a:lstStyle/>
          <a:p>
            <a:endParaRPr kumimoji="0" lang="zh-TW" altLang="en-US">
              <a:latin typeface="Calibri" pitchFamily="34" charset="0"/>
            </a:endParaRPr>
          </a:p>
        </p:txBody>
      </p:sp>
      <p:sp>
        <p:nvSpPr>
          <p:cNvPr id="60421" name="Text Box 10"/>
          <p:cNvSpPr txBox="1">
            <a:spLocks noChangeArrowheads="1"/>
          </p:cNvSpPr>
          <p:nvPr/>
        </p:nvSpPr>
        <p:spPr bwMode="auto">
          <a:xfrm>
            <a:off x="4724400" y="5181600"/>
            <a:ext cx="2514600" cy="488950"/>
          </a:xfrm>
          <a:prstGeom prst="rect">
            <a:avLst/>
          </a:prstGeom>
          <a:noFill/>
          <a:ln w="9525">
            <a:noFill/>
            <a:miter lim="800000"/>
            <a:headEnd/>
            <a:tailEnd/>
          </a:ln>
        </p:spPr>
        <p:txBody>
          <a:bodyPr>
            <a:spAutoFit/>
          </a:bodyPr>
          <a:lstStyle/>
          <a:p>
            <a:pPr algn="ctr">
              <a:spcBef>
                <a:spcPct val="50000"/>
              </a:spcBef>
            </a:pPr>
            <a:r>
              <a:rPr kumimoji="0" lang="en-US" altLang="zh-TW" sz="1300" b="1">
                <a:latin typeface="Calibri" pitchFamily="34" charset="0"/>
              </a:rPr>
              <a:t>Congruent point at the highest temperature</a:t>
            </a:r>
          </a:p>
        </p:txBody>
      </p:sp>
      <p:pic>
        <p:nvPicPr>
          <p:cNvPr id="60422" name="物件 3"/>
          <p:cNvPicPr>
            <a:picLocks noChangeArrowheads="1"/>
          </p:cNvPicPr>
          <p:nvPr/>
        </p:nvPicPr>
        <p:blipFill>
          <a:blip r:embed="rId3"/>
          <a:srcRect l="-4176" t="-4118" r="-2483" b="-1778"/>
          <a:stretch>
            <a:fillRect/>
          </a:stretch>
        </p:blipFill>
        <p:spPr bwMode="auto">
          <a:xfrm>
            <a:off x="1219200" y="2362200"/>
            <a:ext cx="2514600" cy="2590800"/>
          </a:xfrm>
          <a:prstGeom prst="rect">
            <a:avLst/>
          </a:prstGeom>
          <a:noFill/>
          <a:ln w="9525">
            <a:noFill/>
            <a:miter lim="800000"/>
            <a:headEnd/>
            <a:tailEnd/>
          </a:ln>
        </p:spPr>
      </p:pic>
      <p:sp>
        <p:nvSpPr>
          <p:cNvPr id="60423" name="Text Box 13"/>
          <p:cNvSpPr txBox="1">
            <a:spLocks noChangeArrowheads="1"/>
          </p:cNvSpPr>
          <p:nvPr/>
        </p:nvSpPr>
        <p:spPr bwMode="auto">
          <a:xfrm>
            <a:off x="1752600" y="5105400"/>
            <a:ext cx="1828800" cy="488950"/>
          </a:xfrm>
          <a:prstGeom prst="rect">
            <a:avLst/>
          </a:prstGeom>
          <a:noFill/>
          <a:ln w="9525">
            <a:noFill/>
            <a:miter lim="800000"/>
            <a:headEnd/>
            <a:tailEnd/>
          </a:ln>
        </p:spPr>
        <p:txBody>
          <a:bodyPr>
            <a:spAutoFit/>
          </a:bodyPr>
          <a:lstStyle/>
          <a:p>
            <a:pPr algn="ctr">
              <a:spcBef>
                <a:spcPct val="50000"/>
              </a:spcBef>
            </a:pPr>
            <a:r>
              <a:rPr kumimoji="0" lang="en-US" altLang="zh-TW" sz="1300" b="1">
                <a:latin typeface="Calibri" pitchFamily="34" charset="0"/>
              </a:rPr>
              <a:t>Eutectic point at intersection</a:t>
            </a: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4" name="投影片編號版面配置區 6"/>
          <p:cNvSpPr>
            <a:spLocks noGrp="1"/>
          </p:cNvSpPr>
          <p:nvPr>
            <p:ph type="sldNum" sz="quarter" idx="12"/>
          </p:nvPr>
        </p:nvSpPr>
        <p:spPr/>
        <p:txBody>
          <a:bodyPr/>
          <a:lstStyle/>
          <a:p>
            <a:pPr>
              <a:defRPr/>
            </a:pPr>
            <a:fld id="{D85CA3BC-1AF8-44CB-B3EE-028E400CA6C8}" type="slidenum">
              <a:rPr lang="en-US" altLang="zh-TW"/>
              <a:pPr>
                <a:defRPr/>
              </a:pPr>
              <a:t>19</a:t>
            </a:fld>
            <a:endParaRPr lang="en-US" altLang="zh-TW"/>
          </a:p>
        </p:txBody>
      </p:sp>
      <p:sp>
        <p:nvSpPr>
          <p:cNvPr id="15365" name="Rectangle 2"/>
          <p:cNvSpPr>
            <a:spLocks noGrp="1" noChangeArrowheads="1"/>
          </p:cNvSpPr>
          <p:nvPr>
            <p:ph type="title"/>
          </p:nvPr>
        </p:nvSpPr>
        <p:spPr>
          <a:xfrm>
            <a:off x="457200" y="533400"/>
            <a:ext cx="8229600" cy="1143000"/>
          </a:xfrm>
        </p:spPr>
        <p:txBody>
          <a:bodyPr/>
          <a:lstStyle/>
          <a:p>
            <a:r>
              <a:rPr lang="en-US" altLang="zh-TW" sz="3200" b="1" smtClean="0"/>
              <a:t>Solid-Liquid Equilibrium</a:t>
            </a:r>
          </a:p>
        </p:txBody>
      </p:sp>
      <p:graphicFrame>
        <p:nvGraphicFramePr>
          <p:cNvPr id="15362" name="Object 48"/>
          <p:cNvGraphicFramePr>
            <a:graphicFrameLocks noChangeAspect="1"/>
          </p:cNvGraphicFramePr>
          <p:nvPr>
            <p:ph sz="half" idx="1"/>
          </p:nvPr>
        </p:nvGraphicFramePr>
        <p:xfrm>
          <a:off x="1104900" y="2947988"/>
          <a:ext cx="2743200" cy="1828800"/>
        </p:xfrm>
        <a:graphic>
          <a:graphicData uri="http://schemas.openxmlformats.org/presentationml/2006/ole">
            <p:oleObj spid="_x0000_s15362" name="圖片" r:id="rId3" imgW="2743200" imgH="1828800" progId="Word.Picture.8">
              <p:embed/>
            </p:oleObj>
          </a:graphicData>
        </a:graphic>
      </p:graphicFrame>
      <p:sp>
        <p:nvSpPr>
          <p:cNvPr id="4" name="矩形 3"/>
          <p:cNvSpPr/>
          <p:nvPr/>
        </p:nvSpPr>
        <p:spPr>
          <a:xfrm>
            <a:off x="1676400" y="2514600"/>
            <a:ext cx="2209800" cy="2362200"/>
          </a:xfrm>
          <a:prstGeom prst="rect">
            <a:avLst/>
          </a:prstGeom>
          <a:noFill/>
        </p:spPr>
        <p:style>
          <a:lnRef idx="2">
            <a:schemeClr val="dk1"/>
          </a:lnRef>
          <a:fillRef idx="1">
            <a:schemeClr val="lt1"/>
          </a:fillRef>
          <a:effectRef idx="0">
            <a:schemeClr val="dk1"/>
          </a:effectRef>
          <a:fontRef idx="minor">
            <a:schemeClr val="dk1"/>
          </a:fontRef>
        </p:style>
        <p:txBody>
          <a:bodyPr anchor="ctr"/>
          <a:lstStyle/>
          <a:p>
            <a:pPr algn="ctr" fontAlgn="auto">
              <a:spcBef>
                <a:spcPts val="0"/>
              </a:spcBef>
              <a:spcAft>
                <a:spcPts val="0"/>
              </a:spcAft>
              <a:defRPr/>
            </a:pPr>
            <a:endParaRPr kumimoji="0" lang="zh-TW" altLang="en-US"/>
          </a:p>
        </p:txBody>
      </p:sp>
      <p:cxnSp>
        <p:nvCxnSpPr>
          <p:cNvPr id="5" name="直線接點 4"/>
          <p:cNvCxnSpPr/>
          <p:nvPr/>
        </p:nvCxnSpPr>
        <p:spPr>
          <a:xfrm>
            <a:off x="2133600" y="3962400"/>
            <a:ext cx="1752600" cy="0"/>
          </a:xfrm>
          <a:prstGeom prst="line">
            <a:avLst/>
          </a:prstGeom>
        </p:spPr>
        <p:style>
          <a:lnRef idx="2">
            <a:schemeClr val="dk1"/>
          </a:lnRef>
          <a:fillRef idx="0">
            <a:schemeClr val="dk1"/>
          </a:fillRef>
          <a:effectRef idx="1">
            <a:schemeClr val="dk1"/>
          </a:effectRef>
          <a:fontRef idx="minor">
            <a:schemeClr val="tx1"/>
          </a:fontRef>
        </p:style>
      </p:cxnSp>
      <p:sp>
        <p:nvSpPr>
          <p:cNvPr id="6" name="手繪多邊形 5"/>
          <p:cNvSpPr/>
          <p:nvPr/>
        </p:nvSpPr>
        <p:spPr>
          <a:xfrm>
            <a:off x="2819400" y="2667000"/>
            <a:ext cx="1066800" cy="1228725"/>
          </a:xfrm>
          <a:custGeom>
            <a:avLst/>
            <a:gdLst>
              <a:gd name="connsiteX0" fmla="*/ 0 w 1888177"/>
              <a:gd name="connsiteY0" fmla="*/ 1781299 h 1781299"/>
              <a:gd name="connsiteX1" fmla="*/ 427512 w 1888177"/>
              <a:gd name="connsiteY1" fmla="*/ 629392 h 1781299"/>
              <a:gd name="connsiteX2" fmla="*/ 1888177 w 1888177"/>
              <a:gd name="connsiteY2" fmla="*/ 0 h 1781299"/>
              <a:gd name="connsiteX0" fmla="*/ 0 w 1888177"/>
              <a:gd name="connsiteY0" fmla="*/ 1781299 h 1781299"/>
              <a:gd name="connsiteX1" fmla="*/ 663506 w 1888177"/>
              <a:gd name="connsiteY1" fmla="*/ 483698 h 1781299"/>
              <a:gd name="connsiteX2" fmla="*/ 1888177 w 1888177"/>
              <a:gd name="connsiteY2" fmla="*/ 0 h 1781299"/>
              <a:gd name="connsiteX0" fmla="*/ 0 w 1887642"/>
              <a:gd name="connsiteY0" fmla="*/ 1945673 h 1945673"/>
              <a:gd name="connsiteX1" fmla="*/ 663506 w 1887642"/>
              <a:gd name="connsiteY1" fmla="*/ 648072 h 1945673"/>
              <a:gd name="connsiteX2" fmla="*/ 1887642 w 1887642"/>
              <a:gd name="connsiteY2" fmla="*/ 0 h 1945673"/>
            </a:gdLst>
            <a:ahLst/>
            <a:cxnLst>
              <a:cxn ang="0">
                <a:pos x="connsiteX0" y="connsiteY0"/>
              </a:cxn>
              <a:cxn ang="0">
                <a:pos x="connsiteX1" y="connsiteY1"/>
              </a:cxn>
              <a:cxn ang="0">
                <a:pos x="connsiteX2" y="connsiteY2"/>
              </a:cxn>
            </a:cxnLst>
            <a:rect l="l" t="t" r="r" b="b"/>
            <a:pathLst>
              <a:path w="1887642" h="1945673">
                <a:moveTo>
                  <a:pt x="0" y="1945673"/>
                </a:moveTo>
                <a:cubicBezTo>
                  <a:pt x="56408" y="1518161"/>
                  <a:pt x="348899" y="972351"/>
                  <a:pt x="663506" y="648072"/>
                </a:cubicBezTo>
                <a:cubicBezTo>
                  <a:pt x="978113" y="323793"/>
                  <a:pt x="1887642" y="0"/>
                  <a:pt x="1887642" y="0"/>
                </a:cubicBezTo>
              </a:path>
            </a:pathLst>
          </a:custGeom>
        </p:spPr>
        <p:style>
          <a:lnRef idx="2">
            <a:schemeClr val="dk1"/>
          </a:lnRef>
          <a:fillRef idx="0">
            <a:schemeClr val="dk1"/>
          </a:fillRef>
          <a:effectRef idx="1">
            <a:schemeClr val="dk1"/>
          </a:effectRef>
          <a:fontRef idx="minor">
            <a:schemeClr val="tx1"/>
          </a:fontRef>
        </p:style>
        <p:txBody>
          <a:bodyPr anchor="ctr"/>
          <a:lstStyle/>
          <a:p>
            <a:pPr algn="ctr" fontAlgn="auto">
              <a:spcBef>
                <a:spcPts val="0"/>
              </a:spcBef>
              <a:spcAft>
                <a:spcPts val="0"/>
              </a:spcAft>
              <a:defRPr/>
            </a:pPr>
            <a:endParaRPr kumimoji="0" lang="zh-TW" altLang="en-US"/>
          </a:p>
        </p:txBody>
      </p:sp>
      <p:sp>
        <p:nvSpPr>
          <p:cNvPr id="7" name="手繪多邊形 6"/>
          <p:cNvSpPr/>
          <p:nvPr/>
        </p:nvSpPr>
        <p:spPr>
          <a:xfrm>
            <a:off x="1676400" y="2971800"/>
            <a:ext cx="1066800" cy="914400"/>
          </a:xfrm>
          <a:custGeom>
            <a:avLst/>
            <a:gdLst>
              <a:gd name="connsiteX0" fmla="*/ 1710047 w 1710047"/>
              <a:gd name="connsiteY0" fmla="*/ 1175657 h 1175657"/>
              <a:gd name="connsiteX1" fmla="*/ 1140031 w 1710047"/>
              <a:gd name="connsiteY1" fmla="*/ 190005 h 1175657"/>
              <a:gd name="connsiteX2" fmla="*/ 0 w 1710047"/>
              <a:gd name="connsiteY2" fmla="*/ 35626 h 1175657"/>
              <a:gd name="connsiteX0" fmla="*/ 1710047 w 1710047"/>
              <a:gd name="connsiteY0" fmla="*/ 1157844 h 1157844"/>
              <a:gd name="connsiteX1" fmla="*/ 1005401 w 1710047"/>
              <a:gd name="connsiteY1" fmla="*/ 304167 h 1157844"/>
              <a:gd name="connsiteX2" fmla="*/ 0 w 1710047"/>
              <a:gd name="connsiteY2" fmla="*/ 17813 h 1157844"/>
            </a:gdLst>
            <a:ahLst/>
            <a:cxnLst>
              <a:cxn ang="0">
                <a:pos x="connsiteX0" y="connsiteY0"/>
              </a:cxn>
              <a:cxn ang="0">
                <a:pos x="connsiteX1" y="connsiteY1"/>
              </a:cxn>
              <a:cxn ang="0">
                <a:pos x="connsiteX2" y="connsiteY2"/>
              </a:cxn>
            </a:cxnLst>
            <a:rect l="l" t="t" r="r" b="b"/>
            <a:pathLst>
              <a:path w="1710047" h="1157844">
                <a:moveTo>
                  <a:pt x="1710047" y="1157844"/>
                </a:moveTo>
                <a:cubicBezTo>
                  <a:pt x="1567543" y="760020"/>
                  <a:pt x="1290409" y="494172"/>
                  <a:pt x="1005401" y="304167"/>
                </a:cubicBezTo>
                <a:cubicBezTo>
                  <a:pt x="720393" y="114162"/>
                  <a:pt x="427511" y="0"/>
                  <a:pt x="0" y="17813"/>
                </a:cubicBezTo>
              </a:path>
            </a:pathLst>
          </a:custGeom>
        </p:spPr>
        <p:style>
          <a:lnRef idx="2">
            <a:schemeClr val="dk1"/>
          </a:lnRef>
          <a:fillRef idx="0">
            <a:schemeClr val="dk1"/>
          </a:fillRef>
          <a:effectRef idx="1">
            <a:schemeClr val="dk1"/>
          </a:effectRef>
          <a:fontRef idx="minor">
            <a:schemeClr val="tx1"/>
          </a:fontRef>
        </p:style>
        <p:txBody>
          <a:bodyPr anchor="ctr"/>
          <a:lstStyle/>
          <a:p>
            <a:pPr algn="ctr" fontAlgn="auto">
              <a:spcBef>
                <a:spcPts val="0"/>
              </a:spcBef>
              <a:spcAft>
                <a:spcPts val="0"/>
              </a:spcAft>
              <a:defRPr/>
            </a:pPr>
            <a:endParaRPr kumimoji="0" lang="zh-TW" altLang="en-US"/>
          </a:p>
        </p:txBody>
      </p:sp>
      <p:sp>
        <p:nvSpPr>
          <p:cNvPr id="8" name="手繪多邊形 7"/>
          <p:cNvSpPr/>
          <p:nvPr/>
        </p:nvSpPr>
        <p:spPr>
          <a:xfrm>
            <a:off x="1676400" y="2971800"/>
            <a:ext cx="457200" cy="990600"/>
          </a:xfrm>
          <a:custGeom>
            <a:avLst/>
            <a:gdLst>
              <a:gd name="connsiteX0" fmla="*/ 0 w 783772"/>
              <a:gd name="connsiteY0" fmla="*/ 0 h 1116281"/>
              <a:gd name="connsiteX1" fmla="*/ 403761 w 783772"/>
              <a:gd name="connsiteY1" fmla="*/ 724395 h 1116281"/>
              <a:gd name="connsiteX2" fmla="*/ 783772 w 783772"/>
              <a:gd name="connsiteY2" fmla="*/ 1116281 h 1116281"/>
              <a:gd name="connsiteX0" fmla="*/ 0 w 573353"/>
              <a:gd name="connsiteY0" fmla="*/ 0 h 1114824"/>
              <a:gd name="connsiteX1" fmla="*/ 403761 w 573353"/>
              <a:gd name="connsiteY1" fmla="*/ 724395 h 1114824"/>
              <a:gd name="connsiteX2" fmla="*/ 573353 w 573353"/>
              <a:gd name="connsiteY2" fmla="*/ 1114824 h 1114824"/>
              <a:gd name="connsiteX0" fmla="*/ 0 w 573353"/>
              <a:gd name="connsiteY0" fmla="*/ 0 h 1114824"/>
              <a:gd name="connsiteX1" fmla="*/ 285322 w 573353"/>
              <a:gd name="connsiteY1" fmla="*/ 682776 h 1114824"/>
              <a:gd name="connsiteX2" fmla="*/ 573353 w 573353"/>
              <a:gd name="connsiteY2" fmla="*/ 1114824 h 1114824"/>
              <a:gd name="connsiteX0" fmla="*/ 0 w 645362"/>
              <a:gd name="connsiteY0" fmla="*/ 0 h 1114824"/>
              <a:gd name="connsiteX1" fmla="*/ 285322 w 645362"/>
              <a:gd name="connsiteY1" fmla="*/ 682776 h 1114824"/>
              <a:gd name="connsiteX2" fmla="*/ 645362 w 645362"/>
              <a:gd name="connsiteY2" fmla="*/ 1114824 h 1114824"/>
              <a:gd name="connsiteX0" fmla="*/ 0 w 647864"/>
              <a:gd name="connsiteY0" fmla="*/ 0 h 1123867"/>
              <a:gd name="connsiteX1" fmla="*/ 287824 w 647864"/>
              <a:gd name="connsiteY1" fmla="*/ 691819 h 1123867"/>
              <a:gd name="connsiteX2" fmla="*/ 647864 w 647864"/>
              <a:gd name="connsiteY2" fmla="*/ 1123867 h 1123867"/>
              <a:gd name="connsiteX0" fmla="*/ 0 w 647864"/>
              <a:gd name="connsiteY0" fmla="*/ 0 h 1123867"/>
              <a:gd name="connsiteX1" fmla="*/ 287824 w 647864"/>
              <a:gd name="connsiteY1" fmla="*/ 691819 h 1123867"/>
              <a:gd name="connsiteX2" fmla="*/ 647864 w 647864"/>
              <a:gd name="connsiteY2" fmla="*/ 1123867 h 1123867"/>
              <a:gd name="connsiteX0" fmla="*/ 0 w 647864"/>
              <a:gd name="connsiteY0" fmla="*/ 0 h 1195798"/>
              <a:gd name="connsiteX1" fmla="*/ 287824 w 647864"/>
              <a:gd name="connsiteY1" fmla="*/ 763750 h 1195798"/>
              <a:gd name="connsiteX2" fmla="*/ 647864 w 647864"/>
              <a:gd name="connsiteY2" fmla="*/ 1195798 h 1195798"/>
            </a:gdLst>
            <a:ahLst/>
            <a:cxnLst>
              <a:cxn ang="0">
                <a:pos x="connsiteX0" y="connsiteY0"/>
              </a:cxn>
              <a:cxn ang="0">
                <a:pos x="connsiteX1" y="connsiteY1"/>
              </a:cxn>
              <a:cxn ang="0">
                <a:pos x="connsiteX2" y="connsiteY2"/>
              </a:cxn>
            </a:cxnLst>
            <a:rect l="l" t="t" r="r" b="b"/>
            <a:pathLst>
              <a:path w="647864" h="1195798">
                <a:moveTo>
                  <a:pt x="0" y="0"/>
                </a:moveTo>
                <a:cubicBezTo>
                  <a:pt x="136566" y="269174"/>
                  <a:pt x="179847" y="564450"/>
                  <a:pt x="287824" y="763750"/>
                </a:cubicBezTo>
                <a:cubicBezTo>
                  <a:pt x="395801" y="963050"/>
                  <a:pt x="523173" y="1092878"/>
                  <a:pt x="647864" y="1195798"/>
                </a:cubicBezTo>
              </a:path>
            </a:pathLst>
          </a:custGeom>
        </p:spPr>
        <p:style>
          <a:lnRef idx="2">
            <a:schemeClr val="dk1"/>
          </a:lnRef>
          <a:fillRef idx="0">
            <a:schemeClr val="dk1"/>
          </a:fillRef>
          <a:effectRef idx="1">
            <a:schemeClr val="dk1"/>
          </a:effectRef>
          <a:fontRef idx="minor">
            <a:schemeClr val="tx1"/>
          </a:fontRef>
        </p:style>
        <p:txBody>
          <a:bodyPr anchor="ctr"/>
          <a:lstStyle/>
          <a:p>
            <a:pPr algn="ctr" fontAlgn="auto">
              <a:spcBef>
                <a:spcPts val="0"/>
              </a:spcBef>
              <a:spcAft>
                <a:spcPts val="0"/>
              </a:spcAft>
              <a:defRPr/>
            </a:pPr>
            <a:endParaRPr kumimoji="0" lang="zh-TW" altLang="en-US"/>
          </a:p>
        </p:txBody>
      </p:sp>
      <p:sp>
        <p:nvSpPr>
          <p:cNvPr id="9" name="手繪多邊形 8"/>
          <p:cNvSpPr/>
          <p:nvPr/>
        </p:nvSpPr>
        <p:spPr>
          <a:xfrm>
            <a:off x="1828800" y="3962400"/>
            <a:ext cx="304800" cy="914400"/>
          </a:xfrm>
          <a:custGeom>
            <a:avLst/>
            <a:gdLst>
              <a:gd name="connsiteX0" fmla="*/ 403761 w 403761"/>
              <a:gd name="connsiteY0" fmla="*/ 0 h 1151906"/>
              <a:gd name="connsiteX1" fmla="*/ 95003 w 403761"/>
              <a:gd name="connsiteY1" fmla="*/ 617517 h 1151906"/>
              <a:gd name="connsiteX2" fmla="*/ 0 w 403761"/>
              <a:gd name="connsiteY2" fmla="*/ 1151906 h 1151906"/>
              <a:gd name="connsiteX0" fmla="*/ 169592 w 169592"/>
              <a:gd name="connsiteY0" fmla="*/ 0 h 1153363"/>
              <a:gd name="connsiteX1" fmla="*/ 95003 w 169592"/>
              <a:gd name="connsiteY1" fmla="*/ 618974 h 1153363"/>
              <a:gd name="connsiteX2" fmla="*/ 0 w 169592"/>
              <a:gd name="connsiteY2" fmla="*/ 1153363 h 1153363"/>
              <a:gd name="connsiteX0" fmla="*/ 172281 w 172281"/>
              <a:gd name="connsiteY0" fmla="*/ 0 h 1153363"/>
              <a:gd name="connsiteX1" fmla="*/ 28265 w 172281"/>
              <a:gd name="connsiteY1" fmla="*/ 648073 h 1153363"/>
              <a:gd name="connsiteX2" fmla="*/ 2689 w 172281"/>
              <a:gd name="connsiteY2" fmla="*/ 1153363 h 1153363"/>
              <a:gd name="connsiteX0" fmla="*/ 256292 w 256292"/>
              <a:gd name="connsiteY0" fmla="*/ 0 h 1153362"/>
              <a:gd name="connsiteX1" fmla="*/ 40267 w 256292"/>
              <a:gd name="connsiteY1" fmla="*/ 648072 h 1153362"/>
              <a:gd name="connsiteX2" fmla="*/ 14691 w 256292"/>
              <a:gd name="connsiteY2" fmla="*/ 1153362 h 1153362"/>
            </a:gdLst>
            <a:ahLst/>
            <a:cxnLst>
              <a:cxn ang="0">
                <a:pos x="connsiteX0" y="connsiteY0"/>
              </a:cxn>
              <a:cxn ang="0">
                <a:pos x="connsiteX1" y="connsiteY1"/>
              </a:cxn>
              <a:cxn ang="0">
                <a:pos x="connsiteX2" y="connsiteY2"/>
              </a:cxn>
            </a:cxnLst>
            <a:rect l="l" t="t" r="r" b="b"/>
            <a:pathLst>
              <a:path w="256292" h="1153362">
                <a:moveTo>
                  <a:pt x="256292" y="0"/>
                </a:moveTo>
                <a:cubicBezTo>
                  <a:pt x="135559" y="212766"/>
                  <a:pt x="80534" y="455845"/>
                  <a:pt x="40267" y="648072"/>
                </a:cubicBezTo>
                <a:cubicBezTo>
                  <a:pt x="0" y="840299"/>
                  <a:pt x="28546" y="982159"/>
                  <a:pt x="14691" y="1153362"/>
                </a:cubicBezTo>
              </a:path>
            </a:pathLst>
          </a:custGeom>
        </p:spPr>
        <p:style>
          <a:lnRef idx="2">
            <a:schemeClr val="dk1"/>
          </a:lnRef>
          <a:fillRef idx="0">
            <a:schemeClr val="dk1"/>
          </a:fillRef>
          <a:effectRef idx="1">
            <a:schemeClr val="dk1"/>
          </a:effectRef>
          <a:fontRef idx="minor">
            <a:schemeClr val="tx1"/>
          </a:fontRef>
        </p:style>
        <p:txBody>
          <a:bodyPr anchor="ctr"/>
          <a:lstStyle/>
          <a:p>
            <a:pPr algn="ctr" fontAlgn="auto">
              <a:spcBef>
                <a:spcPts val="0"/>
              </a:spcBef>
              <a:spcAft>
                <a:spcPts val="0"/>
              </a:spcAft>
              <a:defRPr/>
            </a:pPr>
            <a:endParaRPr kumimoji="0" lang="zh-TW" altLang="en-US"/>
          </a:p>
        </p:txBody>
      </p:sp>
      <p:sp>
        <p:nvSpPr>
          <p:cNvPr id="15372" name="文字方塊 9"/>
          <p:cNvSpPr txBox="1">
            <a:spLocks noChangeArrowheads="1"/>
          </p:cNvSpPr>
          <p:nvPr/>
        </p:nvSpPr>
        <p:spPr bwMode="auto">
          <a:xfrm>
            <a:off x="2514600" y="2895600"/>
            <a:ext cx="269875" cy="336550"/>
          </a:xfrm>
          <a:prstGeom prst="rect">
            <a:avLst/>
          </a:prstGeom>
          <a:noFill/>
          <a:ln w="9525">
            <a:noFill/>
            <a:miter lim="800000"/>
            <a:headEnd/>
            <a:tailEnd/>
          </a:ln>
        </p:spPr>
        <p:txBody>
          <a:bodyPr wrap="none">
            <a:spAutoFit/>
          </a:bodyPr>
          <a:lstStyle/>
          <a:p>
            <a:r>
              <a:rPr kumimoji="0" lang="en-US" altLang="zh-TW" b="1">
                <a:latin typeface="Calibri" pitchFamily="34" charset="0"/>
              </a:rPr>
              <a:t>L</a:t>
            </a:r>
          </a:p>
        </p:txBody>
      </p:sp>
      <p:sp>
        <p:nvSpPr>
          <p:cNvPr id="15373" name="文字方塊 10"/>
          <p:cNvSpPr txBox="1">
            <a:spLocks noChangeArrowheads="1"/>
          </p:cNvSpPr>
          <p:nvPr/>
        </p:nvSpPr>
        <p:spPr bwMode="auto">
          <a:xfrm>
            <a:off x="1828800" y="3352800"/>
            <a:ext cx="612775" cy="274638"/>
          </a:xfrm>
          <a:prstGeom prst="rect">
            <a:avLst/>
          </a:prstGeom>
          <a:noFill/>
          <a:ln w="9525">
            <a:noFill/>
            <a:miter lim="800000"/>
            <a:headEnd/>
            <a:tailEnd/>
          </a:ln>
        </p:spPr>
        <p:txBody>
          <a:bodyPr wrap="none">
            <a:spAutoFit/>
          </a:bodyPr>
          <a:lstStyle/>
          <a:p>
            <a:r>
              <a:rPr kumimoji="0" lang="en-US" altLang="zh-TW" sz="1200" b="1">
                <a:latin typeface="Calibri" pitchFamily="34" charset="0"/>
              </a:rPr>
              <a:t>L+S.S</a:t>
            </a:r>
          </a:p>
        </p:txBody>
      </p:sp>
      <p:sp>
        <p:nvSpPr>
          <p:cNvPr id="15374" name="文字方塊 11"/>
          <p:cNvSpPr txBox="1">
            <a:spLocks noChangeArrowheads="1"/>
          </p:cNvSpPr>
          <p:nvPr/>
        </p:nvSpPr>
        <p:spPr bwMode="auto">
          <a:xfrm>
            <a:off x="3124200" y="3200400"/>
            <a:ext cx="541338" cy="274638"/>
          </a:xfrm>
          <a:prstGeom prst="rect">
            <a:avLst/>
          </a:prstGeom>
          <a:noFill/>
          <a:ln w="9525">
            <a:noFill/>
            <a:miter lim="800000"/>
            <a:headEnd/>
            <a:tailEnd/>
          </a:ln>
        </p:spPr>
        <p:txBody>
          <a:bodyPr wrap="none">
            <a:spAutoFit/>
          </a:bodyPr>
          <a:lstStyle/>
          <a:p>
            <a:r>
              <a:rPr kumimoji="0" lang="en-US" altLang="zh-TW" sz="1200" b="1">
                <a:latin typeface="Calibri" pitchFamily="34" charset="0"/>
              </a:rPr>
              <a:t>L+S</a:t>
            </a:r>
            <a:r>
              <a:rPr kumimoji="0" lang="en-US" altLang="zh-TW" sz="1200" b="1" baseline="-25000">
                <a:latin typeface="Calibri" pitchFamily="34" charset="0"/>
              </a:rPr>
              <a:t>B</a:t>
            </a:r>
            <a:endParaRPr kumimoji="0" lang="en-US" altLang="zh-TW" sz="1200" b="1">
              <a:latin typeface="Calibri" pitchFamily="34" charset="0"/>
            </a:endParaRPr>
          </a:p>
        </p:txBody>
      </p:sp>
      <p:sp>
        <p:nvSpPr>
          <p:cNvPr id="15375" name="文字方塊 12"/>
          <p:cNvSpPr txBox="1">
            <a:spLocks noChangeArrowheads="1"/>
          </p:cNvSpPr>
          <p:nvPr/>
        </p:nvSpPr>
        <p:spPr bwMode="auto">
          <a:xfrm>
            <a:off x="1676400" y="3810000"/>
            <a:ext cx="430213" cy="274638"/>
          </a:xfrm>
          <a:prstGeom prst="rect">
            <a:avLst/>
          </a:prstGeom>
          <a:noFill/>
          <a:ln w="9525">
            <a:noFill/>
            <a:miter lim="800000"/>
            <a:headEnd/>
            <a:tailEnd/>
          </a:ln>
        </p:spPr>
        <p:txBody>
          <a:bodyPr wrap="none">
            <a:spAutoFit/>
          </a:bodyPr>
          <a:lstStyle/>
          <a:p>
            <a:r>
              <a:rPr kumimoji="0" lang="en-US" altLang="zh-TW" sz="1200" b="1">
                <a:latin typeface="Calibri" pitchFamily="34" charset="0"/>
              </a:rPr>
              <a:t>S.S</a:t>
            </a:r>
            <a:endParaRPr kumimoji="0" lang="en-US" altLang="zh-TW" sz="1200" b="1" baseline="-25000">
              <a:latin typeface="Calibri" pitchFamily="34" charset="0"/>
            </a:endParaRPr>
          </a:p>
        </p:txBody>
      </p:sp>
      <p:sp>
        <p:nvSpPr>
          <p:cNvPr id="15376" name="文字方塊 13"/>
          <p:cNvSpPr txBox="1">
            <a:spLocks noChangeArrowheads="1"/>
          </p:cNvSpPr>
          <p:nvPr/>
        </p:nvSpPr>
        <p:spPr bwMode="auto">
          <a:xfrm>
            <a:off x="2362200" y="4343400"/>
            <a:ext cx="693738" cy="274638"/>
          </a:xfrm>
          <a:prstGeom prst="rect">
            <a:avLst/>
          </a:prstGeom>
          <a:noFill/>
          <a:ln w="9525">
            <a:noFill/>
            <a:miter lim="800000"/>
            <a:headEnd/>
            <a:tailEnd/>
          </a:ln>
        </p:spPr>
        <p:txBody>
          <a:bodyPr wrap="none">
            <a:spAutoFit/>
          </a:bodyPr>
          <a:lstStyle/>
          <a:p>
            <a:r>
              <a:rPr kumimoji="0" lang="en-US" altLang="zh-TW" sz="1200" b="1">
                <a:latin typeface="Calibri" pitchFamily="34" charset="0"/>
              </a:rPr>
              <a:t>S.S+S</a:t>
            </a:r>
            <a:r>
              <a:rPr kumimoji="0" lang="en-US" altLang="zh-TW" sz="1200" b="1" baseline="-25000">
                <a:latin typeface="Calibri" pitchFamily="34" charset="0"/>
              </a:rPr>
              <a:t>B</a:t>
            </a:r>
          </a:p>
        </p:txBody>
      </p:sp>
      <p:sp>
        <p:nvSpPr>
          <p:cNvPr id="15377" name="文字方塊 14"/>
          <p:cNvSpPr txBox="1">
            <a:spLocks noChangeArrowheads="1"/>
          </p:cNvSpPr>
          <p:nvPr/>
        </p:nvSpPr>
        <p:spPr bwMode="auto">
          <a:xfrm>
            <a:off x="2590800" y="3962400"/>
            <a:ext cx="228600" cy="336550"/>
          </a:xfrm>
          <a:prstGeom prst="rect">
            <a:avLst/>
          </a:prstGeom>
          <a:noFill/>
          <a:ln w="9525">
            <a:noFill/>
            <a:miter lim="800000"/>
            <a:headEnd/>
            <a:tailEnd/>
          </a:ln>
        </p:spPr>
        <p:txBody>
          <a:bodyPr>
            <a:spAutoFit/>
          </a:bodyPr>
          <a:lstStyle/>
          <a:p>
            <a:r>
              <a:rPr kumimoji="0" lang="en-US" altLang="zh-TW" b="1">
                <a:latin typeface="Calibri" pitchFamily="34" charset="0"/>
              </a:rPr>
              <a:t>E</a:t>
            </a:r>
          </a:p>
        </p:txBody>
      </p:sp>
      <p:sp>
        <p:nvSpPr>
          <p:cNvPr id="16" name="橢圓 15"/>
          <p:cNvSpPr/>
          <p:nvPr/>
        </p:nvSpPr>
        <p:spPr>
          <a:xfrm>
            <a:off x="2743200" y="3886200"/>
            <a:ext cx="76200" cy="133350"/>
          </a:xfrm>
          <a:prstGeom prst="ellipse">
            <a:avLst/>
          </a:prstGeom>
        </p:spPr>
        <p:style>
          <a:lnRef idx="2">
            <a:schemeClr val="dk1">
              <a:shade val="50000"/>
            </a:schemeClr>
          </a:lnRef>
          <a:fillRef idx="1">
            <a:schemeClr val="dk1"/>
          </a:fillRef>
          <a:effectRef idx="0">
            <a:schemeClr val="dk1"/>
          </a:effectRef>
          <a:fontRef idx="minor">
            <a:schemeClr val="lt1"/>
          </a:fontRef>
        </p:style>
        <p:txBody>
          <a:bodyPr anchor="ctr"/>
          <a:lstStyle/>
          <a:p>
            <a:pPr algn="ctr" fontAlgn="auto">
              <a:spcBef>
                <a:spcPts val="0"/>
              </a:spcBef>
              <a:spcAft>
                <a:spcPts val="0"/>
              </a:spcAft>
              <a:defRPr/>
            </a:pPr>
            <a:endParaRPr kumimoji="0" lang="zh-TW" altLang="en-US"/>
          </a:p>
        </p:txBody>
      </p:sp>
      <p:sp>
        <p:nvSpPr>
          <p:cNvPr id="15379" name="文字方塊 16"/>
          <p:cNvSpPr txBox="1">
            <a:spLocks noChangeArrowheads="1"/>
          </p:cNvSpPr>
          <p:nvPr/>
        </p:nvSpPr>
        <p:spPr bwMode="auto">
          <a:xfrm>
            <a:off x="6019800" y="4800600"/>
            <a:ext cx="685800" cy="366713"/>
          </a:xfrm>
          <a:prstGeom prst="rect">
            <a:avLst/>
          </a:prstGeom>
          <a:noFill/>
          <a:ln w="9525">
            <a:noFill/>
            <a:miter lim="800000"/>
            <a:headEnd/>
            <a:tailEnd/>
          </a:ln>
        </p:spPr>
        <p:txBody>
          <a:bodyPr>
            <a:spAutoFit/>
          </a:bodyPr>
          <a:lstStyle/>
          <a:p>
            <a:pPr>
              <a:spcBef>
                <a:spcPct val="50000"/>
              </a:spcBef>
            </a:pPr>
            <a:r>
              <a:rPr kumimoji="0" lang="en-US" altLang="zh-TW">
                <a:latin typeface="Calibri" pitchFamily="34" charset="0"/>
              </a:rPr>
              <a:t>x</a:t>
            </a:r>
            <a:r>
              <a:rPr kumimoji="0" lang="en-US" altLang="zh-TW" baseline="-25000">
                <a:latin typeface="Calibri" pitchFamily="34" charset="0"/>
              </a:rPr>
              <a:t>B</a:t>
            </a:r>
          </a:p>
        </p:txBody>
      </p:sp>
      <p:sp>
        <p:nvSpPr>
          <p:cNvPr id="18" name="橢圓 17"/>
          <p:cNvSpPr/>
          <p:nvPr/>
        </p:nvSpPr>
        <p:spPr>
          <a:xfrm>
            <a:off x="3581400" y="2743200"/>
            <a:ext cx="82550" cy="85725"/>
          </a:xfrm>
          <a:prstGeom prst="ellipse">
            <a:avLst/>
          </a:prstGeom>
        </p:spPr>
        <p:style>
          <a:lnRef idx="2">
            <a:schemeClr val="dk1">
              <a:shade val="50000"/>
            </a:schemeClr>
          </a:lnRef>
          <a:fillRef idx="1">
            <a:schemeClr val="dk1"/>
          </a:fillRef>
          <a:effectRef idx="0">
            <a:schemeClr val="dk1"/>
          </a:effectRef>
          <a:fontRef idx="minor">
            <a:schemeClr val="lt1"/>
          </a:fontRef>
        </p:style>
        <p:txBody>
          <a:bodyPr anchor="ctr"/>
          <a:lstStyle/>
          <a:p>
            <a:pPr algn="ctr" fontAlgn="auto">
              <a:spcBef>
                <a:spcPts val="0"/>
              </a:spcBef>
              <a:spcAft>
                <a:spcPts val="0"/>
              </a:spcAft>
              <a:defRPr/>
            </a:pPr>
            <a:endParaRPr kumimoji="0" lang="zh-TW" altLang="en-US"/>
          </a:p>
        </p:txBody>
      </p:sp>
      <p:sp>
        <p:nvSpPr>
          <p:cNvPr id="15381" name="文字方塊 18"/>
          <p:cNvSpPr txBox="1">
            <a:spLocks noChangeArrowheads="1"/>
          </p:cNvSpPr>
          <p:nvPr/>
        </p:nvSpPr>
        <p:spPr bwMode="auto">
          <a:xfrm>
            <a:off x="3276600" y="2514600"/>
            <a:ext cx="352425" cy="336550"/>
          </a:xfrm>
          <a:prstGeom prst="rect">
            <a:avLst/>
          </a:prstGeom>
          <a:noFill/>
          <a:ln w="9525">
            <a:noFill/>
            <a:miter lim="800000"/>
            <a:headEnd/>
            <a:tailEnd/>
          </a:ln>
        </p:spPr>
        <p:txBody>
          <a:bodyPr wrap="none">
            <a:spAutoFit/>
          </a:bodyPr>
          <a:lstStyle/>
          <a:p>
            <a:r>
              <a:rPr kumimoji="0" lang="en-US" altLang="zh-TW" b="1">
                <a:latin typeface="Calibri" pitchFamily="34" charset="0"/>
              </a:rPr>
              <a:t>T</a:t>
            </a:r>
            <a:r>
              <a:rPr kumimoji="0" lang="en-US" altLang="zh-TW" b="1" baseline="-25000">
                <a:latin typeface="Calibri" pitchFamily="34" charset="0"/>
              </a:rPr>
              <a:t>a</a:t>
            </a:r>
          </a:p>
        </p:txBody>
      </p:sp>
      <p:cxnSp>
        <p:nvCxnSpPr>
          <p:cNvPr id="20" name="直線接點 19"/>
          <p:cNvCxnSpPr/>
          <p:nvPr/>
        </p:nvCxnSpPr>
        <p:spPr>
          <a:xfrm>
            <a:off x="1676400" y="3581400"/>
            <a:ext cx="2209800" cy="0"/>
          </a:xfrm>
          <a:prstGeom prst="line">
            <a:avLst/>
          </a:prstGeom>
          <a:ln>
            <a:prstDash val="dash"/>
          </a:ln>
        </p:spPr>
        <p:style>
          <a:lnRef idx="2">
            <a:schemeClr val="accent1"/>
          </a:lnRef>
          <a:fillRef idx="0">
            <a:schemeClr val="accent1"/>
          </a:fillRef>
          <a:effectRef idx="1">
            <a:schemeClr val="accent1"/>
          </a:effectRef>
          <a:fontRef idx="minor">
            <a:schemeClr val="tx1"/>
          </a:fontRef>
        </p:style>
      </p:cxnSp>
      <p:sp>
        <p:nvSpPr>
          <p:cNvPr id="15383" name="文字方塊 20"/>
          <p:cNvSpPr txBox="1">
            <a:spLocks noChangeArrowheads="1"/>
          </p:cNvSpPr>
          <p:nvPr/>
        </p:nvSpPr>
        <p:spPr bwMode="auto">
          <a:xfrm>
            <a:off x="1295400" y="3352800"/>
            <a:ext cx="358775" cy="336550"/>
          </a:xfrm>
          <a:prstGeom prst="rect">
            <a:avLst/>
          </a:prstGeom>
          <a:noFill/>
          <a:ln w="9525">
            <a:noFill/>
            <a:miter lim="800000"/>
            <a:headEnd/>
            <a:tailEnd/>
          </a:ln>
        </p:spPr>
        <p:txBody>
          <a:bodyPr wrap="none">
            <a:spAutoFit/>
          </a:bodyPr>
          <a:lstStyle/>
          <a:p>
            <a:r>
              <a:rPr kumimoji="0" lang="en-US" altLang="zh-TW" b="1">
                <a:latin typeface="Calibri" pitchFamily="34" charset="0"/>
              </a:rPr>
              <a:t>T</a:t>
            </a:r>
            <a:r>
              <a:rPr kumimoji="0" lang="en-US" altLang="zh-TW" b="1" baseline="-25000">
                <a:latin typeface="Calibri" pitchFamily="34" charset="0"/>
              </a:rPr>
              <a:t>b</a:t>
            </a:r>
          </a:p>
        </p:txBody>
      </p:sp>
      <p:sp>
        <p:nvSpPr>
          <p:cNvPr id="15384" name="文字方塊 21"/>
          <p:cNvSpPr txBox="1">
            <a:spLocks noChangeArrowheads="1"/>
          </p:cNvSpPr>
          <p:nvPr/>
        </p:nvSpPr>
        <p:spPr bwMode="auto">
          <a:xfrm>
            <a:off x="1752600" y="2590800"/>
            <a:ext cx="1519238" cy="274638"/>
          </a:xfrm>
          <a:prstGeom prst="rect">
            <a:avLst/>
          </a:prstGeom>
          <a:noFill/>
          <a:ln w="9525">
            <a:noFill/>
            <a:miter lim="800000"/>
            <a:headEnd/>
            <a:tailEnd/>
          </a:ln>
        </p:spPr>
        <p:txBody>
          <a:bodyPr wrap="none">
            <a:spAutoFit/>
          </a:bodyPr>
          <a:lstStyle/>
          <a:p>
            <a:r>
              <a:rPr kumimoji="0" lang="en-US" altLang="zh-TW" sz="1200" b="1">
                <a:latin typeface="Calibri" pitchFamily="34" charset="0"/>
              </a:rPr>
              <a:t>S.S: solid solution</a:t>
            </a:r>
            <a:endParaRPr kumimoji="0" lang="en-US" altLang="zh-TW" sz="1200" b="1" baseline="-25000">
              <a:latin typeface="Calibri" pitchFamily="34" charset="0"/>
            </a:endParaRPr>
          </a:p>
        </p:txBody>
      </p:sp>
      <p:sp>
        <p:nvSpPr>
          <p:cNvPr id="23" name="矩形 22"/>
          <p:cNvSpPr/>
          <p:nvPr/>
        </p:nvSpPr>
        <p:spPr>
          <a:xfrm>
            <a:off x="5181600" y="2514600"/>
            <a:ext cx="1981200" cy="2362200"/>
          </a:xfrm>
          <a:prstGeom prst="rect">
            <a:avLst/>
          </a:prstGeom>
          <a:noFill/>
        </p:spPr>
        <p:style>
          <a:lnRef idx="2">
            <a:schemeClr val="dk1"/>
          </a:lnRef>
          <a:fillRef idx="1">
            <a:schemeClr val="lt1"/>
          </a:fillRef>
          <a:effectRef idx="0">
            <a:schemeClr val="dk1"/>
          </a:effectRef>
          <a:fontRef idx="minor">
            <a:schemeClr val="dk1"/>
          </a:fontRef>
        </p:style>
        <p:txBody>
          <a:bodyPr anchor="ctr"/>
          <a:lstStyle/>
          <a:p>
            <a:pPr algn="ctr" fontAlgn="auto">
              <a:spcBef>
                <a:spcPts val="0"/>
              </a:spcBef>
              <a:spcAft>
                <a:spcPts val="0"/>
              </a:spcAft>
              <a:defRPr/>
            </a:pPr>
            <a:endParaRPr kumimoji="0" lang="zh-TW" altLang="en-US"/>
          </a:p>
        </p:txBody>
      </p:sp>
      <p:cxnSp>
        <p:nvCxnSpPr>
          <p:cNvPr id="24" name="直線接點 23"/>
          <p:cNvCxnSpPr>
            <a:stCxn id="29" idx="2"/>
          </p:cNvCxnSpPr>
          <p:nvPr/>
        </p:nvCxnSpPr>
        <p:spPr>
          <a:xfrm flipV="1">
            <a:off x="5715000" y="3886200"/>
            <a:ext cx="914400" cy="0"/>
          </a:xfrm>
          <a:prstGeom prst="line">
            <a:avLst/>
          </a:prstGeom>
        </p:spPr>
        <p:style>
          <a:lnRef idx="2">
            <a:schemeClr val="dk1"/>
          </a:lnRef>
          <a:fillRef idx="0">
            <a:schemeClr val="dk1"/>
          </a:fillRef>
          <a:effectRef idx="1">
            <a:schemeClr val="dk1"/>
          </a:effectRef>
          <a:fontRef idx="minor">
            <a:schemeClr val="tx1"/>
          </a:fontRef>
        </p:style>
      </p:cxnSp>
      <p:sp>
        <p:nvSpPr>
          <p:cNvPr id="25" name="手繪多邊形 24"/>
          <p:cNvSpPr/>
          <p:nvPr/>
        </p:nvSpPr>
        <p:spPr>
          <a:xfrm>
            <a:off x="6248400" y="2743200"/>
            <a:ext cx="914400" cy="1143000"/>
          </a:xfrm>
          <a:custGeom>
            <a:avLst/>
            <a:gdLst>
              <a:gd name="connsiteX0" fmla="*/ 0 w 1888177"/>
              <a:gd name="connsiteY0" fmla="*/ 1781299 h 1781299"/>
              <a:gd name="connsiteX1" fmla="*/ 427512 w 1888177"/>
              <a:gd name="connsiteY1" fmla="*/ 629392 h 1781299"/>
              <a:gd name="connsiteX2" fmla="*/ 1888177 w 1888177"/>
              <a:gd name="connsiteY2" fmla="*/ 0 h 1781299"/>
              <a:gd name="connsiteX0" fmla="*/ 0 w 1888177"/>
              <a:gd name="connsiteY0" fmla="*/ 1781299 h 1781299"/>
              <a:gd name="connsiteX1" fmla="*/ 663506 w 1888177"/>
              <a:gd name="connsiteY1" fmla="*/ 483698 h 1781299"/>
              <a:gd name="connsiteX2" fmla="*/ 1888177 w 1888177"/>
              <a:gd name="connsiteY2" fmla="*/ 0 h 1781299"/>
            </a:gdLst>
            <a:ahLst/>
            <a:cxnLst>
              <a:cxn ang="0">
                <a:pos x="connsiteX0" y="connsiteY0"/>
              </a:cxn>
              <a:cxn ang="0">
                <a:pos x="connsiteX1" y="connsiteY1"/>
              </a:cxn>
              <a:cxn ang="0">
                <a:pos x="connsiteX2" y="connsiteY2"/>
              </a:cxn>
            </a:cxnLst>
            <a:rect l="l" t="t" r="r" b="b"/>
            <a:pathLst>
              <a:path w="1888177" h="1781299">
                <a:moveTo>
                  <a:pt x="0" y="1781299"/>
                </a:moveTo>
                <a:cubicBezTo>
                  <a:pt x="56408" y="1353787"/>
                  <a:pt x="348810" y="780581"/>
                  <a:pt x="663506" y="483698"/>
                </a:cubicBezTo>
                <a:cubicBezTo>
                  <a:pt x="978202" y="186815"/>
                  <a:pt x="1888177" y="0"/>
                  <a:pt x="1888177" y="0"/>
                </a:cubicBezTo>
              </a:path>
            </a:pathLst>
          </a:custGeom>
        </p:spPr>
        <p:style>
          <a:lnRef idx="2">
            <a:schemeClr val="dk1"/>
          </a:lnRef>
          <a:fillRef idx="0">
            <a:schemeClr val="dk1"/>
          </a:fillRef>
          <a:effectRef idx="1">
            <a:schemeClr val="dk1"/>
          </a:effectRef>
          <a:fontRef idx="minor">
            <a:schemeClr val="tx1"/>
          </a:fontRef>
        </p:style>
        <p:txBody>
          <a:bodyPr anchor="ctr"/>
          <a:lstStyle/>
          <a:p>
            <a:pPr algn="ctr" fontAlgn="auto">
              <a:spcBef>
                <a:spcPts val="0"/>
              </a:spcBef>
              <a:spcAft>
                <a:spcPts val="0"/>
              </a:spcAft>
              <a:defRPr/>
            </a:pPr>
            <a:endParaRPr kumimoji="0" lang="zh-TW" altLang="en-US"/>
          </a:p>
        </p:txBody>
      </p:sp>
      <p:sp>
        <p:nvSpPr>
          <p:cNvPr id="26" name="手繪多邊形 25"/>
          <p:cNvSpPr/>
          <p:nvPr/>
        </p:nvSpPr>
        <p:spPr>
          <a:xfrm>
            <a:off x="6629400" y="2743200"/>
            <a:ext cx="533400" cy="1143000"/>
          </a:xfrm>
          <a:custGeom>
            <a:avLst/>
            <a:gdLst>
              <a:gd name="connsiteX0" fmla="*/ 0 w 688769"/>
              <a:gd name="connsiteY0" fmla="*/ 1757548 h 1757548"/>
              <a:gd name="connsiteX1" fmla="*/ 439387 w 688769"/>
              <a:gd name="connsiteY1" fmla="*/ 1223159 h 1757548"/>
              <a:gd name="connsiteX2" fmla="*/ 688769 w 688769"/>
              <a:gd name="connsiteY2" fmla="*/ 0 h 1757548"/>
              <a:gd name="connsiteX0" fmla="*/ 0 w 688769"/>
              <a:gd name="connsiteY0" fmla="*/ 1757548 h 1757548"/>
              <a:gd name="connsiteX1" fmla="*/ 328194 w 688769"/>
              <a:gd name="connsiteY1" fmla="*/ 1191903 h 1757548"/>
              <a:gd name="connsiteX2" fmla="*/ 688769 w 688769"/>
              <a:gd name="connsiteY2" fmla="*/ 0 h 1757548"/>
            </a:gdLst>
            <a:ahLst/>
            <a:cxnLst>
              <a:cxn ang="0">
                <a:pos x="connsiteX0" y="connsiteY0"/>
              </a:cxn>
              <a:cxn ang="0">
                <a:pos x="connsiteX1" y="connsiteY1"/>
              </a:cxn>
              <a:cxn ang="0">
                <a:pos x="connsiteX2" y="connsiteY2"/>
              </a:cxn>
            </a:cxnLst>
            <a:rect l="l" t="t" r="r" b="b"/>
            <a:pathLst>
              <a:path w="688769" h="1757548">
                <a:moveTo>
                  <a:pt x="0" y="1757548"/>
                </a:moveTo>
                <a:cubicBezTo>
                  <a:pt x="162296" y="1636816"/>
                  <a:pt x="213399" y="1484828"/>
                  <a:pt x="328194" y="1191903"/>
                </a:cubicBezTo>
                <a:cubicBezTo>
                  <a:pt x="442989" y="898978"/>
                  <a:pt x="621475" y="465117"/>
                  <a:pt x="688769" y="0"/>
                </a:cubicBezTo>
              </a:path>
            </a:pathLst>
          </a:custGeom>
        </p:spPr>
        <p:style>
          <a:lnRef idx="2">
            <a:schemeClr val="dk1"/>
          </a:lnRef>
          <a:fillRef idx="0">
            <a:schemeClr val="dk1"/>
          </a:fillRef>
          <a:effectRef idx="1">
            <a:schemeClr val="dk1"/>
          </a:effectRef>
          <a:fontRef idx="minor">
            <a:schemeClr val="tx1"/>
          </a:fontRef>
        </p:style>
        <p:txBody>
          <a:bodyPr anchor="ctr"/>
          <a:lstStyle/>
          <a:p>
            <a:pPr algn="ctr" fontAlgn="auto">
              <a:spcBef>
                <a:spcPts val="0"/>
              </a:spcBef>
              <a:spcAft>
                <a:spcPts val="0"/>
              </a:spcAft>
              <a:defRPr/>
            </a:pPr>
            <a:endParaRPr kumimoji="0" lang="zh-TW" altLang="en-US"/>
          </a:p>
        </p:txBody>
      </p:sp>
      <p:sp>
        <p:nvSpPr>
          <p:cNvPr id="27" name="手繪多邊形 26"/>
          <p:cNvSpPr/>
          <p:nvPr/>
        </p:nvSpPr>
        <p:spPr>
          <a:xfrm>
            <a:off x="6629400" y="3886200"/>
            <a:ext cx="304800" cy="990600"/>
          </a:xfrm>
          <a:custGeom>
            <a:avLst/>
            <a:gdLst>
              <a:gd name="connsiteX0" fmla="*/ 0 w 368136"/>
              <a:gd name="connsiteY0" fmla="*/ 0 h 1151906"/>
              <a:gd name="connsiteX1" fmla="*/ 308759 w 368136"/>
              <a:gd name="connsiteY1" fmla="*/ 570015 h 1151906"/>
              <a:gd name="connsiteX2" fmla="*/ 356260 w 368136"/>
              <a:gd name="connsiteY2" fmla="*/ 1151906 h 1151906"/>
            </a:gdLst>
            <a:ahLst/>
            <a:cxnLst>
              <a:cxn ang="0">
                <a:pos x="connsiteX0" y="connsiteY0"/>
              </a:cxn>
              <a:cxn ang="0">
                <a:pos x="connsiteX1" y="connsiteY1"/>
              </a:cxn>
              <a:cxn ang="0">
                <a:pos x="connsiteX2" y="connsiteY2"/>
              </a:cxn>
            </a:cxnLst>
            <a:rect l="l" t="t" r="r" b="b"/>
            <a:pathLst>
              <a:path w="368136" h="1151906">
                <a:moveTo>
                  <a:pt x="0" y="0"/>
                </a:moveTo>
                <a:cubicBezTo>
                  <a:pt x="124691" y="189015"/>
                  <a:pt x="249382" y="378031"/>
                  <a:pt x="308759" y="570015"/>
                </a:cubicBezTo>
                <a:cubicBezTo>
                  <a:pt x="368136" y="761999"/>
                  <a:pt x="362198" y="956952"/>
                  <a:pt x="356260" y="1151906"/>
                </a:cubicBezTo>
              </a:path>
            </a:pathLst>
          </a:custGeom>
        </p:spPr>
        <p:style>
          <a:lnRef idx="2">
            <a:schemeClr val="dk1"/>
          </a:lnRef>
          <a:fillRef idx="0">
            <a:schemeClr val="dk1"/>
          </a:fillRef>
          <a:effectRef idx="1">
            <a:schemeClr val="dk1"/>
          </a:effectRef>
          <a:fontRef idx="minor">
            <a:schemeClr val="tx1"/>
          </a:fontRef>
        </p:style>
        <p:txBody>
          <a:bodyPr anchor="ctr"/>
          <a:lstStyle/>
          <a:p>
            <a:pPr algn="ctr" fontAlgn="auto">
              <a:spcBef>
                <a:spcPts val="0"/>
              </a:spcBef>
              <a:spcAft>
                <a:spcPts val="0"/>
              </a:spcAft>
              <a:defRPr/>
            </a:pPr>
            <a:endParaRPr kumimoji="0" lang="zh-TW" altLang="en-US"/>
          </a:p>
        </p:txBody>
      </p:sp>
      <p:sp>
        <p:nvSpPr>
          <p:cNvPr id="28" name="手繪多邊形 27"/>
          <p:cNvSpPr/>
          <p:nvPr/>
        </p:nvSpPr>
        <p:spPr>
          <a:xfrm>
            <a:off x="5181600" y="2895600"/>
            <a:ext cx="1066800" cy="990600"/>
          </a:xfrm>
          <a:custGeom>
            <a:avLst/>
            <a:gdLst>
              <a:gd name="connsiteX0" fmla="*/ 1710047 w 1710047"/>
              <a:gd name="connsiteY0" fmla="*/ 1175657 h 1175657"/>
              <a:gd name="connsiteX1" fmla="*/ 1140031 w 1710047"/>
              <a:gd name="connsiteY1" fmla="*/ 190005 h 1175657"/>
              <a:gd name="connsiteX2" fmla="*/ 0 w 1710047"/>
              <a:gd name="connsiteY2" fmla="*/ 35626 h 1175657"/>
              <a:gd name="connsiteX0" fmla="*/ 1710047 w 1710047"/>
              <a:gd name="connsiteY0" fmla="*/ 1157844 h 1157844"/>
              <a:gd name="connsiteX1" fmla="*/ 1005401 w 1710047"/>
              <a:gd name="connsiteY1" fmla="*/ 304167 h 1157844"/>
              <a:gd name="connsiteX2" fmla="*/ 0 w 1710047"/>
              <a:gd name="connsiteY2" fmla="*/ 17813 h 1157844"/>
            </a:gdLst>
            <a:ahLst/>
            <a:cxnLst>
              <a:cxn ang="0">
                <a:pos x="connsiteX0" y="connsiteY0"/>
              </a:cxn>
              <a:cxn ang="0">
                <a:pos x="connsiteX1" y="connsiteY1"/>
              </a:cxn>
              <a:cxn ang="0">
                <a:pos x="connsiteX2" y="connsiteY2"/>
              </a:cxn>
            </a:cxnLst>
            <a:rect l="l" t="t" r="r" b="b"/>
            <a:pathLst>
              <a:path w="1710047" h="1157844">
                <a:moveTo>
                  <a:pt x="1710047" y="1157844"/>
                </a:moveTo>
                <a:cubicBezTo>
                  <a:pt x="1567543" y="760020"/>
                  <a:pt x="1290409" y="494172"/>
                  <a:pt x="1005401" y="304167"/>
                </a:cubicBezTo>
                <a:cubicBezTo>
                  <a:pt x="720393" y="114162"/>
                  <a:pt x="427511" y="0"/>
                  <a:pt x="0" y="17813"/>
                </a:cubicBezTo>
              </a:path>
            </a:pathLst>
          </a:custGeom>
        </p:spPr>
        <p:style>
          <a:lnRef idx="2">
            <a:schemeClr val="dk1"/>
          </a:lnRef>
          <a:fillRef idx="0">
            <a:schemeClr val="dk1"/>
          </a:fillRef>
          <a:effectRef idx="1">
            <a:schemeClr val="dk1"/>
          </a:effectRef>
          <a:fontRef idx="minor">
            <a:schemeClr val="tx1"/>
          </a:fontRef>
        </p:style>
        <p:txBody>
          <a:bodyPr anchor="ctr"/>
          <a:lstStyle/>
          <a:p>
            <a:pPr algn="ctr" fontAlgn="auto">
              <a:spcBef>
                <a:spcPts val="0"/>
              </a:spcBef>
              <a:spcAft>
                <a:spcPts val="0"/>
              </a:spcAft>
              <a:defRPr/>
            </a:pPr>
            <a:endParaRPr kumimoji="0" lang="zh-TW" altLang="en-US"/>
          </a:p>
        </p:txBody>
      </p:sp>
      <p:sp>
        <p:nvSpPr>
          <p:cNvPr id="29" name="手繪多邊形 28"/>
          <p:cNvSpPr/>
          <p:nvPr/>
        </p:nvSpPr>
        <p:spPr>
          <a:xfrm>
            <a:off x="5181600" y="2971800"/>
            <a:ext cx="533400" cy="914400"/>
          </a:xfrm>
          <a:custGeom>
            <a:avLst/>
            <a:gdLst>
              <a:gd name="connsiteX0" fmla="*/ 0 w 783772"/>
              <a:gd name="connsiteY0" fmla="*/ 0 h 1116281"/>
              <a:gd name="connsiteX1" fmla="*/ 403761 w 783772"/>
              <a:gd name="connsiteY1" fmla="*/ 724395 h 1116281"/>
              <a:gd name="connsiteX2" fmla="*/ 783772 w 783772"/>
              <a:gd name="connsiteY2" fmla="*/ 1116281 h 1116281"/>
              <a:gd name="connsiteX0" fmla="*/ 0 w 786276"/>
              <a:gd name="connsiteY0" fmla="*/ 0 h 1152976"/>
              <a:gd name="connsiteX1" fmla="*/ 406265 w 786276"/>
              <a:gd name="connsiteY1" fmla="*/ 761090 h 1152976"/>
              <a:gd name="connsiteX2" fmla="*/ 786276 w 786276"/>
              <a:gd name="connsiteY2" fmla="*/ 1152976 h 1152976"/>
            </a:gdLst>
            <a:ahLst/>
            <a:cxnLst>
              <a:cxn ang="0">
                <a:pos x="connsiteX0" y="connsiteY0"/>
              </a:cxn>
              <a:cxn ang="0">
                <a:pos x="connsiteX1" y="connsiteY1"/>
              </a:cxn>
              <a:cxn ang="0">
                <a:pos x="connsiteX2" y="connsiteY2"/>
              </a:cxn>
            </a:cxnLst>
            <a:rect l="l" t="t" r="r" b="b"/>
            <a:pathLst>
              <a:path w="786276" h="1152976">
                <a:moveTo>
                  <a:pt x="0" y="0"/>
                </a:moveTo>
                <a:cubicBezTo>
                  <a:pt x="136566" y="269174"/>
                  <a:pt x="275219" y="568927"/>
                  <a:pt x="406265" y="761090"/>
                </a:cubicBezTo>
                <a:cubicBezTo>
                  <a:pt x="537311" y="953253"/>
                  <a:pt x="661585" y="1050056"/>
                  <a:pt x="786276" y="1152976"/>
                </a:cubicBezTo>
              </a:path>
            </a:pathLst>
          </a:custGeom>
        </p:spPr>
        <p:style>
          <a:lnRef idx="2">
            <a:schemeClr val="dk1"/>
          </a:lnRef>
          <a:fillRef idx="0">
            <a:schemeClr val="dk1"/>
          </a:fillRef>
          <a:effectRef idx="1">
            <a:schemeClr val="dk1"/>
          </a:effectRef>
          <a:fontRef idx="minor">
            <a:schemeClr val="tx1"/>
          </a:fontRef>
        </p:style>
        <p:txBody>
          <a:bodyPr anchor="ctr"/>
          <a:lstStyle/>
          <a:p>
            <a:pPr algn="ctr" fontAlgn="auto">
              <a:spcBef>
                <a:spcPts val="0"/>
              </a:spcBef>
              <a:spcAft>
                <a:spcPts val="0"/>
              </a:spcAft>
              <a:defRPr/>
            </a:pPr>
            <a:endParaRPr kumimoji="0" lang="zh-TW" altLang="en-US"/>
          </a:p>
        </p:txBody>
      </p:sp>
      <p:sp>
        <p:nvSpPr>
          <p:cNvPr id="30" name="手繪多邊形 29"/>
          <p:cNvSpPr/>
          <p:nvPr/>
        </p:nvSpPr>
        <p:spPr>
          <a:xfrm>
            <a:off x="5410200" y="3886200"/>
            <a:ext cx="304800" cy="990600"/>
          </a:xfrm>
          <a:custGeom>
            <a:avLst/>
            <a:gdLst>
              <a:gd name="connsiteX0" fmla="*/ 403761 w 403761"/>
              <a:gd name="connsiteY0" fmla="*/ 0 h 1151906"/>
              <a:gd name="connsiteX1" fmla="*/ 95003 w 403761"/>
              <a:gd name="connsiteY1" fmla="*/ 617517 h 1151906"/>
              <a:gd name="connsiteX2" fmla="*/ 0 w 403761"/>
              <a:gd name="connsiteY2" fmla="*/ 1151906 h 1151906"/>
            </a:gdLst>
            <a:ahLst/>
            <a:cxnLst>
              <a:cxn ang="0">
                <a:pos x="connsiteX0" y="connsiteY0"/>
              </a:cxn>
              <a:cxn ang="0">
                <a:pos x="connsiteX1" y="connsiteY1"/>
              </a:cxn>
              <a:cxn ang="0">
                <a:pos x="connsiteX2" y="connsiteY2"/>
              </a:cxn>
            </a:cxnLst>
            <a:rect l="l" t="t" r="r" b="b"/>
            <a:pathLst>
              <a:path w="403761" h="1151906">
                <a:moveTo>
                  <a:pt x="403761" y="0"/>
                </a:moveTo>
                <a:cubicBezTo>
                  <a:pt x="283028" y="212766"/>
                  <a:pt x="162296" y="425533"/>
                  <a:pt x="95003" y="617517"/>
                </a:cubicBezTo>
                <a:cubicBezTo>
                  <a:pt x="27710" y="809501"/>
                  <a:pt x="13855" y="980703"/>
                  <a:pt x="0" y="1151906"/>
                </a:cubicBezTo>
              </a:path>
            </a:pathLst>
          </a:custGeom>
        </p:spPr>
        <p:style>
          <a:lnRef idx="2">
            <a:schemeClr val="dk1"/>
          </a:lnRef>
          <a:fillRef idx="0">
            <a:schemeClr val="dk1"/>
          </a:fillRef>
          <a:effectRef idx="1">
            <a:schemeClr val="dk1"/>
          </a:effectRef>
          <a:fontRef idx="minor">
            <a:schemeClr val="tx1"/>
          </a:fontRef>
        </p:style>
        <p:txBody>
          <a:bodyPr anchor="ctr"/>
          <a:lstStyle/>
          <a:p>
            <a:pPr algn="ctr" fontAlgn="auto">
              <a:spcBef>
                <a:spcPts val="0"/>
              </a:spcBef>
              <a:spcAft>
                <a:spcPts val="0"/>
              </a:spcAft>
              <a:defRPr/>
            </a:pPr>
            <a:endParaRPr kumimoji="0" lang="zh-TW" altLang="en-US"/>
          </a:p>
        </p:txBody>
      </p:sp>
      <p:sp>
        <p:nvSpPr>
          <p:cNvPr id="15393" name="文字方塊 30"/>
          <p:cNvSpPr txBox="1">
            <a:spLocks noChangeArrowheads="1"/>
          </p:cNvSpPr>
          <p:nvPr/>
        </p:nvSpPr>
        <p:spPr bwMode="auto">
          <a:xfrm>
            <a:off x="6019800" y="2895600"/>
            <a:ext cx="269875" cy="336550"/>
          </a:xfrm>
          <a:prstGeom prst="rect">
            <a:avLst/>
          </a:prstGeom>
          <a:noFill/>
          <a:ln w="9525">
            <a:noFill/>
            <a:miter lim="800000"/>
            <a:headEnd/>
            <a:tailEnd/>
          </a:ln>
        </p:spPr>
        <p:txBody>
          <a:bodyPr wrap="none">
            <a:spAutoFit/>
          </a:bodyPr>
          <a:lstStyle/>
          <a:p>
            <a:r>
              <a:rPr kumimoji="0" lang="en-US" altLang="zh-TW" b="1">
                <a:latin typeface="Calibri" pitchFamily="34" charset="0"/>
              </a:rPr>
              <a:t>L</a:t>
            </a:r>
          </a:p>
        </p:txBody>
      </p:sp>
      <p:sp>
        <p:nvSpPr>
          <p:cNvPr id="15394" name="文字方塊 31"/>
          <p:cNvSpPr txBox="1">
            <a:spLocks noChangeArrowheads="1"/>
          </p:cNvSpPr>
          <p:nvPr/>
        </p:nvSpPr>
        <p:spPr bwMode="auto">
          <a:xfrm>
            <a:off x="6324600" y="3200400"/>
            <a:ext cx="674688" cy="274638"/>
          </a:xfrm>
          <a:prstGeom prst="rect">
            <a:avLst/>
          </a:prstGeom>
          <a:noFill/>
          <a:ln w="9525">
            <a:noFill/>
            <a:miter lim="800000"/>
            <a:headEnd/>
            <a:tailEnd/>
          </a:ln>
        </p:spPr>
        <p:txBody>
          <a:bodyPr wrap="none">
            <a:spAutoFit/>
          </a:bodyPr>
          <a:lstStyle/>
          <a:p>
            <a:r>
              <a:rPr kumimoji="0" lang="en-US" altLang="zh-TW" sz="1200" b="1">
                <a:latin typeface="Calibri" pitchFamily="34" charset="0"/>
              </a:rPr>
              <a:t>L+S.S</a:t>
            </a:r>
            <a:r>
              <a:rPr kumimoji="0" lang="en-US" altLang="zh-TW" sz="1200" b="1" baseline="-25000">
                <a:latin typeface="Calibri" pitchFamily="34" charset="0"/>
              </a:rPr>
              <a:t>b</a:t>
            </a:r>
          </a:p>
        </p:txBody>
      </p:sp>
      <p:sp>
        <p:nvSpPr>
          <p:cNvPr id="15395" name="文字方塊 32"/>
          <p:cNvSpPr txBox="1">
            <a:spLocks noChangeArrowheads="1"/>
          </p:cNvSpPr>
          <p:nvPr/>
        </p:nvSpPr>
        <p:spPr bwMode="auto">
          <a:xfrm>
            <a:off x="5410200" y="3276600"/>
            <a:ext cx="690563" cy="274638"/>
          </a:xfrm>
          <a:prstGeom prst="rect">
            <a:avLst/>
          </a:prstGeom>
          <a:noFill/>
          <a:ln w="9525">
            <a:noFill/>
            <a:miter lim="800000"/>
            <a:headEnd/>
            <a:tailEnd/>
          </a:ln>
        </p:spPr>
        <p:txBody>
          <a:bodyPr wrap="none">
            <a:spAutoFit/>
          </a:bodyPr>
          <a:lstStyle/>
          <a:p>
            <a:r>
              <a:rPr kumimoji="0" lang="en-US" altLang="zh-TW" sz="1200" b="1">
                <a:latin typeface="Calibri" pitchFamily="34" charset="0"/>
              </a:rPr>
              <a:t>L+S.S</a:t>
            </a:r>
            <a:r>
              <a:rPr kumimoji="0" lang="en-US" altLang="zh-TW" b="1" baseline="-25000">
                <a:latin typeface="Calibri" pitchFamily="34" charset="0"/>
              </a:rPr>
              <a:t>a</a:t>
            </a:r>
          </a:p>
        </p:txBody>
      </p:sp>
      <p:sp>
        <p:nvSpPr>
          <p:cNvPr id="15396" name="文字方塊 33"/>
          <p:cNvSpPr txBox="1">
            <a:spLocks noChangeArrowheads="1"/>
          </p:cNvSpPr>
          <p:nvPr/>
        </p:nvSpPr>
        <p:spPr bwMode="auto">
          <a:xfrm>
            <a:off x="5181600" y="3733800"/>
            <a:ext cx="487363" cy="274638"/>
          </a:xfrm>
          <a:prstGeom prst="rect">
            <a:avLst/>
          </a:prstGeom>
          <a:noFill/>
          <a:ln w="9525">
            <a:noFill/>
            <a:miter lim="800000"/>
            <a:headEnd/>
            <a:tailEnd/>
          </a:ln>
        </p:spPr>
        <p:txBody>
          <a:bodyPr wrap="none">
            <a:spAutoFit/>
          </a:bodyPr>
          <a:lstStyle/>
          <a:p>
            <a:r>
              <a:rPr kumimoji="0" lang="en-US" altLang="zh-TW" sz="1200" b="1">
                <a:latin typeface="Calibri" pitchFamily="34" charset="0"/>
              </a:rPr>
              <a:t>S.S</a:t>
            </a:r>
            <a:r>
              <a:rPr kumimoji="0" lang="en-US" altLang="zh-TW" sz="1200" b="1" baseline="-25000">
                <a:latin typeface="Calibri" pitchFamily="34" charset="0"/>
              </a:rPr>
              <a:t>a</a:t>
            </a:r>
          </a:p>
        </p:txBody>
      </p:sp>
      <p:sp>
        <p:nvSpPr>
          <p:cNvPr id="15397" name="文字方塊 34"/>
          <p:cNvSpPr txBox="1">
            <a:spLocks noChangeArrowheads="1"/>
          </p:cNvSpPr>
          <p:nvPr/>
        </p:nvSpPr>
        <p:spPr bwMode="auto">
          <a:xfrm>
            <a:off x="5791200" y="4191000"/>
            <a:ext cx="884238" cy="519113"/>
          </a:xfrm>
          <a:prstGeom prst="rect">
            <a:avLst/>
          </a:prstGeom>
          <a:noFill/>
          <a:ln w="9525">
            <a:noFill/>
            <a:miter lim="800000"/>
            <a:headEnd/>
            <a:tailEnd/>
          </a:ln>
        </p:spPr>
        <p:txBody>
          <a:bodyPr wrap="none">
            <a:spAutoFit/>
          </a:bodyPr>
          <a:lstStyle/>
          <a:p>
            <a:r>
              <a:rPr kumimoji="0" lang="en-US" altLang="zh-TW" sz="1200" b="1">
                <a:latin typeface="Calibri" pitchFamily="34" charset="0"/>
              </a:rPr>
              <a:t>S.S</a:t>
            </a:r>
            <a:r>
              <a:rPr kumimoji="0" lang="en-US" altLang="zh-TW" sz="1200" b="1" baseline="-25000">
                <a:latin typeface="Calibri" pitchFamily="34" charset="0"/>
              </a:rPr>
              <a:t>a</a:t>
            </a:r>
            <a:r>
              <a:rPr kumimoji="0" lang="en-US" altLang="zh-TW" sz="1200" b="1">
                <a:latin typeface="Calibri" pitchFamily="34" charset="0"/>
              </a:rPr>
              <a:t>+S.S</a:t>
            </a:r>
            <a:r>
              <a:rPr kumimoji="0" lang="en-US" altLang="zh-TW" sz="1200" b="1" baseline="-25000">
                <a:latin typeface="Calibri" pitchFamily="34" charset="0"/>
              </a:rPr>
              <a:t>b</a:t>
            </a:r>
          </a:p>
          <a:p>
            <a:endParaRPr kumimoji="0" lang="en-US" altLang="zh-TW" sz="2400" baseline="-25000">
              <a:latin typeface="Calibri" pitchFamily="34" charset="0"/>
            </a:endParaRPr>
          </a:p>
        </p:txBody>
      </p:sp>
      <p:sp>
        <p:nvSpPr>
          <p:cNvPr id="15398" name="文字方塊 35"/>
          <p:cNvSpPr txBox="1">
            <a:spLocks noChangeArrowheads="1"/>
          </p:cNvSpPr>
          <p:nvPr/>
        </p:nvSpPr>
        <p:spPr bwMode="auto">
          <a:xfrm>
            <a:off x="6705600" y="3733800"/>
            <a:ext cx="492125" cy="274638"/>
          </a:xfrm>
          <a:prstGeom prst="rect">
            <a:avLst/>
          </a:prstGeom>
          <a:noFill/>
          <a:ln w="9525">
            <a:noFill/>
            <a:miter lim="800000"/>
            <a:headEnd/>
            <a:tailEnd/>
          </a:ln>
        </p:spPr>
        <p:txBody>
          <a:bodyPr wrap="none">
            <a:spAutoFit/>
          </a:bodyPr>
          <a:lstStyle/>
          <a:p>
            <a:r>
              <a:rPr kumimoji="0" lang="en-US" altLang="zh-TW" sz="1200" b="1">
                <a:latin typeface="Calibri" pitchFamily="34" charset="0"/>
              </a:rPr>
              <a:t>S.S</a:t>
            </a:r>
            <a:r>
              <a:rPr kumimoji="0" lang="en-US" altLang="zh-TW" sz="1200" b="1" baseline="-25000">
                <a:latin typeface="Calibri" pitchFamily="34" charset="0"/>
              </a:rPr>
              <a:t>b</a:t>
            </a:r>
          </a:p>
        </p:txBody>
      </p:sp>
      <p:sp>
        <p:nvSpPr>
          <p:cNvPr id="15399" name="文字方塊 36"/>
          <p:cNvSpPr txBox="1">
            <a:spLocks noChangeArrowheads="1"/>
          </p:cNvSpPr>
          <p:nvPr/>
        </p:nvSpPr>
        <p:spPr bwMode="auto">
          <a:xfrm>
            <a:off x="4800600" y="3505200"/>
            <a:ext cx="333375" cy="457200"/>
          </a:xfrm>
          <a:prstGeom prst="rect">
            <a:avLst/>
          </a:prstGeom>
          <a:noFill/>
          <a:ln w="9525">
            <a:noFill/>
            <a:miter lim="800000"/>
            <a:headEnd/>
            <a:tailEnd/>
          </a:ln>
        </p:spPr>
        <p:txBody>
          <a:bodyPr wrap="none">
            <a:spAutoFit/>
          </a:bodyPr>
          <a:lstStyle/>
          <a:p>
            <a:r>
              <a:rPr kumimoji="0" lang="en-US" altLang="zh-TW" sz="2400">
                <a:latin typeface="Calibri" pitchFamily="34" charset="0"/>
              </a:rPr>
              <a:t>T</a:t>
            </a:r>
          </a:p>
        </p:txBody>
      </p:sp>
      <p:sp>
        <p:nvSpPr>
          <p:cNvPr id="15400" name="文字方塊 37"/>
          <p:cNvSpPr txBox="1">
            <a:spLocks noChangeArrowheads="1"/>
          </p:cNvSpPr>
          <p:nvPr/>
        </p:nvSpPr>
        <p:spPr bwMode="auto">
          <a:xfrm>
            <a:off x="3657600" y="1905000"/>
            <a:ext cx="1708150" cy="457200"/>
          </a:xfrm>
          <a:prstGeom prst="rect">
            <a:avLst/>
          </a:prstGeom>
          <a:noFill/>
          <a:ln w="9525">
            <a:noFill/>
            <a:miter lim="800000"/>
            <a:headEnd/>
            <a:tailEnd/>
          </a:ln>
        </p:spPr>
        <p:txBody>
          <a:bodyPr wrap="none">
            <a:spAutoFit/>
          </a:bodyPr>
          <a:lstStyle/>
          <a:p>
            <a:r>
              <a:rPr kumimoji="0" lang="en-US" altLang="zh-TW" sz="2400">
                <a:latin typeface="Calibri" pitchFamily="34" charset="0"/>
              </a:rPr>
              <a:t>P = constant</a:t>
            </a:r>
            <a:endParaRPr kumimoji="0" lang="en-US" altLang="zh-TW" sz="2400" baseline="-25000">
              <a:latin typeface="Calibri" pitchFamily="34" charset="0"/>
            </a:endParaRPr>
          </a:p>
        </p:txBody>
      </p:sp>
      <p:sp>
        <p:nvSpPr>
          <p:cNvPr id="37" name="橢圓 36"/>
          <p:cNvSpPr/>
          <p:nvPr/>
        </p:nvSpPr>
        <p:spPr>
          <a:xfrm>
            <a:off x="6172200" y="3810000"/>
            <a:ext cx="82550" cy="85725"/>
          </a:xfrm>
          <a:prstGeom prst="ellipse">
            <a:avLst/>
          </a:prstGeom>
        </p:spPr>
        <p:style>
          <a:lnRef idx="2">
            <a:schemeClr val="dk1">
              <a:shade val="50000"/>
            </a:schemeClr>
          </a:lnRef>
          <a:fillRef idx="1">
            <a:schemeClr val="dk1"/>
          </a:fillRef>
          <a:effectRef idx="0">
            <a:schemeClr val="dk1"/>
          </a:effectRef>
          <a:fontRef idx="minor">
            <a:schemeClr val="lt1"/>
          </a:fontRef>
        </p:style>
        <p:txBody>
          <a:bodyPr anchor="ctr"/>
          <a:lstStyle/>
          <a:p>
            <a:pPr algn="ctr" fontAlgn="auto">
              <a:spcBef>
                <a:spcPts val="0"/>
              </a:spcBef>
              <a:spcAft>
                <a:spcPts val="0"/>
              </a:spcAft>
              <a:defRPr/>
            </a:pPr>
            <a:endParaRPr kumimoji="0" lang="zh-TW" altLang="en-US"/>
          </a:p>
        </p:txBody>
      </p:sp>
      <p:sp>
        <p:nvSpPr>
          <p:cNvPr id="15402" name="Text Box 45"/>
          <p:cNvSpPr txBox="1">
            <a:spLocks noChangeArrowheads="1"/>
          </p:cNvSpPr>
          <p:nvPr/>
        </p:nvSpPr>
        <p:spPr bwMode="auto">
          <a:xfrm>
            <a:off x="2590800" y="4800600"/>
            <a:ext cx="685800" cy="366713"/>
          </a:xfrm>
          <a:prstGeom prst="rect">
            <a:avLst/>
          </a:prstGeom>
          <a:noFill/>
          <a:ln w="9525">
            <a:noFill/>
            <a:miter lim="800000"/>
            <a:headEnd/>
            <a:tailEnd/>
          </a:ln>
        </p:spPr>
        <p:txBody>
          <a:bodyPr>
            <a:spAutoFit/>
          </a:bodyPr>
          <a:lstStyle/>
          <a:p>
            <a:pPr>
              <a:spcBef>
                <a:spcPct val="50000"/>
              </a:spcBef>
            </a:pPr>
            <a:r>
              <a:rPr kumimoji="0" lang="en-US" altLang="zh-TW">
                <a:latin typeface="Calibri" pitchFamily="34" charset="0"/>
              </a:rPr>
              <a:t>x</a:t>
            </a:r>
            <a:r>
              <a:rPr kumimoji="0" lang="en-US" altLang="zh-TW" baseline="-25000">
                <a:latin typeface="Calibri" pitchFamily="34" charset="0"/>
              </a:rPr>
              <a:t>B</a:t>
            </a:r>
          </a:p>
        </p:txBody>
      </p:sp>
      <p:sp>
        <p:nvSpPr>
          <p:cNvPr id="15403" name="Text Box 46"/>
          <p:cNvSpPr txBox="1">
            <a:spLocks noChangeArrowheads="1"/>
          </p:cNvSpPr>
          <p:nvPr/>
        </p:nvSpPr>
        <p:spPr bwMode="auto">
          <a:xfrm>
            <a:off x="5181600" y="2590800"/>
            <a:ext cx="2438400" cy="274638"/>
          </a:xfrm>
          <a:prstGeom prst="rect">
            <a:avLst/>
          </a:prstGeom>
          <a:noFill/>
          <a:ln w="9525">
            <a:noFill/>
            <a:miter lim="800000"/>
            <a:headEnd/>
            <a:tailEnd/>
          </a:ln>
        </p:spPr>
        <p:txBody>
          <a:bodyPr>
            <a:spAutoFit/>
          </a:bodyPr>
          <a:lstStyle/>
          <a:p>
            <a:pPr>
              <a:spcBef>
                <a:spcPct val="50000"/>
              </a:spcBef>
            </a:pPr>
            <a:r>
              <a:rPr kumimoji="0" lang="en-US" altLang="zh-TW" sz="1200" b="1">
                <a:latin typeface="Calibri" pitchFamily="34" charset="0"/>
              </a:rPr>
              <a:t>S.S: solid solution</a:t>
            </a:r>
          </a:p>
        </p:txBody>
      </p:sp>
      <p:graphicFrame>
        <p:nvGraphicFramePr>
          <p:cNvPr id="15363" name="Object 52"/>
          <p:cNvGraphicFramePr>
            <a:graphicFrameLocks noChangeAspect="1"/>
          </p:cNvGraphicFramePr>
          <p:nvPr>
            <p:ph sz="half" idx="2"/>
          </p:nvPr>
        </p:nvGraphicFramePr>
        <p:xfrm>
          <a:off x="2667000" y="5410200"/>
          <a:ext cx="685800" cy="307975"/>
        </p:xfrm>
        <a:graphic>
          <a:graphicData uri="http://schemas.openxmlformats.org/presentationml/2006/ole">
            <p:oleObj spid="_x0000_s15363" name="方程式" r:id="rId4" imgW="533160" imgH="241200" progId="Equation.3">
              <p:embed/>
            </p:oleObj>
          </a:graphicData>
        </a:graphic>
      </p:graphicFrame>
      <p:sp>
        <p:nvSpPr>
          <p:cNvPr id="15404" name="Text Box 54"/>
          <p:cNvSpPr txBox="1">
            <a:spLocks noChangeArrowheads="1"/>
          </p:cNvSpPr>
          <p:nvPr/>
        </p:nvSpPr>
        <p:spPr bwMode="auto">
          <a:xfrm>
            <a:off x="2057400" y="5410200"/>
            <a:ext cx="552450" cy="304800"/>
          </a:xfrm>
          <a:prstGeom prst="rect">
            <a:avLst/>
          </a:prstGeom>
          <a:noFill/>
          <a:ln w="9525">
            <a:noFill/>
            <a:miter lim="800000"/>
            <a:headEnd/>
            <a:tailEnd/>
          </a:ln>
        </p:spPr>
        <p:txBody>
          <a:bodyPr>
            <a:spAutoFit/>
          </a:bodyPr>
          <a:lstStyle/>
          <a:p>
            <a:r>
              <a:rPr kumimoji="0" lang="en-US" altLang="zh-TW" sz="1400">
                <a:latin typeface="Calibri" pitchFamily="34" charset="0"/>
              </a:rPr>
              <a:t>at </a:t>
            </a:r>
            <a:r>
              <a:rPr kumimoji="0" lang="en-US" altLang="zh-TW" sz="1400" i="1">
                <a:latin typeface="Calibri" pitchFamily="34" charset="0"/>
              </a:rPr>
              <a:t>T</a:t>
            </a:r>
            <a:r>
              <a:rPr kumimoji="0" lang="en-US" altLang="zh-TW" sz="1400" i="1" baseline="-25000">
                <a:latin typeface="Calibri" pitchFamily="34" charset="0"/>
              </a:rPr>
              <a:t>a</a:t>
            </a:r>
          </a:p>
        </p:txBody>
      </p:sp>
      <p:sp>
        <p:nvSpPr>
          <p:cNvPr id="15405" name="Text Box 55"/>
          <p:cNvSpPr txBox="1">
            <a:spLocks noChangeArrowheads="1"/>
          </p:cNvSpPr>
          <p:nvPr/>
        </p:nvSpPr>
        <p:spPr bwMode="auto">
          <a:xfrm>
            <a:off x="1371600" y="5715000"/>
            <a:ext cx="3367088" cy="304800"/>
          </a:xfrm>
          <a:prstGeom prst="rect">
            <a:avLst/>
          </a:prstGeom>
          <a:noFill/>
          <a:ln w="9525">
            <a:noFill/>
            <a:miter lim="800000"/>
            <a:headEnd/>
            <a:tailEnd/>
          </a:ln>
        </p:spPr>
        <p:txBody>
          <a:bodyPr wrap="none">
            <a:spAutoFit/>
          </a:bodyPr>
          <a:lstStyle/>
          <a:p>
            <a:r>
              <a:rPr kumimoji="0" lang="en-US" altLang="zh-TW" sz="1400">
                <a:latin typeface="Calibri" pitchFamily="34" charset="0"/>
              </a:rPr>
              <a:t>(No equilibrium equation for  component A)</a:t>
            </a:r>
          </a:p>
        </p:txBody>
      </p:sp>
      <p:sp>
        <p:nvSpPr>
          <p:cNvPr id="15406" name="Line 57"/>
          <p:cNvSpPr>
            <a:spLocks noChangeShapeType="1"/>
          </p:cNvSpPr>
          <p:nvPr/>
        </p:nvSpPr>
        <p:spPr bwMode="auto">
          <a:xfrm flipH="1">
            <a:off x="3124200" y="2895600"/>
            <a:ext cx="228600" cy="228600"/>
          </a:xfrm>
          <a:prstGeom prst="line">
            <a:avLst/>
          </a:prstGeom>
          <a:noFill/>
          <a:ln w="41275">
            <a:solidFill>
              <a:schemeClr val="tx1"/>
            </a:solidFill>
            <a:round/>
            <a:headEnd/>
            <a:tailEnd type="triangle" w="med" len="med"/>
          </a:ln>
        </p:spPr>
        <p:txBody>
          <a:bodyPr/>
          <a:lstStyle/>
          <a:p>
            <a:endParaRPr lang="zh-TW" altLang="en-US"/>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8" name="投影片編號版面配置區 6"/>
          <p:cNvSpPr>
            <a:spLocks noGrp="1"/>
          </p:cNvSpPr>
          <p:nvPr>
            <p:ph type="sldNum" sz="quarter" idx="12"/>
          </p:nvPr>
        </p:nvSpPr>
        <p:spPr/>
        <p:txBody>
          <a:bodyPr/>
          <a:lstStyle/>
          <a:p>
            <a:pPr>
              <a:defRPr/>
            </a:pPr>
            <a:fld id="{10909A93-85AC-4007-A19D-3947AF74A2ED}" type="slidenum">
              <a:rPr lang="en-US" altLang="zh-TW"/>
              <a:pPr>
                <a:defRPr/>
              </a:pPr>
              <a:t>20</a:t>
            </a:fld>
            <a:endParaRPr lang="en-US" altLang="zh-TW"/>
          </a:p>
        </p:txBody>
      </p:sp>
      <p:sp>
        <p:nvSpPr>
          <p:cNvPr id="16389" name="Rectangle 2"/>
          <p:cNvSpPr>
            <a:spLocks noGrp="1" noChangeArrowheads="1"/>
          </p:cNvSpPr>
          <p:nvPr>
            <p:ph type="title"/>
          </p:nvPr>
        </p:nvSpPr>
        <p:spPr>
          <a:xfrm>
            <a:off x="457200" y="685800"/>
            <a:ext cx="8229600" cy="731838"/>
          </a:xfrm>
        </p:spPr>
        <p:txBody>
          <a:bodyPr/>
          <a:lstStyle/>
          <a:p>
            <a:r>
              <a:rPr lang="en-US" altLang="zh-TW" sz="3200" b="1" smtClean="0"/>
              <a:t>Solid – Liquid Equilibrium</a:t>
            </a:r>
          </a:p>
        </p:txBody>
      </p:sp>
      <p:graphicFrame>
        <p:nvGraphicFramePr>
          <p:cNvPr id="16386" name="Object 7"/>
          <p:cNvGraphicFramePr>
            <a:graphicFrameLocks noChangeAspect="1"/>
          </p:cNvGraphicFramePr>
          <p:nvPr>
            <p:ph sz="half" idx="1"/>
          </p:nvPr>
        </p:nvGraphicFramePr>
        <p:xfrm>
          <a:off x="1676400" y="2667000"/>
          <a:ext cx="6515100" cy="762000"/>
        </p:xfrm>
        <a:graphic>
          <a:graphicData uri="http://schemas.openxmlformats.org/presentationml/2006/ole">
            <p:oleObj spid="_x0000_s16386" name="Equation" r:id="rId3" imgW="3797300" imgH="444500" progId="">
              <p:embed/>
            </p:oleObj>
          </a:graphicData>
        </a:graphic>
      </p:graphicFrame>
      <p:sp>
        <p:nvSpPr>
          <p:cNvPr id="16390" name="Text Box 4"/>
          <p:cNvSpPr txBox="1">
            <a:spLocks noChangeArrowheads="1"/>
          </p:cNvSpPr>
          <p:nvPr/>
        </p:nvSpPr>
        <p:spPr bwMode="auto">
          <a:xfrm>
            <a:off x="2193925" y="1106488"/>
            <a:ext cx="184150" cy="366712"/>
          </a:xfrm>
          <a:prstGeom prst="rect">
            <a:avLst/>
          </a:prstGeom>
          <a:noFill/>
          <a:ln w="9525">
            <a:noFill/>
            <a:miter lim="800000"/>
            <a:headEnd/>
            <a:tailEnd/>
          </a:ln>
        </p:spPr>
        <p:txBody>
          <a:bodyPr wrap="none">
            <a:spAutoFit/>
          </a:bodyPr>
          <a:lstStyle/>
          <a:p>
            <a:endParaRPr kumimoji="0" lang="zh-TW" altLang="zh-TW">
              <a:latin typeface="Calibri" pitchFamily="34" charset="0"/>
            </a:endParaRPr>
          </a:p>
        </p:txBody>
      </p:sp>
      <p:sp>
        <p:nvSpPr>
          <p:cNvPr id="16391" name="Text Box 5"/>
          <p:cNvSpPr txBox="1">
            <a:spLocks noChangeArrowheads="1"/>
          </p:cNvSpPr>
          <p:nvPr/>
        </p:nvSpPr>
        <p:spPr bwMode="auto">
          <a:xfrm>
            <a:off x="0" y="1752600"/>
            <a:ext cx="8815388" cy="427038"/>
          </a:xfrm>
          <a:prstGeom prst="rect">
            <a:avLst/>
          </a:prstGeom>
          <a:noFill/>
          <a:ln w="9525">
            <a:noFill/>
            <a:miter lim="800000"/>
            <a:headEnd/>
            <a:tailEnd/>
          </a:ln>
        </p:spPr>
        <p:txBody>
          <a:bodyPr wrap="none">
            <a:spAutoFit/>
          </a:bodyPr>
          <a:lstStyle/>
          <a:p>
            <a:r>
              <a:rPr kumimoji="0" lang="en-US" altLang="zh-TW">
                <a:latin typeface="Calibri" pitchFamily="34" charset="0"/>
              </a:rPr>
              <a:t> </a:t>
            </a:r>
            <a:r>
              <a:rPr lang="en-US" altLang="zh-TW" sz="2200" b="1">
                <a:latin typeface="Times New Roman" pitchFamily="18" charset="0"/>
              </a:rPr>
              <a:t>For a component at equilibrium in liquid phase and solid solution phase</a:t>
            </a:r>
          </a:p>
        </p:txBody>
      </p:sp>
      <p:sp>
        <p:nvSpPr>
          <p:cNvPr id="16392" name="Text Box 9"/>
          <p:cNvSpPr txBox="1">
            <a:spLocks noChangeArrowheads="1"/>
          </p:cNvSpPr>
          <p:nvPr/>
        </p:nvSpPr>
        <p:spPr bwMode="auto">
          <a:xfrm>
            <a:off x="228600" y="3810000"/>
            <a:ext cx="8610600" cy="427038"/>
          </a:xfrm>
          <a:prstGeom prst="rect">
            <a:avLst/>
          </a:prstGeom>
          <a:noFill/>
          <a:ln w="9525">
            <a:noFill/>
            <a:miter lim="800000"/>
            <a:headEnd/>
            <a:tailEnd/>
          </a:ln>
        </p:spPr>
        <p:txBody>
          <a:bodyPr>
            <a:spAutoFit/>
          </a:bodyPr>
          <a:lstStyle/>
          <a:p>
            <a:pPr>
              <a:spcBef>
                <a:spcPct val="50000"/>
              </a:spcBef>
            </a:pPr>
            <a:r>
              <a:rPr kumimoji="0" lang="en-US" altLang="zh-TW">
                <a:latin typeface="Calibri" pitchFamily="34" charset="0"/>
              </a:rPr>
              <a:t> </a:t>
            </a:r>
            <a:r>
              <a:rPr lang="en-US" altLang="zh-TW" sz="2200" b="1">
                <a:latin typeface="Times New Roman" pitchFamily="18" charset="0"/>
              </a:rPr>
              <a:t>For a component at equilibrium in liquid phase and pure solid phase</a:t>
            </a:r>
          </a:p>
        </p:txBody>
      </p:sp>
      <p:graphicFrame>
        <p:nvGraphicFramePr>
          <p:cNvPr id="16387" name="Object 10"/>
          <p:cNvGraphicFramePr>
            <a:graphicFrameLocks noChangeAspect="1"/>
          </p:cNvGraphicFramePr>
          <p:nvPr>
            <p:ph sz="half" idx="2"/>
          </p:nvPr>
        </p:nvGraphicFramePr>
        <p:xfrm>
          <a:off x="1828800" y="4648200"/>
          <a:ext cx="6173788" cy="762000"/>
        </p:xfrm>
        <a:graphic>
          <a:graphicData uri="http://schemas.openxmlformats.org/presentationml/2006/ole">
            <p:oleObj spid="_x0000_s16387" name="Equation" r:id="rId4" imgW="3594100" imgH="444500" progId="">
              <p:embed/>
            </p:oleObj>
          </a:graphicData>
        </a:graphic>
      </p:graphicFrame>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投影片編號版面配置區 6"/>
          <p:cNvSpPr>
            <a:spLocks noGrp="1"/>
          </p:cNvSpPr>
          <p:nvPr>
            <p:ph type="sldNum" sz="quarter" idx="12"/>
          </p:nvPr>
        </p:nvSpPr>
        <p:spPr/>
        <p:txBody>
          <a:bodyPr/>
          <a:lstStyle/>
          <a:p>
            <a:pPr>
              <a:defRPr/>
            </a:pPr>
            <a:fld id="{1DA21344-86FF-4871-A92C-81C0FDA33425}" type="slidenum">
              <a:rPr lang="en-US" altLang="zh-TW" smtClean="0"/>
              <a:pPr>
                <a:defRPr/>
              </a:pPr>
              <a:t>21</a:t>
            </a:fld>
            <a:endParaRPr lang="en-US" altLang="zh-TW" smtClean="0"/>
          </a:p>
        </p:txBody>
      </p:sp>
      <p:sp>
        <p:nvSpPr>
          <p:cNvPr id="17412" name="Rectangle 6"/>
          <p:cNvSpPr>
            <a:spLocks noChangeArrowheads="1"/>
          </p:cNvSpPr>
          <p:nvPr/>
        </p:nvSpPr>
        <p:spPr bwMode="auto">
          <a:xfrm>
            <a:off x="0" y="3200400"/>
            <a:ext cx="9144000" cy="0"/>
          </a:xfrm>
          <a:prstGeom prst="rect">
            <a:avLst/>
          </a:prstGeom>
          <a:noFill/>
          <a:ln w="9525">
            <a:noFill/>
            <a:miter lim="800000"/>
            <a:headEnd/>
            <a:tailEnd/>
          </a:ln>
        </p:spPr>
        <p:txBody>
          <a:bodyPr wrap="none" anchor="ctr">
            <a:spAutoFit/>
          </a:bodyPr>
          <a:lstStyle/>
          <a:p>
            <a:endParaRPr kumimoji="0" lang="zh-TW" altLang="en-US">
              <a:latin typeface="Calibri" pitchFamily="34" charset="0"/>
            </a:endParaRPr>
          </a:p>
        </p:txBody>
      </p:sp>
      <p:sp>
        <p:nvSpPr>
          <p:cNvPr id="17413" name="Text Box 7"/>
          <p:cNvSpPr txBox="1">
            <a:spLocks noChangeArrowheads="1"/>
          </p:cNvSpPr>
          <p:nvPr/>
        </p:nvSpPr>
        <p:spPr bwMode="auto">
          <a:xfrm>
            <a:off x="746125" y="2249488"/>
            <a:ext cx="184150" cy="366712"/>
          </a:xfrm>
          <a:prstGeom prst="rect">
            <a:avLst/>
          </a:prstGeom>
          <a:noFill/>
          <a:ln w="9525">
            <a:noFill/>
            <a:miter lim="800000"/>
            <a:headEnd/>
            <a:tailEnd/>
          </a:ln>
        </p:spPr>
        <p:txBody>
          <a:bodyPr wrap="none">
            <a:spAutoFit/>
          </a:bodyPr>
          <a:lstStyle/>
          <a:p>
            <a:endParaRPr lang="zh-TW" altLang="zh-TW">
              <a:latin typeface="Calibri" pitchFamily="34" charset="0"/>
            </a:endParaRPr>
          </a:p>
        </p:txBody>
      </p:sp>
      <p:sp>
        <p:nvSpPr>
          <p:cNvPr id="17414" name="Text Box 8"/>
          <p:cNvSpPr txBox="1">
            <a:spLocks noChangeArrowheads="1"/>
          </p:cNvSpPr>
          <p:nvPr/>
        </p:nvSpPr>
        <p:spPr bwMode="auto">
          <a:xfrm>
            <a:off x="609600" y="2641600"/>
            <a:ext cx="7750175" cy="396875"/>
          </a:xfrm>
          <a:prstGeom prst="rect">
            <a:avLst/>
          </a:prstGeom>
          <a:noFill/>
          <a:ln w="9525">
            <a:noFill/>
            <a:miter lim="800000"/>
            <a:headEnd/>
            <a:tailEnd/>
          </a:ln>
        </p:spPr>
        <p:txBody>
          <a:bodyPr wrap="none">
            <a:spAutoFit/>
          </a:bodyPr>
          <a:lstStyle/>
          <a:p>
            <a:r>
              <a:rPr lang="en-US" altLang="zh-TW" sz="2000" b="1">
                <a:latin typeface="Calibri" pitchFamily="34" charset="0"/>
              </a:rPr>
              <a:t>Where </a:t>
            </a:r>
            <a:r>
              <a:rPr lang="en-US" altLang="zh-TW" sz="2000" b="1" i="1">
                <a:latin typeface="Calibri" pitchFamily="34" charset="0"/>
              </a:rPr>
              <a:t>T</a:t>
            </a:r>
            <a:r>
              <a:rPr lang="en-US" altLang="zh-TW" sz="2000" b="1" i="1" baseline="-25000">
                <a:latin typeface="Calibri" pitchFamily="34" charset="0"/>
              </a:rPr>
              <a:t>mi</a:t>
            </a:r>
            <a:r>
              <a:rPr lang="en-US" altLang="zh-TW" sz="2000" b="1">
                <a:latin typeface="Calibri" pitchFamily="34" charset="0"/>
              </a:rPr>
              <a:t> is the melting point, </a:t>
            </a:r>
            <a:r>
              <a:rPr lang="en-US" altLang="zh-TW" sz="2000" b="1" i="1">
                <a:latin typeface="Calibri" pitchFamily="34" charset="0"/>
              </a:rPr>
              <a:t>L</a:t>
            </a:r>
            <a:r>
              <a:rPr lang="en-US" altLang="zh-TW" sz="2000" b="1" i="1" baseline="-25000">
                <a:latin typeface="Calibri" pitchFamily="34" charset="0"/>
              </a:rPr>
              <a:t>mi</a:t>
            </a:r>
            <a:r>
              <a:rPr lang="en-US" altLang="zh-TW" sz="2000" b="1">
                <a:latin typeface="Calibri" pitchFamily="34" charset="0"/>
              </a:rPr>
              <a:t> is the latent heat of melting,</a:t>
            </a:r>
            <a:r>
              <a:rPr lang="en-US" altLang="zh-TW" sz="2000">
                <a:latin typeface="Calibri" pitchFamily="34" charset="0"/>
              </a:rPr>
              <a:t> </a:t>
            </a:r>
          </a:p>
        </p:txBody>
      </p:sp>
      <p:sp>
        <p:nvSpPr>
          <p:cNvPr id="17415" name="Rectangle 10"/>
          <p:cNvSpPr>
            <a:spLocks noChangeArrowheads="1"/>
          </p:cNvSpPr>
          <p:nvPr/>
        </p:nvSpPr>
        <p:spPr bwMode="auto">
          <a:xfrm>
            <a:off x="0" y="3657600"/>
            <a:ext cx="9144000" cy="0"/>
          </a:xfrm>
          <a:prstGeom prst="rect">
            <a:avLst/>
          </a:prstGeom>
          <a:noFill/>
          <a:ln w="9525">
            <a:noFill/>
            <a:miter lim="800000"/>
            <a:headEnd/>
            <a:tailEnd/>
          </a:ln>
        </p:spPr>
        <p:txBody>
          <a:bodyPr wrap="none" anchor="ctr">
            <a:spAutoFit/>
          </a:bodyPr>
          <a:lstStyle/>
          <a:p>
            <a:endParaRPr kumimoji="0" lang="zh-TW" altLang="en-US">
              <a:latin typeface="Calibri" pitchFamily="34" charset="0"/>
            </a:endParaRPr>
          </a:p>
        </p:txBody>
      </p:sp>
      <p:graphicFrame>
        <p:nvGraphicFramePr>
          <p:cNvPr id="17410" name="Object 9"/>
          <p:cNvGraphicFramePr>
            <a:graphicFrameLocks noChangeAspect="1"/>
          </p:cNvGraphicFramePr>
          <p:nvPr/>
        </p:nvGraphicFramePr>
        <p:xfrm>
          <a:off x="457200" y="3200400"/>
          <a:ext cx="1592263" cy="377825"/>
        </p:xfrm>
        <a:graphic>
          <a:graphicData uri="http://schemas.openxmlformats.org/presentationml/2006/ole">
            <p:oleObj spid="_x0000_s17410" name="Equation" r:id="rId3" imgW="1054100" imgH="254000" progId="">
              <p:embed/>
            </p:oleObj>
          </a:graphicData>
        </a:graphic>
      </p:graphicFrame>
      <p:sp>
        <p:nvSpPr>
          <p:cNvPr id="17416" name="Text Box 11"/>
          <p:cNvSpPr txBox="1">
            <a:spLocks noChangeArrowheads="1"/>
          </p:cNvSpPr>
          <p:nvPr/>
        </p:nvSpPr>
        <p:spPr bwMode="auto">
          <a:xfrm>
            <a:off x="1981200" y="3124200"/>
            <a:ext cx="6804025" cy="396875"/>
          </a:xfrm>
          <a:prstGeom prst="rect">
            <a:avLst/>
          </a:prstGeom>
          <a:noFill/>
          <a:ln w="9525">
            <a:noFill/>
            <a:miter lim="800000"/>
            <a:headEnd/>
            <a:tailEnd/>
          </a:ln>
        </p:spPr>
        <p:txBody>
          <a:bodyPr wrap="none">
            <a:spAutoFit/>
          </a:bodyPr>
          <a:lstStyle/>
          <a:p>
            <a:r>
              <a:rPr lang="en-US" altLang="zh-TW" sz="2000" b="1">
                <a:latin typeface="Calibri" pitchFamily="34" charset="0"/>
              </a:rPr>
              <a:t>, γis and Γis are the activity coefficients in liquid and</a:t>
            </a:r>
            <a:r>
              <a:rPr lang="en-US" altLang="zh-TW" sz="2000">
                <a:latin typeface="Calibri" pitchFamily="34" charset="0"/>
              </a:rPr>
              <a:t> </a:t>
            </a:r>
          </a:p>
        </p:txBody>
      </p:sp>
      <p:sp>
        <p:nvSpPr>
          <p:cNvPr id="17417" name="Text Box 12"/>
          <p:cNvSpPr txBox="1">
            <a:spLocks noChangeArrowheads="1"/>
          </p:cNvSpPr>
          <p:nvPr/>
        </p:nvSpPr>
        <p:spPr bwMode="auto">
          <a:xfrm>
            <a:off x="533400" y="3657600"/>
            <a:ext cx="8229600" cy="701675"/>
          </a:xfrm>
          <a:prstGeom prst="rect">
            <a:avLst/>
          </a:prstGeom>
          <a:noFill/>
          <a:ln w="9525">
            <a:noFill/>
            <a:miter lim="800000"/>
            <a:headEnd/>
            <a:tailEnd/>
          </a:ln>
        </p:spPr>
        <p:txBody>
          <a:bodyPr>
            <a:spAutoFit/>
          </a:bodyPr>
          <a:lstStyle/>
          <a:p>
            <a:r>
              <a:rPr lang="en-US" altLang="zh-TW" sz="2000" b="1">
                <a:latin typeface="Calibri" pitchFamily="34" charset="0"/>
              </a:rPr>
              <a:t>solid phase, respectively. All the above quantities are for component</a:t>
            </a:r>
            <a:r>
              <a:rPr lang="en-US" altLang="zh-TW" sz="2000" b="1" i="1">
                <a:latin typeface="Calibri" pitchFamily="34" charset="0"/>
              </a:rPr>
              <a:t> i</a:t>
            </a:r>
            <a:r>
              <a:rPr lang="en-US" altLang="zh-TW" sz="2000" b="1">
                <a:latin typeface="Calibri" pitchFamily="34" charset="0"/>
              </a:rPr>
              <a:t>.</a:t>
            </a:r>
          </a:p>
        </p:txBody>
      </p:sp>
      <p:sp>
        <p:nvSpPr>
          <p:cNvPr id="17418" name="Text Box 15"/>
          <p:cNvSpPr txBox="1">
            <a:spLocks noChangeArrowheads="1"/>
          </p:cNvSpPr>
          <p:nvPr/>
        </p:nvSpPr>
        <p:spPr bwMode="auto">
          <a:xfrm>
            <a:off x="609600" y="990600"/>
            <a:ext cx="1676400" cy="519113"/>
          </a:xfrm>
          <a:prstGeom prst="rect">
            <a:avLst/>
          </a:prstGeom>
          <a:noFill/>
          <a:ln w="9525">
            <a:noFill/>
            <a:miter lim="800000"/>
            <a:headEnd/>
            <a:tailEnd/>
          </a:ln>
        </p:spPr>
        <p:txBody>
          <a:bodyPr>
            <a:spAutoFit/>
          </a:bodyPr>
          <a:lstStyle/>
          <a:p>
            <a:pPr>
              <a:spcBef>
                <a:spcPct val="50000"/>
              </a:spcBef>
            </a:pPr>
            <a:r>
              <a:rPr kumimoji="0" lang="en-US" altLang="zh-TW" sz="2800">
                <a:solidFill>
                  <a:srgbClr val="002060"/>
                </a:solidFill>
                <a:latin typeface="Calibri" pitchFamily="34" charset="0"/>
              </a:rPr>
              <a:t>(Continue)</a:t>
            </a: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40" name="投影片編號版面配置區 6"/>
          <p:cNvSpPr>
            <a:spLocks noGrp="1"/>
          </p:cNvSpPr>
          <p:nvPr>
            <p:ph type="sldNum" sz="quarter" idx="12"/>
          </p:nvPr>
        </p:nvSpPr>
        <p:spPr/>
        <p:txBody>
          <a:bodyPr/>
          <a:lstStyle/>
          <a:p>
            <a:pPr>
              <a:defRPr/>
            </a:pPr>
            <a:fld id="{71592D33-F786-4F16-831F-3AEFCDE02667}" type="slidenum">
              <a:rPr lang="en-US" altLang="zh-TW"/>
              <a:pPr>
                <a:defRPr/>
              </a:pPr>
              <a:t>22</a:t>
            </a:fld>
            <a:endParaRPr lang="en-US" altLang="zh-TW"/>
          </a:p>
        </p:txBody>
      </p:sp>
      <p:sp>
        <p:nvSpPr>
          <p:cNvPr id="18441" name="Rectangle 21"/>
          <p:cNvSpPr>
            <a:spLocks noGrp="1" noChangeArrowheads="1"/>
          </p:cNvSpPr>
          <p:nvPr>
            <p:ph type="title"/>
          </p:nvPr>
        </p:nvSpPr>
        <p:spPr>
          <a:xfrm>
            <a:off x="457200" y="533400"/>
            <a:ext cx="8229600" cy="1143000"/>
          </a:xfrm>
        </p:spPr>
        <p:txBody>
          <a:bodyPr/>
          <a:lstStyle/>
          <a:p>
            <a:r>
              <a:rPr lang="en-US" altLang="zh-TW" sz="3200" b="1" smtClean="0"/>
              <a:t>Chemical Reaction Equilibrium</a:t>
            </a:r>
          </a:p>
        </p:txBody>
      </p:sp>
      <p:graphicFrame>
        <p:nvGraphicFramePr>
          <p:cNvPr id="18434" name="Object 53"/>
          <p:cNvGraphicFramePr>
            <a:graphicFrameLocks noChangeAspect="1"/>
          </p:cNvGraphicFramePr>
          <p:nvPr>
            <p:ph sz="half" idx="1"/>
          </p:nvPr>
        </p:nvGraphicFramePr>
        <p:xfrm>
          <a:off x="2419350" y="3754438"/>
          <a:ext cx="114300" cy="215900"/>
        </p:xfrm>
        <a:graphic>
          <a:graphicData uri="http://schemas.openxmlformats.org/presentationml/2006/ole">
            <p:oleObj spid="_x0000_s18434" name="方程式" r:id="rId3" imgW="114120" imgH="215640" progId="Equation.3">
              <p:embed/>
            </p:oleObj>
          </a:graphicData>
        </a:graphic>
      </p:graphicFrame>
      <p:sp>
        <p:nvSpPr>
          <p:cNvPr id="18442" name="Rectangle 23"/>
          <p:cNvSpPr>
            <a:spLocks noChangeArrowheads="1"/>
          </p:cNvSpPr>
          <p:nvPr/>
        </p:nvSpPr>
        <p:spPr bwMode="auto">
          <a:xfrm>
            <a:off x="6657975" y="4197350"/>
            <a:ext cx="9144000" cy="0"/>
          </a:xfrm>
          <a:prstGeom prst="rect">
            <a:avLst/>
          </a:prstGeom>
          <a:noFill/>
          <a:ln w="9525">
            <a:noFill/>
            <a:miter lim="800000"/>
            <a:headEnd/>
            <a:tailEnd/>
          </a:ln>
        </p:spPr>
        <p:txBody>
          <a:bodyPr wrap="none" anchor="ctr">
            <a:spAutoFit/>
          </a:bodyPr>
          <a:lstStyle/>
          <a:p>
            <a:endParaRPr kumimoji="0" lang="zh-TW" altLang="en-US">
              <a:latin typeface="Calibri" pitchFamily="34" charset="0"/>
            </a:endParaRPr>
          </a:p>
        </p:txBody>
      </p:sp>
      <p:graphicFrame>
        <p:nvGraphicFramePr>
          <p:cNvPr id="18435" name="Object 22"/>
          <p:cNvGraphicFramePr>
            <a:graphicFrameLocks noChangeAspect="1"/>
          </p:cNvGraphicFramePr>
          <p:nvPr/>
        </p:nvGraphicFramePr>
        <p:xfrm>
          <a:off x="5562600" y="2209800"/>
          <a:ext cx="1447800" cy="465138"/>
        </p:xfrm>
        <a:graphic>
          <a:graphicData uri="http://schemas.openxmlformats.org/presentationml/2006/ole">
            <p:oleObj spid="_x0000_s18435" name="方程式" r:id="rId4" imgW="800447" imgH="254110" progId="Equation.3">
              <p:embed/>
            </p:oleObj>
          </a:graphicData>
        </a:graphic>
      </p:graphicFrame>
      <p:sp>
        <p:nvSpPr>
          <p:cNvPr id="18443" name="Rectangle 24"/>
          <p:cNvSpPr>
            <a:spLocks noChangeArrowheads="1"/>
          </p:cNvSpPr>
          <p:nvPr/>
        </p:nvSpPr>
        <p:spPr bwMode="auto">
          <a:xfrm>
            <a:off x="6657975" y="4454525"/>
            <a:ext cx="9144000" cy="0"/>
          </a:xfrm>
          <a:prstGeom prst="rect">
            <a:avLst/>
          </a:prstGeom>
          <a:noFill/>
          <a:ln w="9525">
            <a:noFill/>
            <a:miter lim="800000"/>
            <a:headEnd/>
            <a:tailEnd/>
          </a:ln>
        </p:spPr>
        <p:txBody>
          <a:bodyPr wrap="none" anchor="ctr">
            <a:spAutoFit/>
          </a:bodyPr>
          <a:lstStyle/>
          <a:p>
            <a:endParaRPr kumimoji="0" lang="zh-TW" altLang="en-US">
              <a:latin typeface="Calibri" pitchFamily="34" charset="0"/>
            </a:endParaRPr>
          </a:p>
        </p:txBody>
      </p:sp>
      <p:sp>
        <p:nvSpPr>
          <p:cNvPr id="18444" name="Rectangle 26"/>
          <p:cNvSpPr>
            <a:spLocks noChangeArrowheads="1"/>
          </p:cNvSpPr>
          <p:nvPr/>
        </p:nvSpPr>
        <p:spPr bwMode="auto">
          <a:xfrm>
            <a:off x="6823075" y="5040313"/>
            <a:ext cx="9144000" cy="0"/>
          </a:xfrm>
          <a:prstGeom prst="rect">
            <a:avLst/>
          </a:prstGeom>
          <a:noFill/>
          <a:ln w="9525">
            <a:noFill/>
            <a:miter lim="800000"/>
            <a:headEnd/>
            <a:tailEnd/>
          </a:ln>
        </p:spPr>
        <p:txBody>
          <a:bodyPr wrap="none" anchor="ctr">
            <a:spAutoFit/>
          </a:bodyPr>
          <a:lstStyle/>
          <a:p>
            <a:endParaRPr kumimoji="0" lang="zh-TW" altLang="en-US">
              <a:latin typeface="Calibri" pitchFamily="34" charset="0"/>
            </a:endParaRPr>
          </a:p>
        </p:txBody>
      </p:sp>
      <p:graphicFrame>
        <p:nvGraphicFramePr>
          <p:cNvPr id="18436" name="Object 25"/>
          <p:cNvGraphicFramePr>
            <a:graphicFrameLocks noChangeAspect="1"/>
          </p:cNvGraphicFramePr>
          <p:nvPr/>
        </p:nvGraphicFramePr>
        <p:xfrm>
          <a:off x="1547813" y="3644900"/>
          <a:ext cx="1244600" cy="457200"/>
        </p:xfrm>
        <a:graphic>
          <a:graphicData uri="http://schemas.openxmlformats.org/presentationml/2006/ole">
            <p:oleObj spid="_x0000_s18436" name="方程式" r:id="rId5" imgW="698400" imgH="253800" progId="Equation.3">
              <p:embed/>
            </p:oleObj>
          </a:graphicData>
        </a:graphic>
      </p:graphicFrame>
      <p:sp>
        <p:nvSpPr>
          <p:cNvPr id="18445" name="Rectangle 27"/>
          <p:cNvSpPr>
            <a:spLocks noChangeArrowheads="1"/>
          </p:cNvSpPr>
          <p:nvPr/>
        </p:nvSpPr>
        <p:spPr bwMode="auto">
          <a:xfrm>
            <a:off x="6823075" y="5297488"/>
            <a:ext cx="9144000" cy="0"/>
          </a:xfrm>
          <a:prstGeom prst="rect">
            <a:avLst/>
          </a:prstGeom>
          <a:noFill/>
          <a:ln w="9525">
            <a:noFill/>
            <a:miter lim="800000"/>
            <a:headEnd/>
            <a:tailEnd/>
          </a:ln>
        </p:spPr>
        <p:txBody>
          <a:bodyPr wrap="none" anchor="ctr">
            <a:spAutoFit/>
          </a:bodyPr>
          <a:lstStyle/>
          <a:p>
            <a:endParaRPr kumimoji="0" lang="zh-TW" altLang="en-US">
              <a:latin typeface="Calibri" pitchFamily="34" charset="0"/>
            </a:endParaRPr>
          </a:p>
        </p:txBody>
      </p:sp>
      <p:sp>
        <p:nvSpPr>
          <p:cNvPr id="18446" name="Rectangle 29"/>
          <p:cNvSpPr>
            <a:spLocks noChangeArrowheads="1"/>
          </p:cNvSpPr>
          <p:nvPr/>
        </p:nvSpPr>
        <p:spPr bwMode="auto">
          <a:xfrm>
            <a:off x="0" y="3886200"/>
            <a:ext cx="9144000" cy="0"/>
          </a:xfrm>
          <a:prstGeom prst="rect">
            <a:avLst/>
          </a:prstGeom>
          <a:noFill/>
          <a:ln w="9525">
            <a:noFill/>
            <a:miter lim="800000"/>
            <a:headEnd/>
            <a:tailEnd/>
          </a:ln>
        </p:spPr>
        <p:txBody>
          <a:bodyPr wrap="none" anchor="ctr">
            <a:spAutoFit/>
          </a:bodyPr>
          <a:lstStyle/>
          <a:p>
            <a:endParaRPr kumimoji="0" lang="zh-TW" altLang="en-US">
              <a:latin typeface="Calibri" pitchFamily="34" charset="0"/>
            </a:endParaRPr>
          </a:p>
        </p:txBody>
      </p:sp>
      <p:graphicFrame>
        <p:nvGraphicFramePr>
          <p:cNvPr id="18437" name="Object 28"/>
          <p:cNvGraphicFramePr>
            <a:graphicFrameLocks noChangeAspect="1"/>
          </p:cNvGraphicFramePr>
          <p:nvPr/>
        </p:nvGraphicFramePr>
        <p:xfrm>
          <a:off x="1143000" y="4311650"/>
          <a:ext cx="2362200" cy="817563"/>
        </p:xfrm>
        <a:graphic>
          <a:graphicData uri="http://schemas.openxmlformats.org/presentationml/2006/ole">
            <p:oleObj spid="_x0000_s18437" name="方程式" r:id="rId6" imgW="1346040" imgH="469800" progId="Equation.3">
              <p:embed/>
            </p:oleObj>
          </a:graphicData>
        </a:graphic>
      </p:graphicFrame>
      <p:sp>
        <p:nvSpPr>
          <p:cNvPr id="18447" name="Rectangle 30"/>
          <p:cNvSpPr>
            <a:spLocks noChangeArrowheads="1"/>
          </p:cNvSpPr>
          <p:nvPr/>
        </p:nvSpPr>
        <p:spPr bwMode="auto">
          <a:xfrm>
            <a:off x="5462588" y="5741988"/>
            <a:ext cx="9144000" cy="0"/>
          </a:xfrm>
          <a:prstGeom prst="rect">
            <a:avLst/>
          </a:prstGeom>
          <a:noFill/>
          <a:ln w="9525">
            <a:noFill/>
            <a:miter lim="800000"/>
            <a:headEnd/>
            <a:tailEnd/>
          </a:ln>
        </p:spPr>
        <p:txBody>
          <a:bodyPr wrap="none" anchor="ctr">
            <a:spAutoFit/>
          </a:bodyPr>
          <a:lstStyle/>
          <a:p>
            <a:endParaRPr kumimoji="0" lang="zh-TW" altLang="en-US">
              <a:latin typeface="Calibri" pitchFamily="34" charset="0"/>
            </a:endParaRPr>
          </a:p>
        </p:txBody>
      </p:sp>
      <p:sp>
        <p:nvSpPr>
          <p:cNvPr id="18448" name="Rectangle 32"/>
          <p:cNvSpPr>
            <a:spLocks noChangeArrowheads="1"/>
          </p:cNvSpPr>
          <p:nvPr/>
        </p:nvSpPr>
        <p:spPr bwMode="auto">
          <a:xfrm>
            <a:off x="5486400" y="6119813"/>
            <a:ext cx="9144000" cy="0"/>
          </a:xfrm>
          <a:prstGeom prst="rect">
            <a:avLst/>
          </a:prstGeom>
          <a:noFill/>
          <a:ln w="9525">
            <a:noFill/>
            <a:miter lim="800000"/>
            <a:headEnd/>
            <a:tailEnd/>
          </a:ln>
        </p:spPr>
        <p:txBody>
          <a:bodyPr wrap="none" anchor="ctr">
            <a:spAutoFit/>
          </a:bodyPr>
          <a:lstStyle/>
          <a:p>
            <a:endParaRPr kumimoji="0" lang="zh-TW" altLang="en-US">
              <a:latin typeface="Calibri" pitchFamily="34" charset="0"/>
            </a:endParaRPr>
          </a:p>
        </p:txBody>
      </p:sp>
      <p:graphicFrame>
        <p:nvGraphicFramePr>
          <p:cNvPr id="18438" name="Object 31"/>
          <p:cNvGraphicFramePr>
            <a:graphicFrameLocks noChangeAspect="1"/>
          </p:cNvGraphicFramePr>
          <p:nvPr/>
        </p:nvGraphicFramePr>
        <p:xfrm>
          <a:off x="3200400" y="5334000"/>
          <a:ext cx="2743200" cy="431800"/>
        </p:xfrm>
        <a:graphic>
          <a:graphicData uri="http://schemas.openxmlformats.org/presentationml/2006/ole">
            <p:oleObj spid="_x0000_s18438" name="方程式" r:id="rId7" imgW="1815840" imgH="253800" progId="Equation.3">
              <p:embed/>
            </p:oleObj>
          </a:graphicData>
        </a:graphic>
      </p:graphicFrame>
      <p:sp>
        <p:nvSpPr>
          <p:cNvPr id="18449" name="Rectangle 33"/>
          <p:cNvSpPr>
            <a:spLocks noChangeArrowheads="1"/>
          </p:cNvSpPr>
          <p:nvPr/>
        </p:nvSpPr>
        <p:spPr bwMode="auto">
          <a:xfrm>
            <a:off x="5486400" y="6376988"/>
            <a:ext cx="9144000" cy="0"/>
          </a:xfrm>
          <a:prstGeom prst="rect">
            <a:avLst/>
          </a:prstGeom>
          <a:noFill/>
          <a:ln w="9525">
            <a:noFill/>
            <a:miter lim="800000"/>
            <a:headEnd/>
            <a:tailEnd/>
          </a:ln>
        </p:spPr>
        <p:txBody>
          <a:bodyPr wrap="none" anchor="ctr">
            <a:spAutoFit/>
          </a:bodyPr>
          <a:lstStyle/>
          <a:p>
            <a:endParaRPr kumimoji="0" lang="zh-TW" altLang="en-US">
              <a:latin typeface="Calibri" pitchFamily="34" charset="0"/>
            </a:endParaRPr>
          </a:p>
        </p:txBody>
      </p:sp>
      <p:sp>
        <p:nvSpPr>
          <p:cNvPr id="18450" name="Rectangle 35"/>
          <p:cNvSpPr>
            <a:spLocks noChangeArrowheads="1"/>
          </p:cNvSpPr>
          <p:nvPr/>
        </p:nvSpPr>
        <p:spPr bwMode="auto">
          <a:xfrm>
            <a:off x="3587750" y="6026150"/>
            <a:ext cx="9144000" cy="0"/>
          </a:xfrm>
          <a:prstGeom prst="rect">
            <a:avLst/>
          </a:prstGeom>
          <a:noFill/>
          <a:ln w="9525">
            <a:noFill/>
            <a:miter lim="800000"/>
            <a:headEnd/>
            <a:tailEnd/>
          </a:ln>
        </p:spPr>
        <p:txBody>
          <a:bodyPr wrap="none" anchor="ctr">
            <a:spAutoFit/>
          </a:bodyPr>
          <a:lstStyle/>
          <a:p>
            <a:endParaRPr kumimoji="0" lang="zh-TW" altLang="en-US">
              <a:latin typeface="Calibri" pitchFamily="34" charset="0"/>
            </a:endParaRPr>
          </a:p>
        </p:txBody>
      </p:sp>
      <p:graphicFrame>
        <p:nvGraphicFramePr>
          <p:cNvPr id="18439" name="Object 34"/>
          <p:cNvGraphicFramePr>
            <a:graphicFrameLocks noChangeAspect="1"/>
          </p:cNvGraphicFramePr>
          <p:nvPr/>
        </p:nvGraphicFramePr>
        <p:xfrm>
          <a:off x="5638800" y="4114800"/>
          <a:ext cx="2098675" cy="762000"/>
        </p:xfrm>
        <a:graphic>
          <a:graphicData uri="http://schemas.openxmlformats.org/presentationml/2006/ole">
            <p:oleObj spid="_x0000_s18439" name="方程式" r:id="rId8" imgW="1257120" imgH="457200" progId="Equation.3">
              <p:embed/>
            </p:oleObj>
          </a:graphicData>
        </a:graphic>
      </p:graphicFrame>
      <p:sp>
        <p:nvSpPr>
          <p:cNvPr id="18451" name="Rectangle 36"/>
          <p:cNvSpPr>
            <a:spLocks noChangeArrowheads="1"/>
          </p:cNvSpPr>
          <p:nvPr/>
        </p:nvSpPr>
        <p:spPr bwMode="auto">
          <a:xfrm>
            <a:off x="3587750" y="6483350"/>
            <a:ext cx="9144000" cy="0"/>
          </a:xfrm>
          <a:prstGeom prst="rect">
            <a:avLst/>
          </a:prstGeom>
          <a:noFill/>
          <a:ln w="9525">
            <a:noFill/>
            <a:miter lim="800000"/>
            <a:headEnd/>
            <a:tailEnd/>
          </a:ln>
        </p:spPr>
        <p:txBody>
          <a:bodyPr wrap="none" anchor="ctr">
            <a:spAutoFit/>
          </a:bodyPr>
          <a:lstStyle/>
          <a:p>
            <a:endParaRPr kumimoji="0" lang="zh-TW" altLang="en-US">
              <a:latin typeface="Calibri" pitchFamily="34" charset="0"/>
            </a:endParaRPr>
          </a:p>
        </p:txBody>
      </p:sp>
      <p:sp>
        <p:nvSpPr>
          <p:cNvPr id="18452" name="Rectangle 38"/>
          <p:cNvSpPr>
            <a:spLocks noChangeArrowheads="1"/>
          </p:cNvSpPr>
          <p:nvPr/>
        </p:nvSpPr>
        <p:spPr bwMode="auto">
          <a:xfrm>
            <a:off x="6353175" y="3422650"/>
            <a:ext cx="9144000" cy="0"/>
          </a:xfrm>
          <a:prstGeom prst="rect">
            <a:avLst/>
          </a:prstGeom>
          <a:noFill/>
          <a:ln w="9525">
            <a:noFill/>
            <a:miter lim="800000"/>
            <a:headEnd/>
            <a:tailEnd/>
          </a:ln>
        </p:spPr>
        <p:txBody>
          <a:bodyPr wrap="none" anchor="ctr">
            <a:spAutoFit/>
          </a:bodyPr>
          <a:lstStyle/>
          <a:p>
            <a:endParaRPr kumimoji="0" lang="zh-TW" altLang="en-US">
              <a:latin typeface="Calibri" pitchFamily="34" charset="0"/>
            </a:endParaRPr>
          </a:p>
        </p:txBody>
      </p:sp>
      <p:sp>
        <p:nvSpPr>
          <p:cNvPr id="18453" name="Rectangle 39"/>
          <p:cNvSpPr>
            <a:spLocks noChangeArrowheads="1"/>
          </p:cNvSpPr>
          <p:nvPr/>
        </p:nvSpPr>
        <p:spPr bwMode="auto">
          <a:xfrm>
            <a:off x="9144000" y="3886200"/>
            <a:ext cx="9144000" cy="0"/>
          </a:xfrm>
          <a:prstGeom prst="rect">
            <a:avLst/>
          </a:prstGeom>
          <a:noFill/>
          <a:ln w="9525">
            <a:noFill/>
            <a:miter lim="800000"/>
            <a:headEnd/>
            <a:tailEnd/>
          </a:ln>
        </p:spPr>
        <p:txBody>
          <a:bodyPr wrap="none" anchor="ctr">
            <a:spAutoFit/>
          </a:bodyPr>
          <a:lstStyle/>
          <a:p>
            <a:endParaRPr kumimoji="0" lang="zh-TW" altLang="en-US">
              <a:latin typeface="Calibri" pitchFamily="34" charset="0"/>
            </a:endParaRPr>
          </a:p>
        </p:txBody>
      </p:sp>
      <p:sp>
        <p:nvSpPr>
          <p:cNvPr id="18454" name="Rectangle 41"/>
          <p:cNvSpPr>
            <a:spLocks noChangeArrowheads="1"/>
          </p:cNvSpPr>
          <p:nvPr/>
        </p:nvSpPr>
        <p:spPr bwMode="auto">
          <a:xfrm>
            <a:off x="7643813" y="1687513"/>
            <a:ext cx="9144000" cy="0"/>
          </a:xfrm>
          <a:prstGeom prst="rect">
            <a:avLst/>
          </a:prstGeom>
          <a:noFill/>
          <a:ln w="9525">
            <a:noFill/>
            <a:miter lim="800000"/>
            <a:headEnd/>
            <a:tailEnd/>
          </a:ln>
        </p:spPr>
        <p:txBody>
          <a:bodyPr wrap="none" anchor="ctr">
            <a:spAutoFit/>
          </a:bodyPr>
          <a:lstStyle/>
          <a:p>
            <a:endParaRPr kumimoji="0" lang="zh-TW" altLang="en-US">
              <a:latin typeface="Calibri" pitchFamily="34" charset="0"/>
            </a:endParaRPr>
          </a:p>
        </p:txBody>
      </p:sp>
      <p:sp>
        <p:nvSpPr>
          <p:cNvPr id="18455" name="Rectangle 42"/>
          <p:cNvSpPr>
            <a:spLocks noChangeArrowheads="1"/>
          </p:cNvSpPr>
          <p:nvPr/>
        </p:nvSpPr>
        <p:spPr bwMode="auto">
          <a:xfrm>
            <a:off x="7643813" y="1982788"/>
            <a:ext cx="9144000" cy="0"/>
          </a:xfrm>
          <a:prstGeom prst="rect">
            <a:avLst/>
          </a:prstGeom>
          <a:noFill/>
          <a:ln w="9525">
            <a:noFill/>
            <a:miter lim="800000"/>
            <a:headEnd/>
            <a:tailEnd/>
          </a:ln>
        </p:spPr>
        <p:txBody>
          <a:bodyPr wrap="none" anchor="ctr">
            <a:spAutoFit/>
          </a:bodyPr>
          <a:lstStyle/>
          <a:p>
            <a:endParaRPr kumimoji="0" lang="zh-TW" altLang="en-US">
              <a:latin typeface="Calibri" pitchFamily="34" charset="0"/>
            </a:endParaRPr>
          </a:p>
        </p:txBody>
      </p:sp>
      <p:sp>
        <p:nvSpPr>
          <p:cNvPr id="18456" name="Rectangle 44"/>
          <p:cNvSpPr>
            <a:spLocks noChangeArrowheads="1"/>
          </p:cNvSpPr>
          <p:nvPr/>
        </p:nvSpPr>
        <p:spPr bwMode="auto">
          <a:xfrm>
            <a:off x="8112125" y="2486025"/>
            <a:ext cx="9144000" cy="0"/>
          </a:xfrm>
          <a:prstGeom prst="rect">
            <a:avLst/>
          </a:prstGeom>
          <a:noFill/>
          <a:ln w="9525">
            <a:noFill/>
            <a:miter lim="800000"/>
            <a:headEnd/>
            <a:tailEnd/>
          </a:ln>
        </p:spPr>
        <p:txBody>
          <a:bodyPr wrap="none" anchor="ctr">
            <a:spAutoFit/>
          </a:bodyPr>
          <a:lstStyle/>
          <a:p>
            <a:endParaRPr kumimoji="0" lang="zh-TW" altLang="en-US">
              <a:latin typeface="Calibri" pitchFamily="34" charset="0"/>
            </a:endParaRPr>
          </a:p>
        </p:txBody>
      </p:sp>
      <p:sp>
        <p:nvSpPr>
          <p:cNvPr id="18457" name="Rectangle 45"/>
          <p:cNvSpPr>
            <a:spLocks noChangeArrowheads="1"/>
          </p:cNvSpPr>
          <p:nvPr/>
        </p:nvSpPr>
        <p:spPr bwMode="auto">
          <a:xfrm>
            <a:off x="8112125" y="2781300"/>
            <a:ext cx="9144000" cy="0"/>
          </a:xfrm>
          <a:prstGeom prst="rect">
            <a:avLst/>
          </a:prstGeom>
          <a:noFill/>
          <a:ln w="9525">
            <a:noFill/>
            <a:miter lim="800000"/>
            <a:headEnd/>
            <a:tailEnd/>
          </a:ln>
        </p:spPr>
        <p:txBody>
          <a:bodyPr wrap="none" anchor="ctr">
            <a:spAutoFit/>
          </a:bodyPr>
          <a:lstStyle/>
          <a:p>
            <a:endParaRPr kumimoji="0" lang="zh-TW" altLang="en-US">
              <a:latin typeface="Calibri" pitchFamily="34" charset="0"/>
            </a:endParaRPr>
          </a:p>
        </p:txBody>
      </p:sp>
      <p:sp>
        <p:nvSpPr>
          <p:cNvPr id="18458" name="Rectangle 46"/>
          <p:cNvSpPr>
            <a:spLocks noChangeArrowheads="1"/>
          </p:cNvSpPr>
          <p:nvPr/>
        </p:nvSpPr>
        <p:spPr bwMode="auto">
          <a:xfrm>
            <a:off x="1066800" y="1981200"/>
            <a:ext cx="5791200" cy="1462088"/>
          </a:xfrm>
          <a:prstGeom prst="rect">
            <a:avLst/>
          </a:prstGeom>
          <a:noFill/>
          <a:ln w="9525">
            <a:noFill/>
            <a:miter lim="800000"/>
            <a:headEnd/>
            <a:tailEnd/>
          </a:ln>
        </p:spPr>
        <p:txBody>
          <a:bodyPr>
            <a:spAutoFit/>
          </a:bodyPr>
          <a:lstStyle/>
          <a:p>
            <a:pPr>
              <a:lnSpc>
                <a:spcPct val="50000"/>
              </a:lnSpc>
            </a:pPr>
            <a:r>
              <a:rPr lang="en-US" altLang="zh-TW">
                <a:latin typeface="Calibri" pitchFamily="34" charset="0"/>
              </a:rPr>
              <a:t>A general reaction</a:t>
            </a:r>
            <a:r>
              <a:rPr lang="en-US" altLang="zh-TW">
                <a:latin typeface="Times New Roman" pitchFamily="18" charset="0"/>
              </a:rPr>
              <a:t> </a:t>
            </a:r>
          </a:p>
          <a:p>
            <a:pPr>
              <a:lnSpc>
                <a:spcPct val="50000"/>
              </a:lnSpc>
            </a:pPr>
            <a:endParaRPr lang="en-US" altLang="zh-TW">
              <a:latin typeface="Times New Roman" pitchFamily="18" charset="0"/>
            </a:endParaRPr>
          </a:p>
          <a:p>
            <a:pPr>
              <a:lnSpc>
                <a:spcPct val="50000"/>
              </a:lnSpc>
            </a:pPr>
            <a:endParaRPr lang="en-US" altLang="zh-TW" b="1">
              <a:latin typeface="Calibri" pitchFamily="34" charset="0"/>
            </a:endParaRPr>
          </a:p>
          <a:p>
            <a:pPr>
              <a:lnSpc>
                <a:spcPct val="50000"/>
              </a:lnSpc>
            </a:pPr>
            <a:r>
              <a:rPr lang="en-US" altLang="zh-TW" b="1">
                <a:latin typeface="Calibri" pitchFamily="34" charset="0"/>
              </a:rPr>
              <a:t>    </a:t>
            </a:r>
            <a:r>
              <a:rPr lang="en-US" altLang="zh-TW">
                <a:latin typeface="Calibri" pitchFamily="34" charset="0"/>
              </a:rPr>
              <a:t>aA + bB + </a:t>
            </a:r>
            <a:r>
              <a:rPr lang="en-US" altLang="zh-TW">
                <a:latin typeface="Calibri" pitchFamily="34" charset="0"/>
                <a:sym typeface="Wingdings" pitchFamily="2" charset="2"/>
              </a:rPr>
              <a:t></a:t>
            </a:r>
            <a:r>
              <a:rPr lang="en-US" altLang="zh-TW">
                <a:latin typeface="Calibri" pitchFamily="34" charset="0"/>
              </a:rPr>
              <a:t>cC + dD +</a:t>
            </a:r>
            <a:r>
              <a:rPr lang="en-US" altLang="zh-TW">
                <a:latin typeface="Calibri" pitchFamily="34" charset="0"/>
                <a:sym typeface="Wingdings" pitchFamily="2" charset="2"/>
              </a:rPr>
              <a:t>         or</a:t>
            </a:r>
          </a:p>
          <a:p>
            <a:pPr>
              <a:lnSpc>
                <a:spcPct val="50000"/>
              </a:lnSpc>
            </a:pPr>
            <a:endParaRPr lang="en-US" altLang="zh-TW" b="1">
              <a:latin typeface="Calibri" pitchFamily="34" charset="0"/>
            </a:endParaRPr>
          </a:p>
          <a:p>
            <a:pPr>
              <a:lnSpc>
                <a:spcPct val="50000"/>
              </a:lnSpc>
            </a:pPr>
            <a:endParaRPr lang="en-US" altLang="zh-TW">
              <a:latin typeface="Calibri" pitchFamily="34" charset="0"/>
            </a:endParaRPr>
          </a:p>
          <a:p>
            <a:endParaRPr lang="en-US" altLang="zh-TW">
              <a:latin typeface="Calibri" pitchFamily="34" charset="0"/>
            </a:endParaRPr>
          </a:p>
          <a:p>
            <a:endParaRPr lang="en-US" altLang="zh-TW">
              <a:latin typeface="Calibri" pitchFamily="34" charset="0"/>
            </a:endParaRPr>
          </a:p>
        </p:txBody>
      </p:sp>
      <p:sp>
        <p:nvSpPr>
          <p:cNvPr id="18459" name="Rectangle 48"/>
          <p:cNvSpPr>
            <a:spLocks noChangeArrowheads="1"/>
          </p:cNvSpPr>
          <p:nvPr/>
        </p:nvSpPr>
        <p:spPr bwMode="auto">
          <a:xfrm>
            <a:off x="685800" y="2667000"/>
            <a:ext cx="6400800" cy="611188"/>
          </a:xfrm>
          <a:prstGeom prst="rect">
            <a:avLst/>
          </a:prstGeom>
          <a:noFill/>
          <a:ln w="9525">
            <a:noFill/>
            <a:miter lim="800000"/>
            <a:headEnd/>
            <a:tailEnd/>
          </a:ln>
        </p:spPr>
        <p:txBody>
          <a:bodyPr>
            <a:spAutoFit/>
          </a:bodyPr>
          <a:lstStyle/>
          <a:p>
            <a:endParaRPr lang="en-US" altLang="zh-TW">
              <a:latin typeface="Calibri" pitchFamily="34" charset="0"/>
            </a:endParaRPr>
          </a:p>
          <a:p>
            <a:r>
              <a:rPr lang="en-US" altLang="zh-TW">
                <a:latin typeface="Calibri" pitchFamily="34" charset="0"/>
              </a:rPr>
              <a:t>At reaction equilibrium in terms of chemical potential of component </a:t>
            </a:r>
            <a:r>
              <a:rPr lang="en-US" altLang="zh-TW" i="1">
                <a:latin typeface="Calibri" pitchFamily="34" charset="0"/>
              </a:rPr>
              <a:t>i</a:t>
            </a:r>
            <a:r>
              <a:rPr lang="en-US" altLang="zh-TW">
                <a:latin typeface="Times New Roman" pitchFamily="18" charset="0"/>
              </a:rPr>
              <a:t>.</a:t>
            </a:r>
            <a:r>
              <a:rPr lang="en-US" altLang="zh-TW" sz="1400" b="1">
                <a:latin typeface="Times New Roman" pitchFamily="18" charset="0"/>
              </a:rPr>
              <a:t> </a:t>
            </a:r>
          </a:p>
        </p:txBody>
      </p:sp>
      <p:sp>
        <p:nvSpPr>
          <p:cNvPr id="18460" name="Rectangle 50"/>
          <p:cNvSpPr>
            <a:spLocks noChangeArrowheads="1"/>
          </p:cNvSpPr>
          <p:nvPr/>
        </p:nvSpPr>
        <p:spPr bwMode="auto">
          <a:xfrm>
            <a:off x="5148263" y="3644900"/>
            <a:ext cx="3071812" cy="304800"/>
          </a:xfrm>
          <a:prstGeom prst="rect">
            <a:avLst/>
          </a:prstGeom>
          <a:noFill/>
          <a:ln w="9525">
            <a:noFill/>
            <a:miter lim="800000"/>
            <a:headEnd/>
            <a:tailEnd/>
          </a:ln>
        </p:spPr>
        <p:txBody>
          <a:bodyPr wrap="none">
            <a:spAutoFit/>
          </a:bodyPr>
          <a:lstStyle/>
          <a:p>
            <a:r>
              <a:rPr lang="en-US" altLang="zh-TW" sz="1400">
                <a:latin typeface="Calibri" pitchFamily="34" charset="0"/>
              </a:rPr>
              <a:t>Define chemical equilibrium constant</a:t>
            </a: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2" name="投影片編號版面配置區 6"/>
          <p:cNvSpPr>
            <a:spLocks noGrp="1"/>
          </p:cNvSpPr>
          <p:nvPr>
            <p:ph type="sldNum" sz="quarter" idx="12"/>
          </p:nvPr>
        </p:nvSpPr>
        <p:spPr/>
        <p:txBody>
          <a:bodyPr/>
          <a:lstStyle/>
          <a:p>
            <a:pPr>
              <a:defRPr/>
            </a:pPr>
            <a:fld id="{E494EBEF-6BCF-4F48-B9D0-EDBA75926832}" type="slidenum">
              <a:rPr lang="en-US" altLang="zh-TW"/>
              <a:pPr>
                <a:defRPr/>
              </a:pPr>
              <a:t>23</a:t>
            </a:fld>
            <a:endParaRPr lang="en-US" altLang="zh-TW"/>
          </a:p>
        </p:txBody>
      </p:sp>
      <p:sp>
        <p:nvSpPr>
          <p:cNvPr id="19463" name="Rectangle 2"/>
          <p:cNvSpPr>
            <a:spLocks noGrp="1" noChangeArrowheads="1"/>
          </p:cNvSpPr>
          <p:nvPr>
            <p:ph type="title"/>
          </p:nvPr>
        </p:nvSpPr>
        <p:spPr>
          <a:xfrm>
            <a:off x="533400" y="914400"/>
            <a:ext cx="2057400" cy="427038"/>
          </a:xfrm>
        </p:spPr>
        <p:txBody>
          <a:bodyPr rtlCol="0">
            <a:normAutofit fontScale="90000"/>
          </a:bodyPr>
          <a:lstStyle/>
          <a:p>
            <a:pPr algn="l" fontAlgn="auto">
              <a:spcAft>
                <a:spcPts val="0"/>
              </a:spcAft>
              <a:defRPr/>
            </a:pPr>
            <a:r>
              <a:rPr lang="en-US" altLang="zh-TW" sz="1400" b="1" smtClean="0"/>
              <a:t/>
            </a:r>
            <a:br>
              <a:rPr lang="en-US" altLang="zh-TW" sz="1400" b="1" smtClean="0"/>
            </a:br>
            <a:r>
              <a:rPr lang="en-US" altLang="zh-TW" sz="2000" smtClean="0">
                <a:solidFill>
                  <a:srgbClr val="003366"/>
                </a:solidFill>
              </a:rPr>
              <a:t>Continue</a:t>
            </a:r>
          </a:p>
        </p:txBody>
      </p:sp>
      <p:graphicFrame>
        <p:nvGraphicFramePr>
          <p:cNvPr id="19458" name="Object 8"/>
          <p:cNvGraphicFramePr>
            <a:graphicFrameLocks noChangeAspect="1"/>
          </p:cNvGraphicFramePr>
          <p:nvPr/>
        </p:nvGraphicFramePr>
        <p:xfrm>
          <a:off x="1219200" y="2667000"/>
          <a:ext cx="2493963" cy="533400"/>
        </p:xfrm>
        <a:graphic>
          <a:graphicData uri="http://schemas.openxmlformats.org/presentationml/2006/ole">
            <p:oleObj spid="_x0000_s19458" name="方程式" r:id="rId3" imgW="1384200" imgH="291960" progId="Equation.3">
              <p:embed/>
            </p:oleObj>
          </a:graphicData>
        </a:graphic>
      </p:graphicFrame>
      <p:graphicFrame>
        <p:nvGraphicFramePr>
          <p:cNvPr id="19459" name="Object 9"/>
          <p:cNvGraphicFramePr>
            <a:graphicFrameLocks noChangeAspect="1"/>
          </p:cNvGraphicFramePr>
          <p:nvPr/>
        </p:nvGraphicFramePr>
        <p:xfrm>
          <a:off x="5105400" y="4191000"/>
          <a:ext cx="1524000" cy="460375"/>
        </p:xfrm>
        <a:graphic>
          <a:graphicData uri="http://schemas.openxmlformats.org/presentationml/2006/ole">
            <p:oleObj spid="_x0000_s19459" name="方程式" r:id="rId4" imgW="888840" imgH="266400" progId="Equation.3">
              <p:embed/>
            </p:oleObj>
          </a:graphicData>
        </a:graphic>
      </p:graphicFrame>
      <p:graphicFrame>
        <p:nvGraphicFramePr>
          <p:cNvPr id="19460" name="Object 10"/>
          <p:cNvGraphicFramePr>
            <a:graphicFrameLocks noChangeAspect="1"/>
          </p:cNvGraphicFramePr>
          <p:nvPr/>
        </p:nvGraphicFramePr>
        <p:xfrm>
          <a:off x="4800600" y="2743200"/>
          <a:ext cx="2147888" cy="457200"/>
        </p:xfrm>
        <a:graphic>
          <a:graphicData uri="http://schemas.openxmlformats.org/presentationml/2006/ole">
            <p:oleObj spid="_x0000_s19460" name="方程式" r:id="rId5" imgW="1752600" imgH="292100" progId="Equation.3">
              <p:embed/>
            </p:oleObj>
          </a:graphicData>
        </a:graphic>
      </p:graphicFrame>
      <p:sp>
        <p:nvSpPr>
          <p:cNvPr id="19464" name="Text Box 12"/>
          <p:cNvSpPr txBox="1">
            <a:spLocks noChangeArrowheads="1"/>
          </p:cNvSpPr>
          <p:nvPr/>
        </p:nvSpPr>
        <p:spPr bwMode="auto">
          <a:xfrm>
            <a:off x="1066800" y="2133600"/>
            <a:ext cx="2298700" cy="366713"/>
          </a:xfrm>
          <a:prstGeom prst="rect">
            <a:avLst/>
          </a:prstGeom>
          <a:noFill/>
          <a:ln w="9525">
            <a:noFill/>
            <a:miter lim="800000"/>
            <a:headEnd/>
            <a:tailEnd/>
          </a:ln>
        </p:spPr>
        <p:txBody>
          <a:bodyPr wrap="none">
            <a:spAutoFit/>
          </a:bodyPr>
          <a:lstStyle/>
          <a:p>
            <a:r>
              <a:rPr kumimoji="0" lang="en-US" altLang="zh-TW">
                <a:latin typeface="Times New Roman" pitchFamily="18" charset="0"/>
              </a:rPr>
              <a:t>For gas phase reaction</a:t>
            </a:r>
            <a:r>
              <a:rPr kumimoji="0" lang="en-US" altLang="zh-TW">
                <a:latin typeface="Calibri" pitchFamily="34" charset="0"/>
              </a:rPr>
              <a:t> </a:t>
            </a:r>
          </a:p>
        </p:txBody>
      </p:sp>
      <p:sp>
        <p:nvSpPr>
          <p:cNvPr id="19465" name="Text Box 13"/>
          <p:cNvSpPr txBox="1">
            <a:spLocks noChangeArrowheads="1"/>
          </p:cNvSpPr>
          <p:nvPr/>
        </p:nvSpPr>
        <p:spPr bwMode="auto">
          <a:xfrm>
            <a:off x="4648200" y="2590800"/>
            <a:ext cx="2133600" cy="366713"/>
          </a:xfrm>
          <a:prstGeom prst="rect">
            <a:avLst/>
          </a:prstGeom>
          <a:noFill/>
          <a:ln w="9525">
            <a:noFill/>
            <a:miter lim="800000"/>
            <a:headEnd/>
            <a:tailEnd/>
          </a:ln>
        </p:spPr>
        <p:txBody>
          <a:bodyPr>
            <a:spAutoFit/>
          </a:bodyPr>
          <a:lstStyle/>
          <a:p>
            <a:pPr>
              <a:spcBef>
                <a:spcPct val="50000"/>
              </a:spcBef>
            </a:pPr>
            <a:endParaRPr kumimoji="0" lang="zh-TW" altLang="zh-TW">
              <a:latin typeface="Calibri" pitchFamily="34" charset="0"/>
            </a:endParaRPr>
          </a:p>
        </p:txBody>
      </p:sp>
      <p:graphicFrame>
        <p:nvGraphicFramePr>
          <p:cNvPr id="19461" name="Object 14"/>
          <p:cNvGraphicFramePr>
            <a:graphicFrameLocks noChangeAspect="1"/>
          </p:cNvGraphicFramePr>
          <p:nvPr>
            <p:ph sz="half" idx="2"/>
          </p:nvPr>
        </p:nvGraphicFramePr>
        <p:xfrm>
          <a:off x="1295400" y="4191000"/>
          <a:ext cx="2133600" cy="533400"/>
        </p:xfrm>
        <a:graphic>
          <a:graphicData uri="http://schemas.openxmlformats.org/presentationml/2006/ole">
            <p:oleObj spid="_x0000_s19461" name="方程式" r:id="rId6" imgW="1168200" imgH="291960" progId="Equation.3">
              <p:embed/>
            </p:oleObj>
          </a:graphicData>
        </a:graphic>
      </p:graphicFrame>
      <p:sp>
        <p:nvSpPr>
          <p:cNvPr id="19466" name="Text Box 17"/>
          <p:cNvSpPr txBox="1">
            <a:spLocks noChangeArrowheads="1"/>
          </p:cNvSpPr>
          <p:nvPr/>
        </p:nvSpPr>
        <p:spPr bwMode="auto">
          <a:xfrm>
            <a:off x="1143000" y="3657600"/>
            <a:ext cx="2514600" cy="366713"/>
          </a:xfrm>
          <a:prstGeom prst="rect">
            <a:avLst/>
          </a:prstGeom>
          <a:noFill/>
          <a:ln w="9525">
            <a:noFill/>
            <a:miter lim="800000"/>
            <a:headEnd/>
            <a:tailEnd/>
          </a:ln>
        </p:spPr>
        <p:txBody>
          <a:bodyPr>
            <a:spAutoFit/>
          </a:bodyPr>
          <a:lstStyle/>
          <a:p>
            <a:pPr>
              <a:spcBef>
                <a:spcPct val="50000"/>
              </a:spcBef>
            </a:pPr>
            <a:r>
              <a:rPr kumimoji="0" lang="en-US" altLang="zh-TW">
                <a:latin typeface="Times New Roman" pitchFamily="18" charset="0"/>
              </a:rPr>
              <a:t>For ideal gas reaction</a:t>
            </a:r>
          </a:p>
        </p:txBody>
      </p:sp>
      <p:sp>
        <p:nvSpPr>
          <p:cNvPr id="19467" name="Text Box 18"/>
          <p:cNvSpPr txBox="1">
            <a:spLocks noChangeArrowheads="1"/>
          </p:cNvSpPr>
          <p:nvPr/>
        </p:nvSpPr>
        <p:spPr bwMode="auto">
          <a:xfrm>
            <a:off x="685800" y="5029200"/>
            <a:ext cx="3579813" cy="304800"/>
          </a:xfrm>
          <a:prstGeom prst="rect">
            <a:avLst/>
          </a:prstGeom>
          <a:noFill/>
          <a:ln w="9525">
            <a:noFill/>
            <a:miter lim="800000"/>
            <a:headEnd/>
            <a:tailEnd/>
          </a:ln>
        </p:spPr>
        <p:txBody>
          <a:bodyPr wrap="none">
            <a:spAutoFit/>
          </a:bodyPr>
          <a:lstStyle/>
          <a:p>
            <a:r>
              <a:rPr kumimoji="0" lang="en-US" altLang="zh-TW" sz="1400" b="1">
                <a:latin typeface="Times New Roman" pitchFamily="18" charset="0"/>
              </a:rPr>
              <a:t>(Under the standard state is chosen at 1 atm)</a:t>
            </a:r>
          </a:p>
        </p:txBody>
      </p:sp>
      <p:sp>
        <p:nvSpPr>
          <p:cNvPr id="19468" name="Text Box 19"/>
          <p:cNvSpPr txBox="1">
            <a:spLocks noChangeArrowheads="1"/>
          </p:cNvSpPr>
          <p:nvPr/>
        </p:nvSpPr>
        <p:spPr bwMode="auto">
          <a:xfrm>
            <a:off x="4572000" y="2209800"/>
            <a:ext cx="2743200" cy="366713"/>
          </a:xfrm>
          <a:prstGeom prst="rect">
            <a:avLst/>
          </a:prstGeom>
          <a:noFill/>
          <a:ln w="9525">
            <a:noFill/>
            <a:miter lim="800000"/>
            <a:headEnd/>
            <a:tailEnd/>
          </a:ln>
        </p:spPr>
        <p:txBody>
          <a:bodyPr>
            <a:spAutoFit/>
          </a:bodyPr>
          <a:lstStyle/>
          <a:p>
            <a:pPr>
              <a:spcBef>
                <a:spcPct val="50000"/>
              </a:spcBef>
            </a:pPr>
            <a:r>
              <a:rPr kumimoji="0" lang="en-US" altLang="zh-TW">
                <a:latin typeface="Times New Roman" pitchFamily="18" charset="0"/>
              </a:rPr>
              <a:t>For liquid phase reaction</a:t>
            </a:r>
          </a:p>
        </p:txBody>
      </p:sp>
      <p:sp>
        <p:nvSpPr>
          <p:cNvPr id="19469" name="Text Box 20"/>
          <p:cNvSpPr txBox="1">
            <a:spLocks noChangeArrowheads="1"/>
          </p:cNvSpPr>
          <p:nvPr/>
        </p:nvSpPr>
        <p:spPr bwMode="auto">
          <a:xfrm>
            <a:off x="4572000" y="3657600"/>
            <a:ext cx="3429000" cy="366713"/>
          </a:xfrm>
          <a:prstGeom prst="rect">
            <a:avLst/>
          </a:prstGeom>
          <a:noFill/>
          <a:ln w="9525">
            <a:noFill/>
            <a:miter lim="800000"/>
            <a:headEnd/>
            <a:tailEnd/>
          </a:ln>
        </p:spPr>
        <p:txBody>
          <a:bodyPr>
            <a:spAutoFit/>
          </a:bodyPr>
          <a:lstStyle/>
          <a:p>
            <a:pPr>
              <a:spcBef>
                <a:spcPct val="50000"/>
              </a:spcBef>
            </a:pPr>
            <a:r>
              <a:rPr kumimoji="0" lang="en-US" altLang="zh-TW">
                <a:latin typeface="Times New Roman" pitchFamily="18" charset="0"/>
              </a:rPr>
              <a:t>For ideal liquid phase reaction</a:t>
            </a:r>
          </a:p>
        </p:txBody>
      </p:sp>
      <p:sp>
        <p:nvSpPr>
          <p:cNvPr id="19470" name="Text Box 21"/>
          <p:cNvSpPr txBox="1">
            <a:spLocks noChangeArrowheads="1"/>
          </p:cNvSpPr>
          <p:nvPr/>
        </p:nvSpPr>
        <p:spPr bwMode="auto">
          <a:xfrm>
            <a:off x="4572000" y="5021263"/>
            <a:ext cx="3733800" cy="517525"/>
          </a:xfrm>
          <a:prstGeom prst="rect">
            <a:avLst/>
          </a:prstGeom>
          <a:noFill/>
          <a:ln w="9525">
            <a:noFill/>
            <a:miter lim="800000"/>
            <a:headEnd/>
            <a:tailEnd/>
          </a:ln>
        </p:spPr>
        <p:txBody>
          <a:bodyPr>
            <a:spAutoFit/>
          </a:bodyPr>
          <a:lstStyle/>
          <a:p>
            <a:pPr>
              <a:spcBef>
                <a:spcPct val="50000"/>
              </a:spcBef>
            </a:pPr>
            <a:r>
              <a:rPr kumimoji="0" lang="en-US" altLang="zh-TW" sz="1400" b="1">
                <a:latin typeface="Times New Roman" pitchFamily="18" charset="0"/>
              </a:rPr>
              <a:t>(The standard state is the fugacity of pure liquid </a:t>
            </a:r>
            <a:r>
              <a:rPr kumimoji="0" lang="en-US" altLang="zh-TW" sz="1400" b="1" i="1">
                <a:latin typeface="Times New Roman" pitchFamily="18" charset="0"/>
              </a:rPr>
              <a:t>i</a:t>
            </a:r>
            <a:r>
              <a:rPr kumimoji="0" lang="en-US" altLang="zh-TW" sz="1400" b="1">
                <a:latin typeface="Times New Roman" pitchFamily="18" charset="0"/>
              </a:rPr>
              <a:t> at the system temperature and 1 atm)</a:t>
            </a: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6" name="投影片編號版面配置區 5"/>
          <p:cNvSpPr>
            <a:spLocks noGrp="1"/>
          </p:cNvSpPr>
          <p:nvPr>
            <p:ph type="sldNum" sz="quarter" idx="12"/>
          </p:nvPr>
        </p:nvSpPr>
        <p:spPr/>
        <p:txBody>
          <a:bodyPr/>
          <a:lstStyle/>
          <a:p>
            <a:pPr>
              <a:defRPr/>
            </a:pPr>
            <a:fld id="{052ADC8C-949C-4307-BD36-5D0A26889653}" type="slidenum">
              <a:rPr lang="en-US" altLang="zh-TW"/>
              <a:pPr>
                <a:defRPr/>
              </a:pPr>
              <a:t>24</a:t>
            </a:fld>
            <a:endParaRPr lang="en-US" altLang="zh-TW"/>
          </a:p>
        </p:txBody>
      </p:sp>
      <p:sp>
        <p:nvSpPr>
          <p:cNvPr id="20487" name="Rectangle 5"/>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kumimoji="0" lang="zh-TW" altLang="en-US">
              <a:latin typeface="Calibri" pitchFamily="34" charset="0"/>
            </a:endParaRPr>
          </a:p>
        </p:txBody>
      </p:sp>
      <p:sp>
        <p:nvSpPr>
          <p:cNvPr id="20488" name="Rectangle 6"/>
          <p:cNvSpPr>
            <a:spLocks noChangeArrowheads="1"/>
          </p:cNvSpPr>
          <p:nvPr/>
        </p:nvSpPr>
        <p:spPr bwMode="auto">
          <a:xfrm>
            <a:off x="0" y="333375"/>
            <a:ext cx="9144000" cy="0"/>
          </a:xfrm>
          <a:prstGeom prst="rect">
            <a:avLst/>
          </a:prstGeom>
          <a:noFill/>
          <a:ln w="9525">
            <a:noFill/>
            <a:miter lim="800000"/>
            <a:headEnd/>
            <a:tailEnd/>
          </a:ln>
        </p:spPr>
        <p:txBody>
          <a:bodyPr wrap="none" anchor="ctr">
            <a:spAutoFit/>
          </a:bodyPr>
          <a:lstStyle/>
          <a:p>
            <a:endParaRPr kumimoji="0" lang="zh-TW" altLang="en-US">
              <a:latin typeface="Calibri" pitchFamily="34" charset="0"/>
            </a:endParaRPr>
          </a:p>
        </p:txBody>
      </p:sp>
      <p:sp>
        <p:nvSpPr>
          <p:cNvPr id="20489" name="Rectangle 8"/>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kumimoji="0" lang="zh-TW" altLang="en-US">
              <a:latin typeface="Calibri" pitchFamily="34" charset="0"/>
            </a:endParaRPr>
          </a:p>
        </p:txBody>
      </p:sp>
      <p:sp>
        <p:nvSpPr>
          <p:cNvPr id="20490" name="Rectangle 9"/>
          <p:cNvSpPr>
            <a:spLocks noChangeArrowheads="1"/>
          </p:cNvSpPr>
          <p:nvPr/>
        </p:nvSpPr>
        <p:spPr bwMode="auto">
          <a:xfrm>
            <a:off x="0" y="333375"/>
            <a:ext cx="9144000" cy="0"/>
          </a:xfrm>
          <a:prstGeom prst="rect">
            <a:avLst/>
          </a:prstGeom>
          <a:noFill/>
          <a:ln w="9525">
            <a:noFill/>
            <a:miter lim="800000"/>
            <a:headEnd/>
            <a:tailEnd/>
          </a:ln>
        </p:spPr>
        <p:txBody>
          <a:bodyPr wrap="none" anchor="ctr">
            <a:spAutoFit/>
          </a:bodyPr>
          <a:lstStyle/>
          <a:p>
            <a:endParaRPr kumimoji="0" lang="zh-TW" altLang="en-US">
              <a:latin typeface="Calibri" pitchFamily="34" charset="0"/>
            </a:endParaRPr>
          </a:p>
        </p:txBody>
      </p:sp>
      <p:sp>
        <p:nvSpPr>
          <p:cNvPr id="20491" name="Rectangle 11"/>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kumimoji="0" lang="zh-TW" altLang="en-US">
              <a:latin typeface="Calibri" pitchFamily="34" charset="0"/>
            </a:endParaRPr>
          </a:p>
        </p:txBody>
      </p:sp>
      <p:sp>
        <p:nvSpPr>
          <p:cNvPr id="20492" name="Rectangle 12"/>
          <p:cNvSpPr>
            <a:spLocks noChangeArrowheads="1"/>
          </p:cNvSpPr>
          <p:nvPr/>
        </p:nvSpPr>
        <p:spPr bwMode="auto">
          <a:xfrm>
            <a:off x="0" y="333375"/>
            <a:ext cx="9144000" cy="0"/>
          </a:xfrm>
          <a:prstGeom prst="rect">
            <a:avLst/>
          </a:prstGeom>
          <a:noFill/>
          <a:ln w="9525">
            <a:noFill/>
            <a:miter lim="800000"/>
            <a:headEnd/>
            <a:tailEnd/>
          </a:ln>
        </p:spPr>
        <p:txBody>
          <a:bodyPr wrap="none" anchor="ctr">
            <a:spAutoFit/>
          </a:bodyPr>
          <a:lstStyle/>
          <a:p>
            <a:endParaRPr kumimoji="0" lang="zh-TW" altLang="en-US">
              <a:latin typeface="Calibri" pitchFamily="34" charset="0"/>
            </a:endParaRPr>
          </a:p>
        </p:txBody>
      </p:sp>
      <p:sp>
        <p:nvSpPr>
          <p:cNvPr id="20493" name="Rectangle 14"/>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kumimoji="0" lang="zh-TW" altLang="en-US">
              <a:latin typeface="Calibri" pitchFamily="34" charset="0"/>
            </a:endParaRPr>
          </a:p>
        </p:txBody>
      </p:sp>
      <p:sp>
        <p:nvSpPr>
          <p:cNvPr id="20494" name="Rectangle 15"/>
          <p:cNvSpPr>
            <a:spLocks noChangeArrowheads="1"/>
          </p:cNvSpPr>
          <p:nvPr/>
        </p:nvSpPr>
        <p:spPr bwMode="auto">
          <a:xfrm>
            <a:off x="0" y="333375"/>
            <a:ext cx="9144000" cy="0"/>
          </a:xfrm>
          <a:prstGeom prst="rect">
            <a:avLst/>
          </a:prstGeom>
          <a:noFill/>
          <a:ln w="9525">
            <a:noFill/>
            <a:miter lim="800000"/>
            <a:headEnd/>
            <a:tailEnd/>
          </a:ln>
        </p:spPr>
        <p:txBody>
          <a:bodyPr wrap="none" anchor="ctr">
            <a:spAutoFit/>
          </a:bodyPr>
          <a:lstStyle/>
          <a:p>
            <a:endParaRPr kumimoji="0" lang="zh-TW" altLang="en-US">
              <a:latin typeface="Calibri" pitchFamily="34" charset="0"/>
            </a:endParaRPr>
          </a:p>
        </p:txBody>
      </p:sp>
      <p:sp>
        <p:nvSpPr>
          <p:cNvPr id="20495" name="Rectangle 17"/>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kumimoji="0" lang="zh-TW" altLang="en-US">
              <a:latin typeface="Calibri" pitchFamily="34" charset="0"/>
            </a:endParaRPr>
          </a:p>
        </p:txBody>
      </p:sp>
      <p:sp>
        <p:nvSpPr>
          <p:cNvPr id="20496" name="Rectangle 18"/>
          <p:cNvSpPr>
            <a:spLocks noChangeArrowheads="1"/>
          </p:cNvSpPr>
          <p:nvPr/>
        </p:nvSpPr>
        <p:spPr bwMode="auto">
          <a:xfrm>
            <a:off x="0" y="333375"/>
            <a:ext cx="9144000" cy="0"/>
          </a:xfrm>
          <a:prstGeom prst="rect">
            <a:avLst/>
          </a:prstGeom>
          <a:noFill/>
          <a:ln w="9525">
            <a:noFill/>
            <a:miter lim="800000"/>
            <a:headEnd/>
            <a:tailEnd/>
          </a:ln>
        </p:spPr>
        <p:txBody>
          <a:bodyPr wrap="none" anchor="ctr">
            <a:spAutoFit/>
          </a:bodyPr>
          <a:lstStyle/>
          <a:p>
            <a:endParaRPr kumimoji="0" lang="zh-TW" altLang="en-US">
              <a:latin typeface="Calibri" pitchFamily="34" charset="0"/>
            </a:endParaRPr>
          </a:p>
        </p:txBody>
      </p:sp>
      <p:sp>
        <p:nvSpPr>
          <p:cNvPr id="20497" name="Rectangle 20"/>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kumimoji="0" lang="zh-TW" altLang="en-US">
              <a:latin typeface="Calibri" pitchFamily="34" charset="0"/>
            </a:endParaRPr>
          </a:p>
        </p:txBody>
      </p:sp>
      <p:sp>
        <p:nvSpPr>
          <p:cNvPr id="20498" name="Rectangle 21"/>
          <p:cNvSpPr>
            <a:spLocks noChangeArrowheads="1"/>
          </p:cNvSpPr>
          <p:nvPr/>
        </p:nvSpPr>
        <p:spPr bwMode="auto">
          <a:xfrm>
            <a:off x="0" y="333375"/>
            <a:ext cx="9144000" cy="0"/>
          </a:xfrm>
          <a:prstGeom prst="rect">
            <a:avLst/>
          </a:prstGeom>
          <a:noFill/>
          <a:ln w="9525">
            <a:noFill/>
            <a:miter lim="800000"/>
            <a:headEnd/>
            <a:tailEnd/>
          </a:ln>
        </p:spPr>
        <p:txBody>
          <a:bodyPr wrap="none" anchor="ctr">
            <a:spAutoFit/>
          </a:bodyPr>
          <a:lstStyle/>
          <a:p>
            <a:endParaRPr kumimoji="0" lang="zh-TW" altLang="en-US">
              <a:latin typeface="Calibri" pitchFamily="34" charset="0"/>
            </a:endParaRPr>
          </a:p>
        </p:txBody>
      </p:sp>
      <p:graphicFrame>
        <p:nvGraphicFramePr>
          <p:cNvPr id="20482" name="Object 23"/>
          <p:cNvGraphicFramePr>
            <a:graphicFrameLocks noChangeAspect="1"/>
          </p:cNvGraphicFramePr>
          <p:nvPr/>
        </p:nvGraphicFramePr>
        <p:xfrm>
          <a:off x="990600" y="2438400"/>
          <a:ext cx="5265738" cy="803275"/>
        </p:xfrm>
        <a:graphic>
          <a:graphicData uri="http://schemas.openxmlformats.org/presentationml/2006/ole">
            <p:oleObj spid="_x0000_s20482" name="方程式" r:id="rId3" imgW="3136900" imgH="482600" progId="Equation.3">
              <p:embed/>
            </p:oleObj>
          </a:graphicData>
        </a:graphic>
      </p:graphicFrame>
      <p:sp>
        <p:nvSpPr>
          <p:cNvPr id="20499" name="Rectangle 24"/>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kumimoji="0" lang="zh-TW" altLang="en-US">
              <a:latin typeface="Calibri" pitchFamily="34" charset="0"/>
            </a:endParaRPr>
          </a:p>
        </p:txBody>
      </p:sp>
      <p:sp>
        <p:nvSpPr>
          <p:cNvPr id="20500" name="Rectangle 25"/>
          <p:cNvSpPr>
            <a:spLocks noChangeArrowheads="1"/>
          </p:cNvSpPr>
          <p:nvPr/>
        </p:nvSpPr>
        <p:spPr bwMode="auto">
          <a:xfrm>
            <a:off x="381000" y="485775"/>
            <a:ext cx="419100" cy="336550"/>
          </a:xfrm>
          <a:prstGeom prst="rect">
            <a:avLst/>
          </a:prstGeom>
          <a:noFill/>
          <a:ln w="9525">
            <a:noFill/>
            <a:miter lim="800000"/>
            <a:headEnd/>
            <a:tailEnd/>
          </a:ln>
        </p:spPr>
        <p:txBody>
          <a:bodyPr wrap="none" anchor="ctr">
            <a:spAutoFit/>
          </a:bodyPr>
          <a:lstStyle/>
          <a:p>
            <a:r>
              <a:rPr lang="en-US" altLang="zh-TW">
                <a:latin typeface="Times New Roman" pitchFamily="18" charset="0"/>
                <a:cs typeface="Times New Roman" pitchFamily="18" charset="0"/>
              </a:rPr>
              <a:t>  </a:t>
            </a:r>
            <a:r>
              <a:rPr lang="en-US" altLang="zh-TW" sz="1400">
                <a:latin typeface="Times New Roman" pitchFamily="18" charset="0"/>
                <a:cs typeface="Times New Roman" pitchFamily="18" charset="0"/>
              </a:rPr>
              <a:t>   </a:t>
            </a:r>
            <a:endParaRPr lang="en-US" altLang="zh-TW">
              <a:latin typeface="Calibri" pitchFamily="34" charset="0"/>
            </a:endParaRPr>
          </a:p>
        </p:txBody>
      </p:sp>
      <p:sp>
        <p:nvSpPr>
          <p:cNvPr id="20501" name="Rectangle 26"/>
          <p:cNvSpPr>
            <a:spLocks noChangeArrowheads="1"/>
          </p:cNvSpPr>
          <p:nvPr/>
        </p:nvSpPr>
        <p:spPr bwMode="auto">
          <a:xfrm>
            <a:off x="381000" y="1231900"/>
            <a:ext cx="9144000" cy="0"/>
          </a:xfrm>
          <a:prstGeom prst="rect">
            <a:avLst/>
          </a:prstGeom>
          <a:noFill/>
          <a:ln w="9525">
            <a:noFill/>
            <a:miter lim="800000"/>
            <a:headEnd/>
            <a:tailEnd/>
          </a:ln>
        </p:spPr>
        <p:txBody>
          <a:bodyPr wrap="none" anchor="ctr">
            <a:spAutoFit/>
          </a:bodyPr>
          <a:lstStyle/>
          <a:p>
            <a:endParaRPr lang="zh-TW" altLang="zh-TW">
              <a:latin typeface="Calibri" pitchFamily="34" charset="0"/>
            </a:endParaRPr>
          </a:p>
        </p:txBody>
      </p:sp>
      <p:sp>
        <p:nvSpPr>
          <p:cNvPr id="20502" name="Rectangle 28"/>
          <p:cNvSpPr>
            <a:spLocks noChangeArrowheads="1"/>
          </p:cNvSpPr>
          <p:nvPr/>
        </p:nvSpPr>
        <p:spPr bwMode="auto">
          <a:xfrm>
            <a:off x="0" y="3295650"/>
            <a:ext cx="9144000" cy="0"/>
          </a:xfrm>
          <a:prstGeom prst="rect">
            <a:avLst/>
          </a:prstGeom>
          <a:noFill/>
          <a:ln w="9525">
            <a:noFill/>
            <a:miter lim="800000"/>
            <a:headEnd/>
            <a:tailEnd/>
          </a:ln>
        </p:spPr>
        <p:txBody>
          <a:bodyPr wrap="none" anchor="ctr">
            <a:spAutoFit/>
          </a:bodyPr>
          <a:lstStyle/>
          <a:p>
            <a:endParaRPr kumimoji="0" lang="zh-TW" altLang="en-US">
              <a:latin typeface="Calibri" pitchFamily="34" charset="0"/>
            </a:endParaRPr>
          </a:p>
        </p:txBody>
      </p:sp>
      <p:graphicFrame>
        <p:nvGraphicFramePr>
          <p:cNvPr id="20483" name="Object 27"/>
          <p:cNvGraphicFramePr>
            <a:graphicFrameLocks noChangeAspect="1"/>
          </p:cNvGraphicFramePr>
          <p:nvPr/>
        </p:nvGraphicFramePr>
        <p:xfrm>
          <a:off x="1609725" y="4038600"/>
          <a:ext cx="2952750" cy="533400"/>
        </p:xfrm>
        <a:graphic>
          <a:graphicData uri="http://schemas.openxmlformats.org/presentationml/2006/ole">
            <p:oleObj spid="_x0000_s20483" name="方程式" r:id="rId4" imgW="1473120" imgH="266400" progId="Equation.3">
              <p:embed/>
            </p:oleObj>
          </a:graphicData>
        </a:graphic>
      </p:graphicFrame>
      <p:sp>
        <p:nvSpPr>
          <p:cNvPr id="20503" name="Rectangle 29"/>
          <p:cNvSpPr>
            <a:spLocks noChangeArrowheads="1"/>
          </p:cNvSpPr>
          <p:nvPr/>
        </p:nvSpPr>
        <p:spPr bwMode="auto">
          <a:xfrm>
            <a:off x="0" y="3562350"/>
            <a:ext cx="9144000" cy="0"/>
          </a:xfrm>
          <a:prstGeom prst="rect">
            <a:avLst/>
          </a:prstGeom>
          <a:noFill/>
          <a:ln w="9525">
            <a:noFill/>
            <a:miter lim="800000"/>
            <a:headEnd/>
            <a:tailEnd/>
          </a:ln>
        </p:spPr>
        <p:txBody>
          <a:bodyPr wrap="none" anchor="ctr">
            <a:spAutoFit/>
          </a:bodyPr>
          <a:lstStyle/>
          <a:p>
            <a:endParaRPr lang="zh-TW" altLang="zh-TW">
              <a:latin typeface="Calibri" pitchFamily="34" charset="0"/>
            </a:endParaRPr>
          </a:p>
        </p:txBody>
      </p:sp>
      <p:sp>
        <p:nvSpPr>
          <p:cNvPr id="20504" name="Rectangle 31"/>
          <p:cNvSpPr>
            <a:spLocks noChangeArrowheads="1"/>
          </p:cNvSpPr>
          <p:nvPr/>
        </p:nvSpPr>
        <p:spPr bwMode="auto">
          <a:xfrm>
            <a:off x="0" y="2971800"/>
            <a:ext cx="9144000" cy="0"/>
          </a:xfrm>
          <a:prstGeom prst="rect">
            <a:avLst/>
          </a:prstGeom>
          <a:noFill/>
          <a:ln w="9525">
            <a:noFill/>
            <a:miter lim="800000"/>
            <a:headEnd/>
            <a:tailEnd/>
          </a:ln>
        </p:spPr>
        <p:txBody>
          <a:bodyPr wrap="none" anchor="ctr">
            <a:spAutoFit/>
          </a:bodyPr>
          <a:lstStyle/>
          <a:p>
            <a:endParaRPr kumimoji="0" lang="zh-TW" altLang="en-US">
              <a:latin typeface="Calibri" pitchFamily="34" charset="0"/>
            </a:endParaRPr>
          </a:p>
        </p:txBody>
      </p:sp>
      <p:graphicFrame>
        <p:nvGraphicFramePr>
          <p:cNvPr id="20484" name="Object 30"/>
          <p:cNvGraphicFramePr>
            <a:graphicFrameLocks noChangeAspect="1"/>
          </p:cNvGraphicFramePr>
          <p:nvPr/>
        </p:nvGraphicFramePr>
        <p:xfrm>
          <a:off x="5486400" y="3962400"/>
          <a:ext cx="1778000" cy="503238"/>
        </p:xfrm>
        <a:graphic>
          <a:graphicData uri="http://schemas.openxmlformats.org/presentationml/2006/ole">
            <p:oleObj spid="_x0000_s20484" name="方程式" r:id="rId5" imgW="1523880" imgH="431640" progId="Equation.3">
              <p:embed/>
            </p:oleObj>
          </a:graphicData>
        </a:graphic>
      </p:graphicFrame>
      <p:sp>
        <p:nvSpPr>
          <p:cNvPr id="20505" name="Rectangle 32"/>
          <p:cNvSpPr>
            <a:spLocks noChangeArrowheads="1"/>
          </p:cNvSpPr>
          <p:nvPr/>
        </p:nvSpPr>
        <p:spPr bwMode="auto">
          <a:xfrm>
            <a:off x="0" y="3886200"/>
            <a:ext cx="9144000" cy="0"/>
          </a:xfrm>
          <a:prstGeom prst="rect">
            <a:avLst/>
          </a:prstGeom>
          <a:noFill/>
          <a:ln w="9525">
            <a:noFill/>
            <a:miter lim="800000"/>
            <a:headEnd/>
            <a:tailEnd/>
          </a:ln>
        </p:spPr>
        <p:txBody>
          <a:bodyPr wrap="none" anchor="ctr">
            <a:spAutoFit/>
          </a:bodyPr>
          <a:lstStyle/>
          <a:p>
            <a:endParaRPr lang="zh-TW" altLang="zh-TW">
              <a:latin typeface="Calibri" pitchFamily="34" charset="0"/>
            </a:endParaRPr>
          </a:p>
        </p:txBody>
      </p:sp>
      <p:sp>
        <p:nvSpPr>
          <p:cNvPr id="20506" name="Rectangle 34"/>
          <p:cNvSpPr>
            <a:spLocks noChangeArrowheads="1"/>
          </p:cNvSpPr>
          <p:nvPr/>
        </p:nvSpPr>
        <p:spPr bwMode="auto">
          <a:xfrm>
            <a:off x="3352800" y="3048000"/>
            <a:ext cx="1098550" cy="304800"/>
          </a:xfrm>
          <a:prstGeom prst="rect">
            <a:avLst/>
          </a:prstGeom>
          <a:noFill/>
          <a:ln w="9525">
            <a:noFill/>
            <a:miter lim="800000"/>
            <a:headEnd/>
            <a:tailEnd/>
          </a:ln>
        </p:spPr>
        <p:txBody>
          <a:bodyPr wrap="none" anchor="ctr">
            <a:spAutoFit/>
          </a:bodyPr>
          <a:lstStyle/>
          <a:p>
            <a:r>
              <a:rPr lang="en-US" altLang="zh-TW" sz="1400">
                <a:latin typeface="Times New Roman" pitchFamily="18" charset="0"/>
                <a:cs typeface="Times New Roman" pitchFamily="18" charset="0"/>
              </a:rPr>
              <a:t>	</a:t>
            </a:r>
            <a:endParaRPr lang="en-US" altLang="zh-TW">
              <a:latin typeface="Calibri" pitchFamily="34" charset="0"/>
            </a:endParaRPr>
          </a:p>
        </p:txBody>
      </p:sp>
      <p:graphicFrame>
        <p:nvGraphicFramePr>
          <p:cNvPr id="20485" name="Object 33"/>
          <p:cNvGraphicFramePr>
            <a:graphicFrameLocks noChangeAspect="1"/>
          </p:cNvGraphicFramePr>
          <p:nvPr/>
        </p:nvGraphicFramePr>
        <p:xfrm>
          <a:off x="1219200" y="5486400"/>
          <a:ext cx="5251450" cy="381000"/>
        </p:xfrm>
        <a:graphic>
          <a:graphicData uri="http://schemas.openxmlformats.org/presentationml/2006/ole">
            <p:oleObj spid="_x0000_s20485" name="方程式" r:id="rId6" imgW="3287873" imgH="241195" progId="Equation.3">
              <p:embed/>
            </p:oleObj>
          </a:graphicData>
        </a:graphic>
      </p:graphicFrame>
      <p:sp>
        <p:nvSpPr>
          <p:cNvPr id="20507" name="Rectangle 35"/>
          <p:cNvSpPr>
            <a:spLocks noChangeArrowheads="1"/>
          </p:cNvSpPr>
          <p:nvPr/>
        </p:nvSpPr>
        <p:spPr bwMode="auto">
          <a:xfrm>
            <a:off x="6629400" y="5486400"/>
            <a:ext cx="1295400" cy="336550"/>
          </a:xfrm>
          <a:prstGeom prst="rect">
            <a:avLst/>
          </a:prstGeom>
          <a:noFill/>
          <a:ln w="9525">
            <a:noFill/>
            <a:miter lim="800000"/>
            <a:headEnd/>
            <a:tailEnd/>
          </a:ln>
        </p:spPr>
        <p:txBody>
          <a:bodyPr anchor="ctr">
            <a:spAutoFit/>
          </a:bodyPr>
          <a:lstStyle/>
          <a:p>
            <a:r>
              <a:rPr lang="en-US" altLang="zh-TW">
                <a:latin typeface="Times New Roman" pitchFamily="18" charset="0"/>
                <a:cs typeface="Times New Roman" pitchFamily="18" charset="0"/>
              </a:rPr>
              <a:t> </a:t>
            </a:r>
            <a:r>
              <a:rPr lang="en-US" altLang="zh-TW" sz="1400">
                <a:latin typeface="Times New Roman" pitchFamily="18" charset="0"/>
                <a:cs typeface="Times New Roman" pitchFamily="18" charset="0"/>
              </a:rPr>
              <a:t>    </a:t>
            </a:r>
            <a:r>
              <a:rPr lang="en-US" altLang="zh-TW" sz="1200" i="1">
                <a:latin typeface="Times New Roman" pitchFamily="18" charset="0"/>
                <a:cs typeface="Times New Roman" pitchFamily="18" charset="0"/>
              </a:rPr>
              <a:t>j=1,2,</a:t>
            </a:r>
            <a:r>
              <a:rPr lang="en-US" altLang="zh-TW" sz="1200" i="1">
                <a:latin typeface="Calibri" pitchFamily="34" charset="0"/>
                <a:cs typeface="Times New Roman" pitchFamily="18" charset="0"/>
              </a:rPr>
              <a:t>…</a:t>
            </a:r>
            <a:r>
              <a:rPr lang="en-US" altLang="zh-TW" sz="1200" i="1">
                <a:latin typeface="Times New Roman" pitchFamily="18" charset="0"/>
                <a:cs typeface="Times New Roman" pitchFamily="18" charset="0"/>
              </a:rPr>
              <a:t>.m</a:t>
            </a:r>
            <a:endParaRPr lang="en-US" altLang="zh-TW">
              <a:latin typeface="Calibri" pitchFamily="34" charset="0"/>
            </a:endParaRPr>
          </a:p>
        </p:txBody>
      </p:sp>
      <p:sp>
        <p:nvSpPr>
          <p:cNvPr id="20508" name="Rectangle 41"/>
          <p:cNvSpPr>
            <a:spLocks noGrp="1" noChangeArrowheads="1"/>
          </p:cNvSpPr>
          <p:nvPr>
            <p:ph type="title"/>
          </p:nvPr>
        </p:nvSpPr>
        <p:spPr>
          <a:xfrm>
            <a:off x="457200" y="762000"/>
            <a:ext cx="8229600" cy="609600"/>
          </a:xfrm>
        </p:spPr>
        <p:txBody>
          <a:bodyPr rtlCol="0">
            <a:normAutofit fontScale="90000"/>
          </a:bodyPr>
          <a:lstStyle/>
          <a:p>
            <a:pPr fontAlgn="auto">
              <a:spcAft>
                <a:spcPts val="0"/>
              </a:spcAft>
              <a:defRPr/>
            </a:pPr>
            <a:r>
              <a:rPr lang="en-US" altLang="zh-TW" sz="2600" b="1" smtClean="0">
                <a:solidFill>
                  <a:srgbClr val="003366"/>
                </a:solidFill>
              </a:rPr>
              <a:t>Mathematical Model of a Distillaltion Column</a:t>
            </a:r>
            <a:br>
              <a:rPr lang="en-US" altLang="zh-TW" sz="2600" b="1" smtClean="0">
                <a:solidFill>
                  <a:srgbClr val="003366"/>
                </a:solidFill>
              </a:rPr>
            </a:br>
            <a:r>
              <a:rPr lang="en-US" altLang="zh-TW" sz="2600" b="1" smtClean="0">
                <a:solidFill>
                  <a:srgbClr val="003366"/>
                </a:solidFill>
              </a:rPr>
              <a:t>(MESH Equations)</a:t>
            </a:r>
            <a:r>
              <a:rPr lang="en-US" altLang="zh-TW" sz="2800" smtClean="0"/>
              <a:t> </a:t>
            </a:r>
          </a:p>
        </p:txBody>
      </p:sp>
      <p:sp>
        <p:nvSpPr>
          <p:cNvPr id="20509" name="Text Box 42"/>
          <p:cNvSpPr txBox="1">
            <a:spLocks noChangeArrowheads="1"/>
          </p:cNvSpPr>
          <p:nvPr/>
        </p:nvSpPr>
        <p:spPr bwMode="auto">
          <a:xfrm>
            <a:off x="990600" y="1828800"/>
            <a:ext cx="5340350" cy="366713"/>
          </a:xfrm>
          <a:prstGeom prst="rect">
            <a:avLst/>
          </a:prstGeom>
          <a:noFill/>
          <a:ln w="9525">
            <a:noFill/>
            <a:miter lim="800000"/>
            <a:headEnd/>
            <a:tailEnd/>
          </a:ln>
        </p:spPr>
        <p:txBody>
          <a:bodyPr wrap="none">
            <a:spAutoFit/>
          </a:bodyPr>
          <a:lstStyle/>
          <a:p>
            <a:r>
              <a:rPr kumimoji="0" lang="en-US" altLang="zh-TW">
                <a:latin typeface="Calibri" pitchFamily="34" charset="0"/>
              </a:rPr>
              <a:t>Material Balance equation of component i on a tray</a:t>
            </a:r>
          </a:p>
        </p:txBody>
      </p:sp>
      <p:sp>
        <p:nvSpPr>
          <p:cNvPr id="20510" name="Text Box 43"/>
          <p:cNvSpPr txBox="1">
            <a:spLocks noChangeArrowheads="1"/>
          </p:cNvSpPr>
          <p:nvPr/>
        </p:nvSpPr>
        <p:spPr bwMode="auto">
          <a:xfrm>
            <a:off x="1066800" y="3505200"/>
            <a:ext cx="2743200" cy="366713"/>
          </a:xfrm>
          <a:prstGeom prst="rect">
            <a:avLst/>
          </a:prstGeom>
          <a:noFill/>
          <a:ln w="9525">
            <a:noFill/>
            <a:miter lim="800000"/>
            <a:headEnd/>
            <a:tailEnd/>
          </a:ln>
        </p:spPr>
        <p:txBody>
          <a:bodyPr>
            <a:spAutoFit/>
          </a:bodyPr>
          <a:lstStyle/>
          <a:p>
            <a:pPr>
              <a:spcBef>
                <a:spcPct val="50000"/>
              </a:spcBef>
            </a:pPr>
            <a:r>
              <a:rPr kumimoji="0" lang="en-US" altLang="zh-TW">
                <a:latin typeface="Calibri" pitchFamily="34" charset="0"/>
              </a:rPr>
              <a:t>Equilibrium equation </a:t>
            </a:r>
          </a:p>
        </p:txBody>
      </p:sp>
      <p:sp>
        <p:nvSpPr>
          <p:cNvPr id="20511" name="Text Box 44"/>
          <p:cNvSpPr txBox="1">
            <a:spLocks noChangeArrowheads="1"/>
          </p:cNvSpPr>
          <p:nvPr/>
        </p:nvSpPr>
        <p:spPr bwMode="auto">
          <a:xfrm>
            <a:off x="5181600" y="3429000"/>
            <a:ext cx="2279650" cy="366713"/>
          </a:xfrm>
          <a:prstGeom prst="rect">
            <a:avLst/>
          </a:prstGeom>
          <a:noFill/>
          <a:ln w="9525">
            <a:noFill/>
            <a:miter lim="800000"/>
            <a:headEnd/>
            <a:tailEnd/>
          </a:ln>
        </p:spPr>
        <p:txBody>
          <a:bodyPr wrap="none">
            <a:spAutoFit/>
          </a:bodyPr>
          <a:lstStyle/>
          <a:p>
            <a:r>
              <a:rPr kumimoji="0" lang="en-US" altLang="zh-TW">
                <a:latin typeface="Calibri" pitchFamily="34" charset="0"/>
              </a:rPr>
              <a:t>Summation equation</a:t>
            </a:r>
          </a:p>
        </p:txBody>
      </p:sp>
      <p:sp>
        <p:nvSpPr>
          <p:cNvPr id="20512" name="Text Box 45"/>
          <p:cNvSpPr txBox="1">
            <a:spLocks noChangeArrowheads="1"/>
          </p:cNvSpPr>
          <p:nvPr/>
        </p:nvSpPr>
        <p:spPr bwMode="auto">
          <a:xfrm>
            <a:off x="990600" y="4953000"/>
            <a:ext cx="3810000" cy="366713"/>
          </a:xfrm>
          <a:prstGeom prst="rect">
            <a:avLst/>
          </a:prstGeom>
          <a:noFill/>
          <a:ln w="9525">
            <a:noFill/>
            <a:miter lim="800000"/>
            <a:headEnd/>
            <a:tailEnd/>
          </a:ln>
        </p:spPr>
        <p:txBody>
          <a:bodyPr>
            <a:spAutoFit/>
          </a:bodyPr>
          <a:lstStyle/>
          <a:p>
            <a:pPr>
              <a:spcBef>
                <a:spcPct val="50000"/>
              </a:spcBef>
            </a:pPr>
            <a:r>
              <a:rPr kumimoji="0" lang="en-US" altLang="zh-TW">
                <a:latin typeface="Calibri" pitchFamily="34" charset="0"/>
              </a:rPr>
              <a:t>Energy balance equation on a tray</a:t>
            </a:r>
          </a:p>
        </p:txBody>
      </p:sp>
      <p:sp>
        <p:nvSpPr>
          <p:cNvPr id="20513" name="Text Box 46"/>
          <p:cNvSpPr txBox="1">
            <a:spLocks noChangeArrowheads="1"/>
          </p:cNvSpPr>
          <p:nvPr/>
        </p:nvSpPr>
        <p:spPr bwMode="auto">
          <a:xfrm>
            <a:off x="7162800" y="4267200"/>
            <a:ext cx="1066800" cy="366713"/>
          </a:xfrm>
          <a:prstGeom prst="rect">
            <a:avLst/>
          </a:prstGeom>
          <a:noFill/>
          <a:ln w="9525">
            <a:noFill/>
            <a:miter lim="800000"/>
            <a:headEnd/>
            <a:tailEnd/>
          </a:ln>
        </p:spPr>
        <p:txBody>
          <a:bodyPr>
            <a:spAutoFit/>
          </a:bodyPr>
          <a:lstStyle/>
          <a:p>
            <a:pPr>
              <a:spcBef>
                <a:spcPct val="50000"/>
              </a:spcBef>
            </a:pPr>
            <a:endParaRPr kumimoji="0" lang="zh-TW" altLang="zh-TW">
              <a:latin typeface="Calibri" pitchFamily="34" charset="0"/>
            </a:endParaRPr>
          </a:p>
        </p:txBody>
      </p:sp>
      <p:sp>
        <p:nvSpPr>
          <p:cNvPr id="20514" name="Text Box 47"/>
          <p:cNvSpPr txBox="1">
            <a:spLocks noChangeArrowheads="1"/>
          </p:cNvSpPr>
          <p:nvPr/>
        </p:nvSpPr>
        <p:spPr bwMode="auto">
          <a:xfrm>
            <a:off x="7467600" y="4038600"/>
            <a:ext cx="1066800" cy="274638"/>
          </a:xfrm>
          <a:prstGeom prst="rect">
            <a:avLst/>
          </a:prstGeom>
          <a:noFill/>
          <a:ln w="9525">
            <a:noFill/>
            <a:miter lim="800000"/>
            <a:headEnd/>
            <a:tailEnd/>
          </a:ln>
        </p:spPr>
        <p:txBody>
          <a:bodyPr>
            <a:spAutoFit/>
          </a:bodyPr>
          <a:lstStyle/>
          <a:p>
            <a:pPr>
              <a:spcBef>
                <a:spcPct val="50000"/>
              </a:spcBef>
            </a:pPr>
            <a:r>
              <a:rPr kumimoji="0" lang="en-US" altLang="zh-TW" sz="1200" i="1">
                <a:latin typeface="Calibri" pitchFamily="34" charset="0"/>
              </a:rPr>
              <a:t>j = 1,2, …m</a:t>
            </a:r>
          </a:p>
        </p:txBody>
      </p:sp>
      <p:sp>
        <p:nvSpPr>
          <p:cNvPr id="20515" name="Text Box 48"/>
          <p:cNvSpPr txBox="1">
            <a:spLocks noChangeArrowheads="1"/>
          </p:cNvSpPr>
          <p:nvPr/>
        </p:nvSpPr>
        <p:spPr bwMode="auto">
          <a:xfrm>
            <a:off x="6858000" y="2514600"/>
            <a:ext cx="1524000" cy="549275"/>
          </a:xfrm>
          <a:prstGeom prst="rect">
            <a:avLst/>
          </a:prstGeom>
          <a:noFill/>
          <a:ln w="9525">
            <a:noFill/>
            <a:miter lim="800000"/>
            <a:headEnd/>
            <a:tailEnd/>
          </a:ln>
        </p:spPr>
        <p:txBody>
          <a:bodyPr>
            <a:spAutoFit/>
          </a:bodyPr>
          <a:lstStyle/>
          <a:p>
            <a:pPr>
              <a:spcBef>
                <a:spcPct val="50000"/>
              </a:spcBef>
            </a:pPr>
            <a:r>
              <a:rPr kumimoji="0" lang="en-US" altLang="zh-TW" sz="1200" i="1">
                <a:latin typeface="Calibri" pitchFamily="34" charset="0"/>
              </a:rPr>
              <a:t>i = 1,2,…n</a:t>
            </a:r>
          </a:p>
          <a:p>
            <a:pPr>
              <a:spcBef>
                <a:spcPct val="50000"/>
              </a:spcBef>
            </a:pPr>
            <a:r>
              <a:rPr kumimoji="0" lang="en-US" altLang="zh-TW" sz="1200" i="1">
                <a:latin typeface="Calibri" pitchFamily="34" charset="0"/>
              </a:rPr>
              <a:t>j = 1,2,…m</a:t>
            </a: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a:xfrm>
            <a:off x="533400" y="990600"/>
            <a:ext cx="7772400" cy="762000"/>
          </a:xfrm>
        </p:spPr>
        <p:txBody>
          <a:bodyPr rtlCol="0">
            <a:normAutofit fontScale="90000"/>
          </a:bodyPr>
          <a:lstStyle/>
          <a:p>
            <a:pPr fontAlgn="auto">
              <a:spcAft>
                <a:spcPts val="0"/>
              </a:spcAft>
              <a:defRPr/>
            </a:pPr>
            <a:r>
              <a:rPr lang="en-US" altLang="zh-TW" sz="2400" b="1" smtClean="0"/>
              <a:t>Recommended Equations of State (EOS)</a:t>
            </a:r>
            <a:br>
              <a:rPr lang="en-US" altLang="zh-TW" sz="2400" b="1" smtClean="0"/>
            </a:br>
            <a:endParaRPr lang="zh-TW" altLang="en-US" sz="2400" b="1" smtClean="0"/>
          </a:p>
        </p:txBody>
      </p:sp>
      <p:sp>
        <p:nvSpPr>
          <p:cNvPr id="73730" name="Rectangle 3"/>
          <p:cNvSpPr>
            <a:spLocks noGrp="1" noChangeArrowheads="1"/>
          </p:cNvSpPr>
          <p:nvPr>
            <p:ph type="body" idx="1"/>
          </p:nvPr>
        </p:nvSpPr>
        <p:spPr>
          <a:xfrm>
            <a:off x="914400" y="1828800"/>
            <a:ext cx="7391400" cy="3352800"/>
          </a:xfrm>
        </p:spPr>
        <p:txBody>
          <a:bodyPr/>
          <a:lstStyle/>
          <a:p>
            <a:pPr>
              <a:lnSpc>
                <a:spcPct val="80000"/>
              </a:lnSpc>
            </a:pPr>
            <a:r>
              <a:rPr lang="en-US" altLang="zh-TW" sz="1800" smtClean="0"/>
              <a:t> </a:t>
            </a:r>
            <a:r>
              <a:rPr lang="en-US" altLang="zh-TW" sz="1800" smtClean="0">
                <a:latin typeface="Times New Roman" pitchFamily="18" charset="0"/>
              </a:rPr>
              <a:t>Low pressures, no components that associate: Ideal gas mixtures</a:t>
            </a:r>
          </a:p>
          <a:p>
            <a:pPr>
              <a:lnSpc>
                <a:spcPct val="80000"/>
              </a:lnSpc>
            </a:pPr>
            <a:r>
              <a:rPr lang="en-US" altLang="zh-TW" sz="1800" smtClean="0">
                <a:latin typeface="Times New Roman" pitchFamily="18" charset="0"/>
              </a:rPr>
              <a:t> Low pressure for a mixture that contains an associating component: </a:t>
            </a:r>
          </a:p>
          <a:p>
            <a:pPr>
              <a:lnSpc>
                <a:spcPct val="80000"/>
              </a:lnSpc>
              <a:buFontTx/>
              <a:buNone/>
            </a:pPr>
            <a:r>
              <a:rPr lang="en-US" altLang="zh-TW" sz="1800" smtClean="0">
                <a:latin typeface="Times New Roman" pitchFamily="18" charset="0"/>
              </a:rPr>
              <a:t>         Two-term virial equation (HOC model)</a:t>
            </a:r>
          </a:p>
          <a:p>
            <a:pPr>
              <a:lnSpc>
                <a:spcPct val="80000"/>
              </a:lnSpc>
            </a:pPr>
            <a:r>
              <a:rPr lang="en-US" altLang="zh-TW" sz="1800" smtClean="0">
                <a:latin typeface="Times New Roman" pitchFamily="18" charset="0"/>
              </a:rPr>
              <a:t> Elevated pressures for a vapor mixture that contains hydrocrbons, </a:t>
            </a:r>
          </a:p>
          <a:p>
            <a:pPr>
              <a:lnSpc>
                <a:spcPct val="80000"/>
              </a:lnSpc>
              <a:buFontTx/>
              <a:buNone/>
            </a:pPr>
            <a:r>
              <a:rPr lang="en-US" altLang="zh-TW" sz="1800" smtClean="0">
                <a:latin typeface="Times New Roman" pitchFamily="18" charset="0"/>
              </a:rPr>
              <a:t>        nitrogen, oxygen, carbon dioxide, and/or other inorganic gases (but</a:t>
            </a:r>
          </a:p>
          <a:p>
            <a:pPr>
              <a:lnSpc>
                <a:spcPct val="80000"/>
              </a:lnSpc>
              <a:buFontTx/>
              <a:buNone/>
            </a:pPr>
            <a:r>
              <a:rPr lang="en-US" altLang="zh-TW" sz="1800" smtClean="0">
                <a:latin typeface="Times New Roman" pitchFamily="18" charset="0"/>
              </a:rPr>
              <a:t>        not HF): Peng-Robinson EOS or Soave EOS  with van der Waals  </a:t>
            </a:r>
          </a:p>
          <a:p>
            <a:pPr>
              <a:lnSpc>
                <a:spcPct val="80000"/>
              </a:lnSpc>
              <a:buFontTx/>
              <a:buNone/>
            </a:pPr>
            <a:r>
              <a:rPr lang="en-US" altLang="zh-TW" sz="1800" smtClean="0">
                <a:latin typeface="Times New Roman" pitchFamily="18" charset="0"/>
              </a:rPr>
              <a:t>        one-fluid mixing rules.</a:t>
            </a:r>
          </a:p>
          <a:p>
            <a:pPr>
              <a:lnSpc>
                <a:spcPct val="80000"/>
              </a:lnSpc>
            </a:pPr>
            <a:r>
              <a:rPr lang="en-US" altLang="zh-TW" sz="1800" smtClean="0">
                <a:latin typeface="Times New Roman" pitchFamily="18" charset="0"/>
              </a:rPr>
              <a:t>Elevated pressures for a vapor mixture that contains one or</a:t>
            </a:r>
          </a:p>
          <a:p>
            <a:pPr>
              <a:lnSpc>
                <a:spcPct val="80000"/>
              </a:lnSpc>
              <a:buFontTx/>
              <a:buNone/>
            </a:pPr>
            <a:r>
              <a:rPr lang="en-US" altLang="zh-TW" sz="1800" smtClean="0">
                <a:latin typeface="Times New Roman" pitchFamily="18" charset="0"/>
              </a:rPr>
              <a:t>        more polar and/or associating compounds: Peng-Robinson EOS</a:t>
            </a:r>
          </a:p>
          <a:p>
            <a:pPr>
              <a:lnSpc>
                <a:spcPct val="80000"/>
              </a:lnSpc>
              <a:buFontTx/>
              <a:buNone/>
            </a:pPr>
            <a:r>
              <a:rPr lang="en-US" altLang="zh-TW" sz="1800" smtClean="0">
                <a:latin typeface="Times New Roman" pitchFamily="18" charset="0"/>
              </a:rPr>
              <a:t>        or Soave EOS with the excess Gibbs energy-based mixing rules</a:t>
            </a:r>
          </a:p>
          <a:p>
            <a:pPr>
              <a:lnSpc>
                <a:spcPct val="80000"/>
              </a:lnSpc>
              <a:buFontTx/>
              <a:buNone/>
            </a:pPr>
            <a:r>
              <a:rPr lang="en-US" altLang="zh-TW" sz="1800" smtClean="0">
                <a:latin typeface="Times New Roman" pitchFamily="18" charset="0"/>
              </a:rPr>
              <a:t>        and the appropriate activity coefficient model.</a:t>
            </a:r>
            <a:endParaRPr lang="zh-TW" altLang="en-US" sz="1800" smtClean="0">
              <a:latin typeface="Times New Roman" pitchFamily="18" charset="0"/>
            </a:endParaRP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Rectangle 2"/>
          <p:cNvSpPr>
            <a:spLocks noGrp="1" noChangeArrowheads="1"/>
          </p:cNvSpPr>
          <p:nvPr>
            <p:ph type="title"/>
          </p:nvPr>
        </p:nvSpPr>
        <p:spPr>
          <a:xfrm>
            <a:off x="457200" y="838200"/>
            <a:ext cx="8229600" cy="503238"/>
          </a:xfrm>
        </p:spPr>
        <p:txBody>
          <a:bodyPr/>
          <a:lstStyle/>
          <a:p>
            <a:r>
              <a:rPr lang="en-US" altLang="zh-TW" sz="2400" b="1" smtClean="0"/>
              <a:t>Recommended Activity Coefficient Models</a:t>
            </a:r>
            <a:endParaRPr lang="zh-TW" altLang="en-US" sz="2400" b="1" smtClean="0"/>
          </a:p>
        </p:txBody>
      </p:sp>
      <p:sp>
        <p:nvSpPr>
          <p:cNvPr id="74754" name="Rectangle 3"/>
          <p:cNvSpPr>
            <a:spLocks noGrp="1" noChangeArrowheads="1"/>
          </p:cNvSpPr>
          <p:nvPr>
            <p:ph type="body" idx="1"/>
          </p:nvPr>
        </p:nvSpPr>
        <p:spPr>
          <a:xfrm>
            <a:off x="609600" y="1600200"/>
            <a:ext cx="8229600" cy="4525963"/>
          </a:xfrm>
        </p:spPr>
        <p:txBody>
          <a:bodyPr/>
          <a:lstStyle/>
          <a:p>
            <a:pPr>
              <a:lnSpc>
                <a:spcPct val="80000"/>
              </a:lnSpc>
            </a:pPr>
            <a:endParaRPr lang="en-US" altLang="zh-TW" sz="2400" b="1" smtClean="0"/>
          </a:p>
          <a:p>
            <a:pPr>
              <a:lnSpc>
                <a:spcPct val="80000"/>
              </a:lnSpc>
            </a:pPr>
            <a:r>
              <a:rPr lang="en-US" altLang="zh-TW" sz="1800" smtClean="0">
                <a:latin typeface="Times New Roman" pitchFamily="18" charset="0"/>
              </a:rPr>
              <a:t>Nonpolar + nonpolar: Margules, van Laar, Wilson, UNIQUAC, NRTL</a:t>
            </a:r>
          </a:p>
          <a:p>
            <a:pPr>
              <a:lnSpc>
                <a:spcPct val="80000"/>
              </a:lnSpc>
            </a:pPr>
            <a:r>
              <a:rPr lang="en-US" altLang="zh-TW" sz="1800" smtClean="0">
                <a:latin typeface="Times New Roman" pitchFamily="18" charset="0"/>
              </a:rPr>
              <a:t>Nonpolar + weakly polar: Margules, van Laar, Wilson, UNIQUAC, NRTL</a:t>
            </a:r>
          </a:p>
          <a:p>
            <a:pPr>
              <a:lnSpc>
                <a:spcPct val="80000"/>
              </a:lnSpc>
              <a:buFontTx/>
              <a:buNone/>
            </a:pPr>
            <a:r>
              <a:rPr lang="en-US" altLang="zh-TW" sz="1800" smtClean="0">
                <a:latin typeface="Times New Roman" pitchFamily="18" charset="0"/>
              </a:rPr>
              <a:t>•     Nonpolar + strongly polar: UNIQUAC, NRTL, Wilson</a:t>
            </a:r>
          </a:p>
          <a:p>
            <a:pPr>
              <a:lnSpc>
                <a:spcPct val="80000"/>
              </a:lnSpc>
            </a:pPr>
            <a:r>
              <a:rPr lang="en-US" altLang="zh-TW" sz="1800" smtClean="0">
                <a:latin typeface="Times New Roman" pitchFamily="18" charset="0"/>
              </a:rPr>
              <a:t>Weakly polar + weakly polar: UNIQUAC, NRTL, Wilson</a:t>
            </a:r>
          </a:p>
          <a:p>
            <a:pPr>
              <a:lnSpc>
                <a:spcPct val="80000"/>
              </a:lnSpc>
            </a:pPr>
            <a:r>
              <a:rPr lang="en-US" altLang="zh-TW" sz="1800" smtClean="0">
                <a:latin typeface="Times New Roman" pitchFamily="18" charset="0"/>
              </a:rPr>
              <a:t> Weakly polar + strongly polar: UNIQUAC, NRTL, Wilson</a:t>
            </a:r>
          </a:p>
          <a:p>
            <a:pPr>
              <a:lnSpc>
                <a:spcPct val="80000"/>
              </a:lnSpc>
            </a:pPr>
            <a:r>
              <a:rPr lang="en-US" altLang="zh-TW" sz="1800" smtClean="0">
                <a:latin typeface="Times New Roman" pitchFamily="18" charset="0"/>
              </a:rPr>
              <a:t> Strongly polar + strongly polar: UNIQUAC, NRTL, Wilson</a:t>
            </a:r>
          </a:p>
          <a:p>
            <a:pPr>
              <a:lnSpc>
                <a:spcPct val="80000"/>
              </a:lnSpc>
            </a:pPr>
            <a:r>
              <a:rPr lang="en-US" altLang="zh-TW" sz="1800" smtClean="0">
                <a:latin typeface="Times New Roman" pitchFamily="18" charset="0"/>
              </a:rPr>
              <a:t> Water + nonpolar or weakly polar: (LLE) UNIQUAC, NRTL</a:t>
            </a:r>
          </a:p>
          <a:p>
            <a:pPr>
              <a:lnSpc>
                <a:spcPct val="80000"/>
              </a:lnSpc>
            </a:pPr>
            <a:r>
              <a:rPr lang="en-US" altLang="zh-TW" sz="1800" smtClean="0">
                <a:latin typeface="Times New Roman" pitchFamily="18" charset="0"/>
              </a:rPr>
              <a:t> Water + strongly polar: UNIQUAC</a:t>
            </a:r>
          </a:p>
          <a:p>
            <a:pPr>
              <a:lnSpc>
                <a:spcPct val="80000"/>
              </a:lnSpc>
            </a:pPr>
            <a:r>
              <a:rPr lang="en-US" altLang="zh-TW" sz="1800" smtClean="0">
                <a:latin typeface="Times New Roman" pitchFamily="18" charset="0"/>
              </a:rPr>
              <a:t>Solutions containing carboxylic acids: Wilson (for miscible systems) and</a:t>
            </a:r>
          </a:p>
          <a:p>
            <a:pPr>
              <a:lnSpc>
                <a:spcPct val="80000"/>
              </a:lnSpc>
              <a:buFontTx/>
              <a:buNone/>
            </a:pPr>
            <a:r>
              <a:rPr lang="en-US" altLang="zh-TW" sz="1800" smtClean="0">
                <a:latin typeface="Times New Roman" pitchFamily="18" charset="0"/>
              </a:rPr>
              <a:t>        UNIQUAC, NRTL (for partially miscible systems)</a:t>
            </a:r>
          </a:p>
          <a:p>
            <a:pPr>
              <a:lnSpc>
                <a:spcPct val="80000"/>
              </a:lnSpc>
            </a:pPr>
            <a:r>
              <a:rPr lang="en-US" altLang="zh-TW" sz="1800" smtClean="0">
                <a:solidFill>
                  <a:srgbClr val="000099"/>
                </a:solidFill>
                <a:latin typeface="Times New Roman" pitchFamily="18" charset="0"/>
              </a:rPr>
              <a:t>Solutions containing polymers: Flory-Huggins model</a:t>
            </a:r>
          </a:p>
          <a:p>
            <a:pPr>
              <a:lnSpc>
                <a:spcPct val="80000"/>
              </a:lnSpc>
            </a:pPr>
            <a:r>
              <a:rPr lang="en-US" altLang="zh-TW" sz="1800" smtClean="0">
                <a:solidFill>
                  <a:srgbClr val="000099"/>
                </a:solidFill>
                <a:latin typeface="Times New Roman" pitchFamily="18" charset="0"/>
              </a:rPr>
              <a:t>Solutions containing ionizable salts, strong acids, or bases: Extended</a:t>
            </a:r>
          </a:p>
          <a:p>
            <a:pPr>
              <a:lnSpc>
                <a:spcPct val="80000"/>
              </a:lnSpc>
            </a:pPr>
            <a:r>
              <a:rPr lang="en-US" altLang="zh-TW" sz="1800" smtClean="0">
                <a:solidFill>
                  <a:srgbClr val="000099"/>
                </a:solidFill>
                <a:latin typeface="Times New Roman" pitchFamily="18" charset="0"/>
              </a:rPr>
              <a:t>Debye-Huckel model</a:t>
            </a:r>
            <a:endParaRPr lang="zh-TW" altLang="en-US" sz="1800" smtClean="0">
              <a:solidFill>
                <a:srgbClr val="000099"/>
              </a:solidFill>
              <a:latin typeface="Times New Roman" pitchFamily="18" charset="0"/>
            </a:endParaRP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Rectangle 6"/>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kumimoji="0" lang="zh-TW" altLang="en-US">
              <a:latin typeface="Calibri" pitchFamily="34" charset="0"/>
            </a:endParaRPr>
          </a:p>
        </p:txBody>
      </p:sp>
      <p:graphicFrame>
        <p:nvGraphicFramePr>
          <p:cNvPr id="21506" name="Object 5"/>
          <p:cNvGraphicFramePr>
            <a:graphicFrameLocks noChangeAspect="1"/>
          </p:cNvGraphicFramePr>
          <p:nvPr/>
        </p:nvGraphicFramePr>
        <p:xfrm>
          <a:off x="381000" y="1219200"/>
          <a:ext cx="7696200" cy="5327650"/>
        </p:xfrm>
        <a:graphic>
          <a:graphicData uri="http://schemas.openxmlformats.org/presentationml/2006/ole">
            <p:oleObj spid="_x0000_s21506" r:id="rId3" imgW="9657347" imgH="7069084" progId="">
              <p:embed/>
            </p:oleObj>
          </a:graphicData>
        </a:graphic>
      </p:graphicFrame>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Rectangle 3"/>
          <p:cNvSpPr>
            <a:spLocks noGrp="1" noChangeArrowheads="1"/>
          </p:cNvSpPr>
          <p:nvPr>
            <p:ph type="body" idx="1"/>
          </p:nvPr>
        </p:nvSpPr>
        <p:spPr>
          <a:xfrm>
            <a:off x="304800" y="1828800"/>
            <a:ext cx="8458200" cy="4525963"/>
          </a:xfrm>
        </p:spPr>
        <p:txBody>
          <a:bodyPr/>
          <a:lstStyle/>
          <a:p>
            <a:pPr marL="715963" indent="-715963">
              <a:lnSpc>
                <a:spcPct val="80000"/>
              </a:lnSpc>
              <a:buFontTx/>
              <a:buNone/>
            </a:pPr>
            <a:r>
              <a:rPr lang="en-US" altLang="zh-TW" sz="2800" smtClean="0"/>
              <a:t>• </a:t>
            </a:r>
            <a:r>
              <a:rPr lang="en-US" altLang="zh-TW" sz="1800" smtClean="0">
                <a:latin typeface="Times New Roman" pitchFamily="18" charset="0"/>
              </a:rPr>
              <a:t>NIST Chemistry Webbook (National Institute of Standards and Technology, USA)</a:t>
            </a:r>
          </a:p>
          <a:p>
            <a:pPr marL="715963" indent="-715963">
              <a:lnSpc>
                <a:spcPct val="80000"/>
              </a:lnSpc>
              <a:buFontTx/>
              <a:buNone/>
            </a:pPr>
            <a:r>
              <a:rPr lang="en-US" altLang="zh-TW" sz="2800" smtClean="0"/>
              <a:t>•</a:t>
            </a:r>
            <a:r>
              <a:rPr lang="en-US" altLang="zh-TW" sz="1800" smtClean="0">
                <a:latin typeface="Times New Roman" pitchFamily="18" charset="0"/>
              </a:rPr>
              <a:t> – </a:t>
            </a:r>
            <a:r>
              <a:rPr lang="en-US" altLang="zh-TW" sz="1800" b="1" smtClean="0">
                <a:latin typeface="Times New Roman" pitchFamily="18" charset="0"/>
              </a:rPr>
              <a:t>http://webbook.nist.gov/chemistry/</a:t>
            </a:r>
          </a:p>
          <a:p>
            <a:pPr marL="715963" indent="-715963">
              <a:lnSpc>
                <a:spcPct val="80000"/>
              </a:lnSpc>
              <a:buFontTx/>
              <a:buNone/>
            </a:pPr>
            <a:r>
              <a:rPr lang="en-US" altLang="zh-TW" sz="2800" smtClean="0"/>
              <a:t>•</a:t>
            </a:r>
            <a:r>
              <a:rPr lang="en-US" altLang="zh-TW" sz="1800" smtClean="0">
                <a:latin typeface="Times New Roman" pitchFamily="18" charset="0"/>
              </a:rPr>
              <a:t>    “TRC Thermodynamic Tables, Hydrocarbons”, Thermodynamics </a:t>
            </a:r>
          </a:p>
          <a:p>
            <a:pPr marL="715963" indent="-715963">
              <a:lnSpc>
                <a:spcPct val="80000"/>
              </a:lnSpc>
              <a:buFontTx/>
              <a:buNone/>
            </a:pPr>
            <a:r>
              <a:rPr lang="en-US" altLang="zh-TW" sz="1800" smtClean="0">
                <a:latin typeface="Times New Roman" pitchFamily="18" charset="0"/>
              </a:rPr>
              <a:t>       Research Center, The Texas A&amp;M University System, College </a:t>
            </a:r>
          </a:p>
          <a:p>
            <a:pPr marL="715963" indent="-715963">
              <a:lnSpc>
                <a:spcPct val="80000"/>
              </a:lnSpc>
              <a:buFontTx/>
              <a:buNone/>
            </a:pPr>
            <a:r>
              <a:rPr lang="en-US" altLang="zh-TW" sz="1800" smtClean="0">
                <a:latin typeface="Times New Roman" pitchFamily="18" charset="0"/>
              </a:rPr>
              <a:t>        Station, TX.</a:t>
            </a:r>
          </a:p>
          <a:p>
            <a:pPr marL="715963" indent="-715963">
              <a:lnSpc>
                <a:spcPct val="80000"/>
              </a:lnSpc>
              <a:buFontTx/>
              <a:buNone/>
            </a:pPr>
            <a:r>
              <a:rPr lang="en-US" altLang="zh-TW" sz="2800" smtClean="0"/>
              <a:t>•</a:t>
            </a:r>
            <a:r>
              <a:rPr lang="en-US" altLang="zh-TW" sz="1800" smtClean="0">
                <a:latin typeface="Times New Roman" pitchFamily="18" charset="0"/>
              </a:rPr>
              <a:t> “TRC Thermodynamic Tables, Non-Hydrocarbons”, Thermodynamics</a:t>
            </a:r>
          </a:p>
          <a:p>
            <a:pPr marL="715963" indent="-715963">
              <a:lnSpc>
                <a:spcPct val="80000"/>
              </a:lnSpc>
              <a:buFontTx/>
              <a:buNone/>
            </a:pPr>
            <a:r>
              <a:rPr lang="en-US" altLang="zh-TW" sz="1800" smtClean="0">
                <a:latin typeface="Times New Roman" pitchFamily="18" charset="0"/>
              </a:rPr>
              <a:t>        Research Center, The Texas A&amp;M University System, College</a:t>
            </a:r>
          </a:p>
          <a:p>
            <a:pPr marL="715963" indent="-715963">
              <a:lnSpc>
                <a:spcPct val="80000"/>
              </a:lnSpc>
              <a:buFontTx/>
              <a:buNone/>
            </a:pPr>
            <a:r>
              <a:rPr lang="en-US" altLang="zh-TW" sz="1800" smtClean="0">
                <a:latin typeface="Times New Roman" pitchFamily="18" charset="0"/>
              </a:rPr>
              <a:t>        Station, TX.  </a:t>
            </a:r>
          </a:p>
          <a:p>
            <a:pPr marL="715963" indent="-715963">
              <a:lnSpc>
                <a:spcPct val="80000"/>
              </a:lnSpc>
              <a:buFontTx/>
              <a:buNone/>
            </a:pPr>
            <a:r>
              <a:rPr lang="en-US" altLang="zh-TW" sz="2800" smtClean="0"/>
              <a:t>• </a:t>
            </a:r>
            <a:r>
              <a:rPr lang="en-US" altLang="zh-TW" sz="1800" smtClean="0">
                <a:latin typeface="Times New Roman" pitchFamily="18" charset="0"/>
              </a:rPr>
              <a:t> Reid, R.C.; Prausnitz, J.M.; Poling, B.E., “The Properties of Gases and</a:t>
            </a:r>
          </a:p>
          <a:p>
            <a:pPr marL="715963" indent="-715963">
              <a:lnSpc>
                <a:spcPct val="80000"/>
              </a:lnSpc>
              <a:buFontTx/>
              <a:buNone/>
            </a:pPr>
            <a:r>
              <a:rPr lang="en-US" altLang="zh-TW" sz="1800" smtClean="0">
                <a:latin typeface="Times New Roman" pitchFamily="18" charset="0"/>
              </a:rPr>
              <a:t>        Liquids,” 4th ed., McGraw-Hill, NY (1987).</a:t>
            </a:r>
          </a:p>
          <a:p>
            <a:pPr marL="715963" indent="-715963">
              <a:lnSpc>
                <a:spcPct val="80000"/>
              </a:lnSpc>
              <a:buFontTx/>
              <a:buNone/>
            </a:pPr>
            <a:r>
              <a:rPr lang="en-US" altLang="zh-TW" sz="2800" smtClean="0"/>
              <a:t>• </a:t>
            </a:r>
            <a:r>
              <a:rPr lang="en-US" altLang="zh-TW" sz="1800" smtClean="0">
                <a:latin typeface="Times New Roman" pitchFamily="18" charset="0"/>
              </a:rPr>
              <a:t> Poling, B.E.; Prausnitz, J.M.; O’Connell, J.P., “The Properties of </a:t>
            </a:r>
          </a:p>
          <a:p>
            <a:pPr marL="715963" indent="-715963">
              <a:lnSpc>
                <a:spcPct val="80000"/>
              </a:lnSpc>
              <a:buFontTx/>
              <a:buNone/>
            </a:pPr>
            <a:r>
              <a:rPr lang="en-US" altLang="zh-TW" sz="1800" smtClean="0">
                <a:latin typeface="Times New Roman" pitchFamily="18" charset="0"/>
              </a:rPr>
              <a:t>       Gases  and Liquids,”  5th ed., McGraw-Hill, NY (2001).</a:t>
            </a:r>
          </a:p>
          <a:p>
            <a:pPr marL="715963" indent="-715963">
              <a:lnSpc>
                <a:spcPct val="80000"/>
              </a:lnSpc>
            </a:pPr>
            <a:endParaRPr lang="zh-TW" altLang="en-US" sz="1800" smtClean="0">
              <a:latin typeface="Times New Roman" pitchFamily="18" charset="0"/>
            </a:endParaRPr>
          </a:p>
        </p:txBody>
      </p:sp>
      <p:sp>
        <p:nvSpPr>
          <p:cNvPr id="77826" name="Text Box 4"/>
          <p:cNvSpPr txBox="1">
            <a:spLocks noChangeArrowheads="1"/>
          </p:cNvSpPr>
          <p:nvPr/>
        </p:nvSpPr>
        <p:spPr bwMode="auto">
          <a:xfrm>
            <a:off x="762000" y="990600"/>
            <a:ext cx="7467600" cy="809625"/>
          </a:xfrm>
          <a:prstGeom prst="rect">
            <a:avLst/>
          </a:prstGeom>
          <a:noFill/>
          <a:ln w="9525">
            <a:noFill/>
            <a:miter lim="800000"/>
            <a:headEnd/>
            <a:tailEnd/>
          </a:ln>
        </p:spPr>
        <p:txBody>
          <a:bodyPr>
            <a:spAutoFit/>
          </a:bodyPr>
          <a:lstStyle/>
          <a:p>
            <a:r>
              <a:rPr lang="en-US" altLang="zh-TW" sz="2000" b="1">
                <a:latin typeface="Calibri" pitchFamily="34" charset="0"/>
              </a:rPr>
              <a:t>Thermodynamic Properties of Pure Fluids from Literature</a:t>
            </a:r>
          </a:p>
          <a:p>
            <a:pPr>
              <a:spcBef>
                <a:spcPct val="50000"/>
              </a:spcBef>
            </a:pPr>
            <a:endParaRPr kumimoji="0" lang="zh-TW" altLang="en-US">
              <a:latin typeface="Calibri" pitchFamily="34" charset="0"/>
            </a:endParaRP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Rectangle 3"/>
          <p:cNvSpPr>
            <a:spLocks noGrp="1" noChangeArrowheads="1"/>
          </p:cNvSpPr>
          <p:nvPr>
            <p:ph type="body" idx="1"/>
          </p:nvPr>
        </p:nvSpPr>
        <p:spPr>
          <a:xfrm>
            <a:off x="609600" y="1371600"/>
            <a:ext cx="8229600" cy="4525963"/>
          </a:xfrm>
        </p:spPr>
        <p:txBody>
          <a:bodyPr/>
          <a:lstStyle/>
          <a:p>
            <a:endParaRPr lang="en-US" altLang="zh-TW" sz="2800" smtClean="0"/>
          </a:p>
          <a:p>
            <a:pPr>
              <a:buFontTx/>
              <a:buNone/>
            </a:pPr>
            <a:r>
              <a:rPr lang="en-US" altLang="zh-TW" sz="1700" smtClean="0">
                <a:latin typeface="Times New Roman" pitchFamily="18" charset="0"/>
              </a:rPr>
              <a:t>Vol. I Vapor-Liquid Equilibrium Data Collection</a:t>
            </a:r>
          </a:p>
          <a:p>
            <a:pPr>
              <a:buFontTx/>
              <a:buNone/>
            </a:pPr>
            <a:r>
              <a:rPr lang="en-US" altLang="zh-TW" sz="1700" smtClean="0">
                <a:latin typeface="Times New Roman" pitchFamily="18" charset="0"/>
              </a:rPr>
              <a:t>Vol. II Critical Data of Pure Substances</a:t>
            </a:r>
          </a:p>
          <a:p>
            <a:pPr>
              <a:buFontTx/>
              <a:buNone/>
            </a:pPr>
            <a:r>
              <a:rPr lang="en-US" altLang="zh-TW" sz="1700" smtClean="0">
                <a:latin typeface="Times New Roman" pitchFamily="18" charset="0"/>
              </a:rPr>
              <a:t>Vol. III Heats of Mixing Data Collection</a:t>
            </a:r>
          </a:p>
          <a:p>
            <a:pPr>
              <a:buFontTx/>
              <a:buNone/>
            </a:pPr>
            <a:r>
              <a:rPr lang="en-US" altLang="zh-TW" sz="1700" smtClean="0">
                <a:latin typeface="Times New Roman" pitchFamily="18" charset="0"/>
              </a:rPr>
              <a:t>Vol. IV Recommended Data of Selected Compounds and Binary Mixtures</a:t>
            </a:r>
          </a:p>
          <a:p>
            <a:pPr>
              <a:buFontTx/>
              <a:buNone/>
            </a:pPr>
            <a:r>
              <a:rPr lang="en-US" altLang="zh-TW" sz="1700" smtClean="0">
                <a:latin typeface="Times New Roman" pitchFamily="18" charset="0"/>
              </a:rPr>
              <a:t>Vol. V Liquid-Liquid Equilibrium Data Collection</a:t>
            </a:r>
          </a:p>
          <a:p>
            <a:pPr>
              <a:buFontTx/>
              <a:buNone/>
            </a:pPr>
            <a:r>
              <a:rPr lang="en-US" altLang="zh-TW" sz="1700" smtClean="0">
                <a:latin typeface="Times New Roman" pitchFamily="18" charset="0"/>
              </a:rPr>
              <a:t>Vol. VI Vapor-Liquid Equilibria for Mixtures of Low Boiling Substances</a:t>
            </a:r>
          </a:p>
          <a:p>
            <a:pPr>
              <a:buFontTx/>
              <a:buNone/>
            </a:pPr>
            <a:r>
              <a:rPr lang="en-US" altLang="zh-TW" sz="1700" smtClean="0">
                <a:latin typeface="Times New Roman" pitchFamily="18" charset="0"/>
              </a:rPr>
              <a:t>Vol. VIII Solid-Liquid Equilibrium Data Collection</a:t>
            </a:r>
          </a:p>
          <a:p>
            <a:pPr>
              <a:buFontTx/>
              <a:buNone/>
            </a:pPr>
            <a:r>
              <a:rPr lang="en-US" altLang="zh-TW" sz="1700" smtClean="0">
                <a:latin typeface="Times New Roman" pitchFamily="18" charset="0"/>
              </a:rPr>
              <a:t>Vol. IX Activity Coefficients at Infinite Dilution</a:t>
            </a:r>
          </a:p>
          <a:p>
            <a:pPr>
              <a:buFontTx/>
              <a:buNone/>
            </a:pPr>
            <a:r>
              <a:rPr lang="en-US" altLang="zh-TW" sz="1700" smtClean="0">
                <a:latin typeface="Times New Roman" pitchFamily="18" charset="0"/>
              </a:rPr>
              <a:t>Vol. X Thermal Conductivity and Viscosity Data of Fluid Mixtures</a:t>
            </a:r>
          </a:p>
          <a:p>
            <a:pPr>
              <a:buFontTx/>
              <a:buNone/>
            </a:pPr>
            <a:r>
              <a:rPr lang="en-US" altLang="zh-TW" sz="1700" smtClean="0">
                <a:latin typeface="Times New Roman" pitchFamily="18" charset="0"/>
              </a:rPr>
              <a:t>Vol. XI Phase Equilibia and Phase Diagrams of Electrolytes</a:t>
            </a:r>
          </a:p>
          <a:p>
            <a:pPr>
              <a:buFontTx/>
              <a:buNone/>
            </a:pPr>
            <a:r>
              <a:rPr lang="en-US" altLang="zh-TW" sz="1700" smtClean="0">
                <a:latin typeface="Times New Roman" pitchFamily="18" charset="0"/>
              </a:rPr>
              <a:t>Vol. XII Electrolyte Data Collection</a:t>
            </a:r>
          </a:p>
          <a:p>
            <a:pPr>
              <a:buFontTx/>
              <a:buNone/>
            </a:pPr>
            <a:r>
              <a:rPr lang="en-US" altLang="zh-TW" sz="1700" smtClean="0">
                <a:latin typeface="Times New Roman" pitchFamily="18" charset="0"/>
              </a:rPr>
              <a:t>Vol. XIV Polymer Solution Data Collection</a:t>
            </a:r>
            <a:endParaRPr lang="zh-TW" altLang="en-US" sz="1700" smtClean="0">
              <a:latin typeface="Times New Roman" pitchFamily="18" charset="0"/>
            </a:endParaRPr>
          </a:p>
        </p:txBody>
      </p:sp>
      <p:sp>
        <p:nvSpPr>
          <p:cNvPr id="78850" name="Text Box 4"/>
          <p:cNvSpPr txBox="1">
            <a:spLocks noChangeArrowheads="1"/>
          </p:cNvSpPr>
          <p:nvPr/>
        </p:nvSpPr>
        <p:spPr bwMode="auto">
          <a:xfrm>
            <a:off x="914400" y="609600"/>
            <a:ext cx="7772400" cy="946150"/>
          </a:xfrm>
          <a:prstGeom prst="rect">
            <a:avLst/>
          </a:prstGeom>
          <a:noFill/>
          <a:ln w="9525">
            <a:noFill/>
            <a:miter lim="800000"/>
            <a:headEnd/>
            <a:tailEnd/>
          </a:ln>
        </p:spPr>
        <p:txBody>
          <a:bodyPr>
            <a:spAutoFit/>
          </a:bodyPr>
          <a:lstStyle/>
          <a:p>
            <a:r>
              <a:rPr lang="en-US" altLang="zh-TW" sz="2000" b="1">
                <a:latin typeface="Calibri" pitchFamily="34" charset="0"/>
              </a:rPr>
              <a:t>Phase Equilibrium and OtherThermodynamic Properties of Mixtures from Literature</a:t>
            </a:r>
          </a:p>
          <a:p>
            <a:r>
              <a:rPr lang="en-US" altLang="zh-TW">
                <a:latin typeface="Calibri" pitchFamily="34" charset="0"/>
              </a:rPr>
              <a:t>DECHEMA-- Chemistry Data Series</a:t>
            </a:r>
            <a:endParaRPr lang="zh-TW" altLang="en-US">
              <a:latin typeface="Calibri" pitchFamily="34" charset="0"/>
            </a:endParaRP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a:xfrm>
            <a:off x="457200" y="533400"/>
            <a:ext cx="8229600" cy="1143000"/>
          </a:xfrm>
        </p:spPr>
        <p:txBody>
          <a:bodyPr rtlCol="0">
            <a:normAutofit fontScale="90000"/>
          </a:bodyPr>
          <a:lstStyle/>
          <a:p>
            <a:pPr fontAlgn="auto">
              <a:spcAft>
                <a:spcPts val="0"/>
              </a:spcAft>
              <a:defRPr/>
            </a:pPr>
            <a:r>
              <a:rPr lang="en-US" altLang="zh-TW" sz="2000" b="1" smtClean="0"/>
              <a:t>VLE Data of Mixtures from Literature</a:t>
            </a:r>
            <a:br>
              <a:rPr lang="en-US" altLang="zh-TW" sz="2000" b="1" smtClean="0"/>
            </a:br>
            <a:r>
              <a:rPr lang="en-US" altLang="zh-TW" sz="2000" b="1" smtClean="0"/>
              <a:t>Volume 1: Vapor-Liquid Equilibrium Data Collection</a:t>
            </a:r>
            <a:br>
              <a:rPr lang="en-US" altLang="zh-TW" sz="2000" b="1" smtClean="0"/>
            </a:br>
            <a:r>
              <a:rPr lang="en-US" altLang="zh-TW" sz="1600" b="1" smtClean="0"/>
              <a:t>J. Gmehling, U. Onken, W. Arlt, P. Grenzhauser, U. Weidlich, B. Kolbe, J. Rarey</a:t>
            </a:r>
            <a:br>
              <a:rPr lang="en-US" altLang="zh-TW" sz="1600" b="1" smtClean="0"/>
            </a:br>
            <a:endParaRPr lang="zh-TW" altLang="en-US" sz="1600" b="1" smtClean="0"/>
          </a:p>
        </p:txBody>
      </p:sp>
      <p:sp>
        <p:nvSpPr>
          <p:cNvPr id="79874" name="Rectangle 3"/>
          <p:cNvSpPr>
            <a:spLocks noGrp="1" noChangeArrowheads="1"/>
          </p:cNvSpPr>
          <p:nvPr>
            <p:ph type="body" idx="1"/>
          </p:nvPr>
        </p:nvSpPr>
        <p:spPr>
          <a:xfrm>
            <a:off x="1905000" y="1447800"/>
            <a:ext cx="5562600" cy="5105400"/>
          </a:xfrm>
        </p:spPr>
        <p:txBody>
          <a:bodyPr/>
          <a:lstStyle/>
          <a:p>
            <a:pPr>
              <a:lnSpc>
                <a:spcPct val="80000"/>
              </a:lnSpc>
            </a:pPr>
            <a:endParaRPr lang="en-US" altLang="zh-TW" sz="1800" b="1" smtClean="0"/>
          </a:p>
          <a:p>
            <a:pPr>
              <a:lnSpc>
                <a:spcPct val="80000"/>
              </a:lnSpc>
              <a:buFontTx/>
              <a:buNone/>
            </a:pPr>
            <a:r>
              <a:rPr lang="en-US" altLang="zh-TW" sz="1800" smtClean="0">
                <a:latin typeface="Times New Roman" pitchFamily="18" charset="0"/>
              </a:rPr>
              <a:t>Part title and year of publish</a:t>
            </a:r>
          </a:p>
          <a:p>
            <a:pPr>
              <a:lnSpc>
                <a:spcPct val="80000"/>
              </a:lnSpc>
              <a:buFontTx/>
              <a:buNone/>
            </a:pPr>
            <a:endParaRPr lang="en-US" altLang="zh-TW" sz="1800" smtClean="0">
              <a:latin typeface="Times New Roman" pitchFamily="18" charset="0"/>
            </a:endParaRPr>
          </a:p>
          <a:p>
            <a:pPr>
              <a:lnSpc>
                <a:spcPct val="80000"/>
              </a:lnSpc>
              <a:buFontTx/>
              <a:buNone/>
            </a:pPr>
            <a:r>
              <a:rPr lang="en-US" altLang="zh-TW" sz="1800" smtClean="0">
                <a:latin typeface="Times New Roman" pitchFamily="18" charset="0"/>
              </a:rPr>
              <a:t>1  Aqueous-Organic Systems, 1991</a:t>
            </a:r>
          </a:p>
          <a:p>
            <a:pPr>
              <a:lnSpc>
                <a:spcPct val="80000"/>
              </a:lnSpc>
              <a:buFontTx/>
              <a:buNone/>
            </a:pPr>
            <a:r>
              <a:rPr lang="en-US" altLang="zh-TW" sz="1800" smtClean="0">
                <a:latin typeface="Times New Roman" pitchFamily="18" charset="0"/>
              </a:rPr>
              <a:t>1a  Supplement 1, 1998</a:t>
            </a:r>
          </a:p>
          <a:p>
            <a:pPr>
              <a:lnSpc>
                <a:spcPct val="80000"/>
              </a:lnSpc>
              <a:buFontTx/>
              <a:buNone/>
            </a:pPr>
            <a:r>
              <a:rPr lang="en-US" altLang="zh-TW" sz="1800" smtClean="0">
                <a:latin typeface="Times New Roman" pitchFamily="18" charset="0"/>
              </a:rPr>
              <a:t>1b  Supplement 2, 1988</a:t>
            </a:r>
          </a:p>
          <a:p>
            <a:pPr>
              <a:lnSpc>
                <a:spcPct val="80000"/>
              </a:lnSpc>
              <a:buFontTx/>
              <a:buNone/>
            </a:pPr>
            <a:r>
              <a:rPr lang="en-US" altLang="zh-TW" sz="1800" smtClean="0">
                <a:latin typeface="Times New Roman" pitchFamily="18" charset="0"/>
              </a:rPr>
              <a:t>2a  Alcohols ,986</a:t>
            </a:r>
          </a:p>
          <a:p>
            <a:pPr>
              <a:lnSpc>
                <a:spcPct val="80000"/>
              </a:lnSpc>
              <a:buFontTx/>
              <a:buNone/>
            </a:pPr>
            <a:r>
              <a:rPr lang="en-US" altLang="zh-TW" sz="1800" smtClean="0">
                <a:latin typeface="Times New Roman" pitchFamily="18" charset="0"/>
              </a:rPr>
              <a:t>2b  Alcohols and Phenols, 1990</a:t>
            </a:r>
          </a:p>
          <a:p>
            <a:pPr>
              <a:lnSpc>
                <a:spcPct val="80000"/>
              </a:lnSpc>
              <a:buFontTx/>
              <a:buNone/>
            </a:pPr>
            <a:r>
              <a:rPr lang="en-US" altLang="zh-TW" sz="1800" smtClean="0">
                <a:latin typeface="Times New Roman" pitchFamily="18" charset="0"/>
              </a:rPr>
              <a:t>2c  Alcohols Supplement 1, 2001</a:t>
            </a:r>
          </a:p>
          <a:p>
            <a:pPr>
              <a:lnSpc>
                <a:spcPct val="80000"/>
              </a:lnSpc>
              <a:buFontTx/>
              <a:buNone/>
            </a:pPr>
            <a:r>
              <a:rPr lang="en-US" altLang="zh-TW" sz="1800" smtClean="0">
                <a:latin typeface="Times New Roman" pitchFamily="18" charset="0"/>
              </a:rPr>
              <a:t>2d  Alcohols and Phenols Supplement 2, 1982</a:t>
            </a:r>
          </a:p>
          <a:p>
            <a:pPr>
              <a:lnSpc>
                <a:spcPct val="80000"/>
              </a:lnSpc>
              <a:buFontTx/>
              <a:buNone/>
            </a:pPr>
            <a:r>
              <a:rPr lang="en-US" altLang="zh-TW" sz="1800" smtClean="0">
                <a:latin typeface="Times New Roman" pitchFamily="18" charset="0"/>
              </a:rPr>
              <a:t>2e  Alcohols and Phenols Supplement 3, 1988</a:t>
            </a:r>
          </a:p>
          <a:p>
            <a:pPr>
              <a:lnSpc>
                <a:spcPct val="80000"/>
              </a:lnSpc>
              <a:buFontTx/>
              <a:buNone/>
            </a:pPr>
            <a:r>
              <a:rPr lang="en-US" altLang="zh-TW" sz="1800" smtClean="0">
                <a:latin typeface="Times New Roman" pitchFamily="18" charset="0"/>
              </a:rPr>
              <a:t>2f   Alcohols and Phenols Supplement 4, 1990</a:t>
            </a:r>
          </a:p>
          <a:p>
            <a:pPr>
              <a:lnSpc>
                <a:spcPct val="80000"/>
              </a:lnSpc>
              <a:buFontTx/>
              <a:buNone/>
            </a:pPr>
            <a:r>
              <a:rPr lang="en-US" altLang="zh-TW" sz="1800" smtClean="0">
                <a:latin typeface="Times New Roman" pitchFamily="18" charset="0"/>
              </a:rPr>
              <a:t>3/4  Aldehydes, Ketones, Ethers, 1979</a:t>
            </a:r>
          </a:p>
          <a:p>
            <a:pPr>
              <a:lnSpc>
                <a:spcPct val="80000"/>
              </a:lnSpc>
              <a:buFontTx/>
              <a:buNone/>
            </a:pPr>
            <a:r>
              <a:rPr lang="en-US" altLang="zh-TW" sz="1800" smtClean="0">
                <a:latin typeface="Times New Roman" pitchFamily="18" charset="0"/>
              </a:rPr>
              <a:t>3a  Aldehydes, Supplement 1, 1993</a:t>
            </a:r>
          </a:p>
          <a:p>
            <a:pPr>
              <a:lnSpc>
                <a:spcPct val="80000"/>
              </a:lnSpc>
              <a:buFontTx/>
              <a:buNone/>
            </a:pPr>
            <a:r>
              <a:rPr lang="en-US" altLang="zh-TW" sz="1800" smtClean="0">
                <a:latin typeface="Times New Roman" pitchFamily="18" charset="0"/>
              </a:rPr>
              <a:t>3b  Ketones, Supplement 1, 1993</a:t>
            </a:r>
          </a:p>
          <a:p>
            <a:pPr>
              <a:lnSpc>
                <a:spcPct val="80000"/>
              </a:lnSpc>
              <a:buFontTx/>
              <a:buNone/>
            </a:pPr>
            <a:r>
              <a:rPr lang="en-US" altLang="zh-TW" sz="1800" smtClean="0">
                <a:latin typeface="Times New Roman" pitchFamily="18" charset="0"/>
              </a:rPr>
              <a:t>4a  Ethers, Supplement 1, 1996</a:t>
            </a:r>
          </a:p>
          <a:p>
            <a:pPr>
              <a:lnSpc>
                <a:spcPct val="80000"/>
              </a:lnSpc>
              <a:buFontTx/>
              <a:buNone/>
            </a:pPr>
            <a:r>
              <a:rPr lang="en-US" altLang="zh-TW" sz="1800" smtClean="0">
                <a:latin typeface="Times New Roman" pitchFamily="18" charset="0"/>
              </a:rPr>
              <a:t>4b  Ethers, Supplement 2, 1999</a:t>
            </a:r>
          </a:p>
          <a:p>
            <a:pPr>
              <a:lnSpc>
                <a:spcPct val="80000"/>
              </a:lnSpc>
            </a:pPr>
            <a:endParaRPr lang="zh-TW" altLang="en-US" sz="1800" smtClean="0">
              <a:latin typeface="Times New Roman" pitchFamily="18" charset="0"/>
            </a:endParaRP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a:xfrm>
            <a:off x="457200" y="533400"/>
            <a:ext cx="8229600" cy="1143000"/>
          </a:xfrm>
        </p:spPr>
        <p:txBody>
          <a:bodyPr rtlCol="0">
            <a:normAutofit fontScale="90000"/>
          </a:bodyPr>
          <a:lstStyle/>
          <a:p>
            <a:pPr fontAlgn="auto">
              <a:spcAft>
                <a:spcPts val="0"/>
              </a:spcAft>
              <a:defRPr/>
            </a:pPr>
            <a:r>
              <a:rPr lang="en-US" altLang="zh-TW" sz="2000" b="1" smtClean="0"/>
              <a:t>VLE Data of Mixtures from Literature</a:t>
            </a:r>
            <a:br>
              <a:rPr lang="en-US" altLang="zh-TW" sz="2000" b="1" smtClean="0"/>
            </a:br>
            <a:r>
              <a:rPr lang="en-US" altLang="zh-TW" sz="2000" b="1" smtClean="0"/>
              <a:t>Volume 1: Vapor-Liquid Equilibrium Data Collection</a:t>
            </a:r>
            <a:br>
              <a:rPr lang="en-US" altLang="zh-TW" sz="2000" b="1" smtClean="0"/>
            </a:br>
            <a:r>
              <a:rPr lang="en-US" altLang="zh-TW" sz="1600" b="1" smtClean="0"/>
              <a:t>J. Gmehling, U. Onken, W. Arlt, P. Grenzhauser, U. Weidlich, B. Kolbe, J. Rarey</a:t>
            </a:r>
            <a:br>
              <a:rPr lang="en-US" altLang="zh-TW" sz="1600" b="1" smtClean="0"/>
            </a:br>
            <a:endParaRPr lang="zh-TW" altLang="en-US" sz="1600" b="1" smtClean="0"/>
          </a:p>
        </p:txBody>
      </p:sp>
      <p:sp>
        <p:nvSpPr>
          <p:cNvPr id="80898" name="Rectangle 3"/>
          <p:cNvSpPr>
            <a:spLocks noGrp="1" noChangeArrowheads="1"/>
          </p:cNvSpPr>
          <p:nvPr>
            <p:ph type="body" idx="1"/>
          </p:nvPr>
        </p:nvSpPr>
        <p:spPr>
          <a:xfrm>
            <a:off x="914400" y="1905000"/>
            <a:ext cx="8229600" cy="3657600"/>
          </a:xfrm>
        </p:spPr>
        <p:txBody>
          <a:bodyPr/>
          <a:lstStyle/>
          <a:p>
            <a:pPr>
              <a:lnSpc>
                <a:spcPct val="80000"/>
              </a:lnSpc>
              <a:buFontTx/>
              <a:buNone/>
            </a:pPr>
            <a:r>
              <a:rPr lang="en-US" altLang="zh-TW" sz="2000" smtClean="0">
                <a:latin typeface="Times New Roman" pitchFamily="18" charset="0"/>
              </a:rPr>
              <a:t>5  Carboxylic Acids, Anhydrides, Esters, 2001</a:t>
            </a:r>
          </a:p>
          <a:p>
            <a:pPr>
              <a:lnSpc>
                <a:spcPct val="80000"/>
              </a:lnSpc>
              <a:buFontTx/>
              <a:buNone/>
            </a:pPr>
            <a:r>
              <a:rPr lang="en-US" altLang="zh-TW" sz="2000" smtClean="0">
                <a:latin typeface="Times New Roman" pitchFamily="18" charset="0"/>
              </a:rPr>
              <a:t>5a  Carboxylic Acids, Anhydrides, Supplement 1, 2002</a:t>
            </a:r>
          </a:p>
          <a:p>
            <a:pPr>
              <a:lnSpc>
                <a:spcPct val="80000"/>
              </a:lnSpc>
              <a:buFontTx/>
              <a:buNone/>
            </a:pPr>
            <a:r>
              <a:rPr lang="en-US" altLang="zh-TW" sz="2000" smtClean="0">
                <a:latin typeface="Times New Roman" pitchFamily="18" charset="0"/>
              </a:rPr>
              <a:t>5b  Esters, Supplement 2, 2002</a:t>
            </a:r>
          </a:p>
          <a:p>
            <a:pPr>
              <a:lnSpc>
                <a:spcPct val="80000"/>
              </a:lnSpc>
              <a:buFontTx/>
              <a:buNone/>
            </a:pPr>
            <a:r>
              <a:rPr lang="en-US" altLang="zh-TW" sz="2000" smtClean="0">
                <a:latin typeface="Times New Roman" pitchFamily="18" charset="0"/>
              </a:rPr>
              <a:t>6a  Aliphatic Hydrocarbons C4-C6 (2nd Ed. with minor changes), 1997</a:t>
            </a:r>
          </a:p>
          <a:p>
            <a:pPr>
              <a:lnSpc>
                <a:spcPct val="80000"/>
              </a:lnSpc>
              <a:buFontTx/>
              <a:buNone/>
            </a:pPr>
            <a:r>
              <a:rPr lang="en-US" altLang="zh-TW" sz="2000" smtClean="0">
                <a:latin typeface="Times New Roman" pitchFamily="18" charset="0"/>
              </a:rPr>
              <a:t>6b  Aliphatic Hydrocarbons C7- C18 (2nd Ed. with minor changes), 1997</a:t>
            </a:r>
          </a:p>
          <a:p>
            <a:pPr>
              <a:lnSpc>
                <a:spcPct val="80000"/>
              </a:lnSpc>
              <a:buFontTx/>
              <a:buNone/>
            </a:pPr>
            <a:r>
              <a:rPr lang="en-US" altLang="zh-TW" sz="2000" smtClean="0">
                <a:latin typeface="Times New Roman" pitchFamily="18" charset="0"/>
              </a:rPr>
              <a:t>6c  Aliphatic Hydrocarbons Supplement 1, 1983</a:t>
            </a:r>
          </a:p>
          <a:p>
            <a:pPr>
              <a:lnSpc>
                <a:spcPct val="80000"/>
              </a:lnSpc>
              <a:buFontTx/>
              <a:buNone/>
            </a:pPr>
            <a:r>
              <a:rPr lang="en-US" altLang="zh-TW" sz="2000" smtClean="0">
                <a:latin typeface="Times New Roman" pitchFamily="18" charset="0"/>
              </a:rPr>
              <a:t>6d+e  Alipatic Hydrocarbons C4- C30, 1999</a:t>
            </a:r>
          </a:p>
          <a:p>
            <a:pPr>
              <a:lnSpc>
                <a:spcPct val="80000"/>
              </a:lnSpc>
              <a:buFontTx/>
              <a:buNone/>
            </a:pPr>
            <a:r>
              <a:rPr lang="en-US" altLang="zh-TW" sz="2000" smtClean="0">
                <a:latin typeface="Times New Roman" pitchFamily="18" charset="0"/>
              </a:rPr>
              <a:t>7  Aromatic Hydrocarbons (2nd Ed. with minor changes), 1997</a:t>
            </a:r>
          </a:p>
          <a:p>
            <a:pPr>
              <a:lnSpc>
                <a:spcPct val="80000"/>
              </a:lnSpc>
              <a:buFontTx/>
              <a:buNone/>
            </a:pPr>
            <a:r>
              <a:rPr lang="en-US" altLang="zh-TW" sz="2000" smtClean="0">
                <a:latin typeface="Times New Roman" pitchFamily="18" charset="0"/>
              </a:rPr>
              <a:t>7a/7b Supplement 1, 2000</a:t>
            </a:r>
          </a:p>
          <a:p>
            <a:pPr>
              <a:lnSpc>
                <a:spcPct val="80000"/>
              </a:lnSpc>
              <a:buFontTx/>
              <a:buNone/>
            </a:pPr>
            <a:r>
              <a:rPr lang="en-US" altLang="zh-TW" sz="2000" smtClean="0">
                <a:latin typeface="Times New Roman" pitchFamily="18" charset="0"/>
              </a:rPr>
              <a:t>8  Halogen, Nitrogen, Sulfur and other Compounds, 1984</a:t>
            </a:r>
          </a:p>
          <a:p>
            <a:pPr>
              <a:lnSpc>
                <a:spcPct val="80000"/>
              </a:lnSpc>
              <a:buFontTx/>
              <a:buNone/>
            </a:pPr>
            <a:r>
              <a:rPr lang="en-US" altLang="zh-TW" sz="2000" smtClean="0">
                <a:latin typeface="Times New Roman" pitchFamily="18" charset="0"/>
              </a:rPr>
              <a:t>8a  Halogen, Nitrogen, Sulfur and other Compounds, Supplement 1, 2001</a:t>
            </a:r>
          </a:p>
          <a:p>
            <a:pPr>
              <a:lnSpc>
                <a:spcPct val="80000"/>
              </a:lnSpc>
            </a:pPr>
            <a:endParaRPr lang="zh-TW" altLang="en-US" sz="2000" smtClean="0">
              <a:latin typeface="Times New Roman" pitchFamily="18" charset="0"/>
            </a:endParaRP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投影片編號版面配置區 5"/>
          <p:cNvSpPr>
            <a:spLocks noGrp="1"/>
          </p:cNvSpPr>
          <p:nvPr>
            <p:ph type="sldNum" sz="quarter" idx="12"/>
          </p:nvPr>
        </p:nvSpPr>
        <p:spPr/>
        <p:txBody>
          <a:bodyPr/>
          <a:lstStyle/>
          <a:p>
            <a:pPr>
              <a:defRPr/>
            </a:pPr>
            <a:fld id="{17A9DCA4-30C8-4716-967E-FBFD86D35D8F}" type="slidenum">
              <a:rPr lang="en-US" altLang="zh-TW"/>
              <a:pPr>
                <a:defRPr/>
              </a:pPr>
              <a:t>32</a:t>
            </a:fld>
            <a:endParaRPr lang="en-US" altLang="zh-TW"/>
          </a:p>
        </p:txBody>
      </p:sp>
      <p:sp>
        <p:nvSpPr>
          <p:cNvPr id="81922" name="Rectangle 2"/>
          <p:cNvSpPr>
            <a:spLocks noGrp="1" noChangeArrowheads="1"/>
          </p:cNvSpPr>
          <p:nvPr>
            <p:ph type="title"/>
          </p:nvPr>
        </p:nvSpPr>
        <p:spPr>
          <a:xfrm>
            <a:off x="1143000" y="685800"/>
            <a:ext cx="6248400" cy="762000"/>
          </a:xfrm>
        </p:spPr>
        <p:txBody>
          <a:bodyPr/>
          <a:lstStyle/>
          <a:p>
            <a:r>
              <a:rPr lang="en-US" altLang="zh-TW" sz="4000" b="1" smtClean="0"/>
              <a:t>Conclusion</a:t>
            </a:r>
          </a:p>
        </p:txBody>
      </p:sp>
      <p:sp>
        <p:nvSpPr>
          <p:cNvPr id="81923" name="Text Box 4"/>
          <p:cNvSpPr txBox="1">
            <a:spLocks noChangeArrowheads="1"/>
          </p:cNvSpPr>
          <p:nvPr/>
        </p:nvSpPr>
        <p:spPr bwMode="auto">
          <a:xfrm>
            <a:off x="838200" y="1828800"/>
            <a:ext cx="7670800" cy="1616075"/>
          </a:xfrm>
          <a:prstGeom prst="rect">
            <a:avLst/>
          </a:prstGeom>
          <a:noFill/>
          <a:ln w="9525">
            <a:noFill/>
            <a:miter lim="800000"/>
            <a:headEnd/>
            <a:tailEnd/>
          </a:ln>
        </p:spPr>
        <p:txBody>
          <a:bodyPr wrap="none">
            <a:spAutoFit/>
          </a:bodyPr>
          <a:lstStyle/>
          <a:p>
            <a:r>
              <a:rPr lang="en-US" altLang="zh-TW" sz="2000" b="1">
                <a:latin typeface="Times New Roman" pitchFamily="18" charset="0"/>
                <a:cs typeface="Times New Roman" pitchFamily="18" charset="0"/>
              </a:rPr>
              <a:t>The phase equilibrium estimation is the primary step for process </a:t>
            </a:r>
          </a:p>
          <a:p>
            <a:r>
              <a:rPr lang="en-US" altLang="zh-TW" sz="2000" b="1">
                <a:latin typeface="Times New Roman" pitchFamily="18" charset="0"/>
                <a:cs typeface="Times New Roman" pitchFamily="18" charset="0"/>
              </a:rPr>
              <a:t>design, process simulation, process control, and process operation. </a:t>
            </a:r>
          </a:p>
          <a:p>
            <a:r>
              <a:rPr lang="en-US" altLang="zh-TW" sz="2000" b="1">
                <a:latin typeface="Times New Roman" pitchFamily="18" charset="0"/>
                <a:cs typeface="Times New Roman" pitchFamily="18" charset="0"/>
              </a:rPr>
              <a:t>Without an accurate phase equilibrium estimation will be impossible </a:t>
            </a:r>
          </a:p>
          <a:p>
            <a:r>
              <a:rPr lang="en-US" altLang="zh-TW" sz="2000" b="1">
                <a:latin typeface="Times New Roman" pitchFamily="18" charset="0"/>
                <a:cs typeface="Times New Roman" pitchFamily="18" charset="0"/>
              </a:rPr>
              <a:t>for having a complete chemical plant for producing the desired </a:t>
            </a:r>
          </a:p>
          <a:p>
            <a:r>
              <a:rPr lang="en-US" altLang="zh-TW" sz="2000" b="1">
                <a:latin typeface="Times New Roman" pitchFamily="18" charset="0"/>
                <a:cs typeface="Times New Roman" pitchFamily="18" charset="0"/>
              </a:rPr>
              <a:t>products</a:t>
            </a:r>
            <a:r>
              <a:rPr lang="en-US" altLang="zh-TW" sz="2000">
                <a:latin typeface="Times New Roman" pitchFamily="18" charset="0"/>
                <a:cs typeface="Times New Roman" pitchFamily="18" charset="0"/>
              </a:rPr>
              <a:t>. </a:t>
            </a: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Rectangle 3"/>
          <p:cNvSpPr>
            <a:spLocks noGrp="1" noChangeArrowheads="1"/>
          </p:cNvSpPr>
          <p:nvPr>
            <p:ph type="body" idx="1"/>
          </p:nvPr>
        </p:nvSpPr>
        <p:spPr/>
        <p:txBody>
          <a:bodyPr/>
          <a:lstStyle/>
          <a:p>
            <a:endParaRPr lang="zh-TW" altLang="en-US" smtClean="0"/>
          </a:p>
          <a:p>
            <a:pPr>
              <a:buFontTx/>
              <a:buNone/>
            </a:pPr>
            <a:endParaRPr lang="en-US" altLang="zh-TW" smtClean="0"/>
          </a:p>
        </p:txBody>
      </p:sp>
      <p:sp>
        <p:nvSpPr>
          <p:cNvPr id="82946" name="Rectangle 4"/>
          <p:cNvSpPr>
            <a:spLocks noChangeArrowheads="1"/>
          </p:cNvSpPr>
          <p:nvPr/>
        </p:nvSpPr>
        <p:spPr bwMode="auto">
          <a:xfrm>
            <a:off x="2743200" y="2971800"/>
            <a:ext cx="3048000" cy="701675"/>
          </a:xfrm>
          <a:prstGeom prst="rect">
            <a:avLst/>
          </a:prstGeom>
          <a:noFill/>
          <a:ln w="9525">
            <a:noFill/>
            <a:miter lim="800000"/>
            <a:headEnd/>
            <a:tailEnd/>
          </a:ln>
        </p:spPr>
        <p:txBody>
          <a:bodyPr>
            <a:spAutoFit/>
          </a:bodyPr>
          <a:lstStyle/>
          <a:p>
            <a:r>
              <a:rPr lang="en-US" altLang="zh-TW" sz="4000" b="1">
                <a:solidFill>
                  <a:srgbClr val="3333FF"/>
                </a:solidFill>
                <a:latin typeface="Batang" pitchFamily="18" charset="-127"/>
                <a:ea typeface="Batang" pitchFamily="18" charset="-127"/>
              </a:rPr>
              <a:t>Thank You</a:t>
            </a:r>
            <a:endParaRPr lang="zh-TW" altLang="en-US" sz="4000" b="1">
              <a:solidFill>
                <a:srgbClr val="3333FF"/>
              </a:solidFill>
              <a:latin typeface="Batang" pitchFamily="18" charset="-127"/>
              <a:ea typeface="Batang" pitchFamily="18" charset="-127"/>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自訂設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233</TotalTime>
  <Words>1812</Words>
  <Application>Microsoft Office PowerPoint</Application>
  <PresentationFormat>如螢幕大小 (4:3)</PresentationFormat>
  <Paragraphs>296</Paragraphs>
  <Slides>33</Slides>
  <Notes>0</Notes>
  <HiddenSlides>0</HiddenSlides>
  <MMClips>0</MMClips>
  <ScaleCrop>false</ScaleCrop>
  <HeadingPairs>
    <vt:vector size="8" baseType="variant">
      <vt:variant>
        <vt:lpstr>使用字型</vt:lpstr>
      </vt:variant>
      <vt:variant>
        <vt:i4>6</vt:i4>
      </vt:variant>
      <vt:variant>
        <vt:lpstr>簡報設計範本</vt:lpstr>
      </vt:variant>
      <vt:variant>
        <vt:i4>4</vt:i4>
      </vt:variant>
      <vt:variant>
        <vt:lpstr>內嵌 OLE 伺服程式</vt:lpstr>
      </vt:variant>
      <vt:variant>
        <vt:i4>3</vt:i4>
      </vt:variant>
      <vt:variant>
        <vt:lpstr>投影片標題</vt:lpstr>
      </vt:variant>
      <vt:variant>
        <vt:i4>33</vt:i4>
      </vt:variant>
    </vt:vector>
  </HeadingPairs>
  <TitlesOfParts>
    <vt:vector size="46" baseType="lpstr">
      <vt:lpstr>Calibri</vt:lpstr>
      <vt:lpstr>新細明體</vt:lpstr>
      <vt:lpstr>Arial</vt:lpstr>
      <vt:lpstr>Times New Roman</vt:lpstr>
      <vt:lpstr>Wingdings</vt:lpstr>
      <vt:lpstr>Batang</vt:lpstr>
      <vt:lpstr>Office 佈景主題</vt:lpstr>
      <vt:lpstr>自訂設計</vt:lpstr>
      <vt:lpstr>Office 佈景主題</vt:lpstr>
      <vt:lpstr>Office 佈景主題</vt:lpstr>
      <vt:lpstr>方程式</vt:lpstr>
      <vt:lpstr>Equation</vt:lpstr>
      <vt:lpstr>圖片</vt:lpstr>
      <vt:lpstr>Phase Equilibrium Calculations</vt:lpstr>
      <vt:lpstr> Example: Bubble Pressure Calculation  </vt:lpstr>
      <vt:lpstr>The Cubic Equations of State</vt:lpstr>
      <vt:lpstr>投影片 4</vt:lpstr>
      <vt:lpstr>The Virial Equation of State</vt:lpstr>
      <vt:lpstr>PC-SAFT EOS (Perturbed Chain Statistical Associating Fluid Theory) </vt:lpstr>
      <vt:lpstr>The Mixing Rules </vt:lpstr>
      <vt:lpstr>投影片 8</vt:lpstr>
      <vt:lpstr>The Van Laar Model </vt:lpstr>
      <vt:lpstr>投影片 10</vt:lpstr>
      <vt:lpstr>投影片 11</vt:lpstr>
      <vt:lpstr> The UNIQUAC (Universal Quasi-Chemical ) Equation </vt:lpstr>
      <vt:lpstr>The UNIFAC Activity Coefficient Equation</vt:lpstr>
      <vt:lpstr>COSMO-SAC  (Conductor-like Screening Model-Segment Activity Coefficient) </vt:lpstr>
      <vt:lpstr>Correlation of VLE Data</vt:lpstr>
      <vt:lpstr>投影片 16</vt:lpstr>
      <vt:lpstr>投影片 17</vt:lpstr>
      <vt:lpstr>Solid –Liquid Equilibrium</vt:lpstr>
      <vt:lpstr>Solid-Liquid Equilibrium</vt:lpstr>
      <vt:lpstr>Solid – Liquid Equilibrium</vt:lpstr>
      <vt:lpstr>投影片 21</vt:lpstr>
      <vt:lpstr>Chemical Reaction Equilibrium</vt:lpstr>
      <vt:lpstr> Continue</vt:lpstr>
      <vt:lpstr>Mathematical Model of a Distillaltion Column (MESH Equations) </vt:lpstr>
      <vt:lpstr>Recommended Equations of State (EOS) </vt:lpstr>
      <vt:lpstr>Recommended Activity Coefficient Models</vt:lpstr>
      <vt:lpstr>投影片 27</vt:lpstr>
      <vt:lpstr>投影片 28</vt:lpstr>
      <vt:lpstr>投影片 29</vt:lpstr>
      <vt:lpstr>VLE Data of Mixtures from Literature Volume 1: Vapor-Liquid Equilibrium Data Collection J. Gmehling, U. Onken, W. Arlt, P. Grenzhauser, U. Weidlich, B. Kolbe, J. Rarey </vt:lpstr>
      <vt:lpstr>VLE Data of Mixtures from Literature Volume 1: Vapor-Liquid Equilibrium Data Collection J. Gmehling, U. Onken, W. Arlt, P. Grenzhauser, U. Weidlich, B. Kolbe, J. Rarey </vt:lpstr>
      <vt:lpstr>Conclusion</vt:lpstr>
      <vt:lpstr>投影片 33</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投影片 1</dc:title>
  <dc:creator>user</dc:creator>
  <cp:lastModifiedBy>user</cp:lastModifiedBy>
  <cp:revision>10</cp:revision>
  <dcterms:created xsi:type="dcterms:W3CDTF">2014-03-12T03:54:03Z</dcterms:created>
  <dcterms:modified xsi:type="dcterms:W3CDTF">2014-05-23T06:14:17Z</dcterms:modified>
</cp:coreProperties>
</file>